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Jost"/>
      <p:regular r:id="rId24"/>
      <p:bold r:id="rId25"/>
      <p:italic r:id="rId26"/>
      <p:boldItalic r:id="rId27"/>
    </p:embeddedFont>
    <p:embeddedFont>
      <p:font typeface="Be Vietnam Pro SemiBold"/>
      <p:regular r:id="rId28"/>
      <p:bold r:id="rId29"/>
      <p:italic r:id="rId30"/>
      <p:boldItalic r:id="rId31"/>
    </p:embeddedFont>
    <p:embeddedFont>
      <p:font typeface="Be Vietnam Pro"/>
      <p:regular r:id="rId32"/>
      <p:bold r:id="rId33"/>
      <p:italic r:id="rId34"/>
      <p:boldItalic r:id="rId35"/>
    </p:embeddedFont>
    <p:embeddedFont>
      <p:font typeface="Arial Black"/>
      <p:regular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jHktw7YLKbFEQUsu58nWVXxQge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font" Target="fonts/Inter-regular.fntdata"/><Relationship Id="rId41" Type="http://customschemas.google.com/relationships/presentationmetadata" Target="meta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Jos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ost-italic.fntdata"/><Relationship Id="rId25" Type="http://schemas.openxmlformats.org/officeDocument/2006/relationships/font" Target="fonts/Jost-bold.fntdata"/><Relationship Id="rId28" Type="http://schemas.openxmlformats.org/officeDocument/2006/relationships/font" Target="fonts/BeVietnamProSemiBold-regular.fntdata"/><Relationship Id="rId27" Type="http://schemas.openxmlformats.org/officeDocument/2006/relationships/font" Target="fonts/Jos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VietnamPro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BeVietnamProSemiBold-boldItalic.fntdata"/><Relationship Id="rId30" Type="http://schemas.openxmlformats.org/officeDocument/2006/relationships/font" Target="fonts/BeVietnamProSemiBold-italic.fntdata"/><Relationship Id="rId11" Type="http://schemas.openxmlformats.org/officeDocument/2006/relationships/slide" Target="slides/slide6.xml"/><Relationship Id="rId33" Type="http://schemas.openxmlformats.org/officeDocument/2006/relationships/font" Target="fonts/BeVietnamPro-bold.fntdata"/><Relationship Id="rId10" Type="http://schemas.openxmlformats.org/officeDocument/2006/relationships/slide" Target="slides/slide5.xml"/><Relationship Id="rId32" Type="http://schemas.openxmlformats.org/officeDocument/2006/relationships/font" Target="fonts/BeVietnamPro-regular.fntdata"/><Relationship Id="rId13" Type="http://schemas.openxmlformats.org/officeDocument/2006/relationships/slide" Target="slides/slide8.xml"/><Relationship Id="rId35" Type="http://schemas.openxmlformats.org/officeDocument/2006/relationships/font" Target="fonts/BeVietnamPro-boldItalic.fntdata"/><Relationship Id="rId12" Type="http://schemas.openxmlformats.org/officeDocument/2006/relationships/slide" Target="slides/slide7.xml"/><Relationship Id="rId34" Type="http://schemas.openxmlformats.org/officeDocument/2006/relationships/font" Target="fonts/BeVietnamPro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regular.fntdata"/><Relationship Id="rId14" Type="http://schemas.openxmlformats.org/officeDocument/2006/relationships/slide" Target="slides/slide9.xml"/><Relationship Id="rId36" Type="http://schemas.openxmlformats.org/officeDocument/2006/relationships/font" Target="fonts/ArialBlack-regular.fntdata"/><Relationship Id="rId17" Type="http://schemas.openxmlformats.org/officeDocument/2006/relationships/font" Target="fonts/InterSemiBold-bold.fntdata"/><Relationship Id="rId39" Type="http://schemas.openxmlformats.org/officeDocument/2006/relationships/font" Target="fonts/OpenSans-italic.fntdata"/><Relationship Id="rId16" Type="http://schemas.openxmlformats.org/officeDocument/2006/relationships/font" Target="fonts/InterSemiBold-regular.fntdata"/><Relationship Id="rId38" Type="http://schemas.openxmlformats.org/officeDocument/2006/relationships/font" Target="fonts/OpenSans-bold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4" name="Google Shape;14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2" name="Google Shape;15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9" name="Google Shape;16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1" name="Google Shape;16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6" name="Google Shape;16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1" name="Google Shape;16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6" name="Google Shape;16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1" name="Google Shape;17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2"/>
          <p:cNvSpPr txBox="1"/>
          <p:nvPr>
            <p:ph type="ctrTitle"/>
          </p:nvPr>
        </p:nvSpPr>
        <p:spPr>
          <a:xfrm>
            <a:off x="4477400" y="1071500"/>
            <a:ext cx="4161900" cy="22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" type="subTitle"/>
          </p:nvPr>
        </p:nvSpPr>
        <p:spPr>
          <a:xfrm>
            <a:off x="4617253" y="3450000"/>
            <a:ext cx="3712500" cy="28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12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2" name="Google Shape;12;p12"/>
          <p:cNvGrpSpPr/>
          <p:nvPr/>
        </p:nvGrpSpPr>
        <p:grpSpPr>
          <a:xfrm>
            <a:off x="-4" y="-645119"/>
            <a:ext cx="1754813" cy="5795620"/>
            <a:chOff x="-4" y="-645119"/>
            <a:chExt cx="1754813" cy="5795620"/>
          </a:xfrm>
        </p:grpSpPr>
        <p:grpSp>
          <p:nvGrpSpPr>
            <p:cNvPr id="13" name="Google Shape;13;p12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14" name="Google Shape;14;p12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" name="Google Shape;15;p12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12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12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12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12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0" name="Google Shape;20;p12"/>
            <p:cNvGrpSpPr/>
            <p:nvPr/>
          </p:nvGrpSpPr>
          <p:grpSpPr>
            <a:xfrm>
              <a:off x="-4" y="-645119"/>
              <a:ext cx="1754448" cy="5556144"/>
              <a:chOff x="-4" y="-645119"/>
              <a:chExt cx="1754448" cy="5556144"/>
            </a:xfrm>
          </p:grpSpPr>
          <p:grpSp>
            <p:nvGrpSpPr>
              <p:cNvPr id="21" name="Google Shape;21;p12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22" name="Google Shape;22;p1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3" name="Google Shape;23;p1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" name="Google Shape;24;p1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" name="Google Shape;25;p1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" name="Google Shape;26;p1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" name="Google Shape;27;p1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" name="Google Shape;28;p1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" name="Google Shape;29;p1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0" name="Google Shape;30;p12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31" name="Google Shape;31;p1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" name="Google Shape;32;p1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" name="Google Shape;33;p1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" name="Google Shape;34;p1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1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1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1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1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" name="Google Shape;39;p12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2" name="Google Shape;42;p13"/>
          <p:cNvGrpSpPr/>
          <p:nvPr/>
        </p:nvGrpSpPr>
        <p:grpSpPr>
          <a:xfrm flipH="1">
            <a:off x="8558958" y="-200"/>
            <a:ext cx="585043" cy="5143500"/>
            <a:chOff x="32" y="-200"/>
            <a:chExt cx="585043" cy="5143500"/>
          </a:xfrm>
        </p:grpSpPr>
        <p:grpSp>
          <p:nvGrpSpPr>
            <p:cNvPr id="43" name="Google Shape;43;p13"/>
            <p:cNvGrpSpPr/>
            <p:nvPr/>
          </p:nvGrpSpPr>
          <p:grpSpPr>
            <a:xfrm>
              <a:off x="32" y="232074"/>
              <a:ext cx="584934" cy="4678945"/>
              <a:chOff x="2338692" y="232081"/>
              <a:chExt cx="584817" cy="4678945"/>
            </a:xfrm>
          </p:grpSpPr>
          <p:grpSp>
            <p:nvGrpSpPr>
              <p:cNvPr id="44" name="Google Shape;44;p13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45" name="Google Shape;45;p13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" name="Google Shape;46;p13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" name="Google Shape;47;p13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" name="Google Shape;48;p13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" name="Google Shape;49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" name="Google Shape;50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" name="Google Shape;51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13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4" name="Google Shape;54;p13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3" name="Google Shape;63;p13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64" name="Google Shape;64;p13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3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6" name="Google Shape;66;p13"/>
          <p:cNvGrpSpPr/>
          <p:nvPr/>
        </p:nvGrpSpPr>
        <p:grpSpPr>
          <a:xfrm>
            <a:off x="164786" y="137398"/>
            <a:ext cx="8903046" cy="4860596"/>
            <a:chOff x="164786" y="137398"/>
            <a:chExt cx="8903046" cy="4860596"/>
          </a:xfrm>
        </p:grpSpPr>
        <p:grpSp>
          <p:nvGrpSpPr>
            <p:cNvPr id="67" name="Google Shape;67;p13"/>
            <p:cNvGrpSpPr/>
            <p:nvPr/>
          </p:nvGrpSpPr>
          <p:grpSpPr>
            <a:xfrm>
              <a:off x="8307179" y="137398"/>
              <a:ext cx="585048" cy="584953"/>
              <a:chOff x="8269423" y="174900"/>
              <a:chExt cx="619426" cy="619325"/>
            </a:xfrm>
          </p:grpSpPr>
          <p:sp>
            <p:nvSpPr>
              <p:cNvPr id="68" name="Google Shape;68;p13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1" i="0" lang="en-US" sz="2500" u="none" cap="none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i="0" sz="2500" u="none" cap="none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  <p:grpSp>
          <p:nvGrpSpPr>
            <p:cNvPr id="113" name="Google Shape;113;p13"/>
            <p:cNvGrpSpPr/>
            <p:nvPr/>
          </p:nvGrpSpPr>
          <p:grpSpPr>
            <a:xfrm>
              <a:off x="8635101" y="515042"/>
              <a:ext cx="432731" cy="432661"/>
              <a:chOff x="8269423" y="174900"/>
              <a:chExt cx="619426" cy="619325"/>
            </a:xfrm>
          </p:grpSpPr>
          <p:sp>
            <p:nvSpPr>
              <p:cNvPr id="114" name="Google Shape;114;p13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3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i="0" sz="2000" u="none" cap="none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  <p:grpSp>
          <p:nvGrpSpPr>
            <p:cNvPr id="159" name="Google Shape;159;p13"/>
            <p:cNvGrpSpPr/>
            <p:nvPr/>
          </p:nvGrpSpPr>
          <p:grpSpPr>
            <a:xfrm>
              <a:off x="164786" y="4648199"/>
              <a:ext cx="349852" cy="349795"/>
              <a:chOff x="8269423" y="174900"/>
              <a:chExt cx="619426" cy="619325"/>
            </a:xfrm>
          </p:grpSpPr>
          <p:sp>
            <p:nvSpPr>
              <p:cNvPr id="160" name="Google Shape;160;p13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3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3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13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13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3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13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3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3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3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3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3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3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3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3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3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3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3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3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3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3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1800" u="none" cap="none" strike="noStrike">
                    <a:solidFill>
                      <a:schemeClr val="accent2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i="0" sz="1800" u="none" cap="none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  <p:sp>
        <p:nvSpPr>
          <p:cNvPr id="205" name="Google Shape;20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idx="1" type="body"/>
          </p:nvPr>
        </p:nvSpPr>
        <p:spPr>
          <a:xfrm>
            <a:off x="720000" y="1215751"/>
            <a:ext cx="7704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9" name="Google Shape;209;p14"/>
          <p:cNvGrpSpPr/>
          <p:nvPr/>
        </p:nvGrpSpPr>
        <p:grpSpPr>
          <a:xfrm>
            <a:off x="7" y="-200"/>
            <a:ext cx="585043" cy="5143500"/>
            <a:chOff x="32" y="-200"/>
            <a:chExt cx="585043" cy="5143500"/>
          </a:xfrm>
        </p:grpSpPr>
        <p:grpSp>
          <p:nvGrpSpPr>
            <p:cNvPr id="210" name="Google Shape;210;p14"/>
            <p:cNvGrpSpPr/>
            <p:nvPr/>
          </p:nvGrpSpPr>
          <p:grpSpPr>
            <a:xfrm>
              <a:off x="32" y="232074"/>
              <a:ext cx="584934" cy="4678945"/>
              <a:chOff x="2338692" y="232081"/>
              <a:chExt cx="584817" cy="4678945"/>
            </a:xfrm>
          </p:grpSpPr>
          <p:grpSp>
            <p:nvGrpSpPr>
              <p:cNvPr id="211" name="Google Shape;211;p14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212" name="Google Shape;212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3" name="Google Shape;213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4" name="Google Shape;214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5" name="Google Shape;215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6" name="Google Shape;216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7" name="Google Shape;217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9" name="Google Shape;219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0" name="Google Shape;220;p14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21" name="Google Shape;221;p14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222" name="Google Shape;222;p14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3" name="Google Shape;223;p14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4" name="Google Shape;224;p14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5" name="Google Shape;225;p14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6" name="Google Shape;226;p14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14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9" name="Google Shape;229;p14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30" name="Google Shape;230;p14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231" name="Google Shape;231;p14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14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33" name="Google Shape;233;p14"/>
          <p:cNvGrpSpPr/>
          <p:nvPr/>
        </p:nvGrpSpPr>
        <p:grpSpPr>
          <a:xfrm>
            <a:off x="448615" y="218835"/>
            <a:ext cx="897031" cy="754068"/>
            <a:chOff x="448615" y="218835"/>
            <a:chExt cx="897031" cy="754068"/>
          </a:xfrm>
        </p:grpSpPr>
        <p:grpSp>
          <p:nvGrpSpPr>
            <p:cNvPr id="234" name="Google Shape;234;p14"/>
            <p:cNvGrpSpPr/>
            <p:nvPr/>
          </p:nvGrpSpPr>
          <p:grpSpPr>
            <a:xfrm>
              <a:off x="448615" y="218835"/>
              <a:ext cx="529200" cy="529200"/>
              <a:chOff x="8490215" y="2125885"/>
              <a:chExt cx="529200" cy="529200"/>
            </a:xfrm>
          </p:grpSpPr>
          <p:sp>
            <p:nvSpPr>
              <p:cNvPr id="235" name="Google Shape;235;p14"/>
              <p:cNvSpPr/>
              <p:nvPr/>
            </p:nvSpPr>
            <p:spPr>
              <a:xfrm>
                <a:off x="8490215" y="2125885"/>
                <a:ext cx="395640" cy="249120"/>
              </a:xfrm>
              <a:custGeom>
                <a:rect b="b" l="l" r="r" t="t"/>
                <a:pathLst>
                  <a:path extrusionOk="0" h="692" w="1099">
                    <a:moveTo>
                      <a:pt x="1099" y="95"/>
                    </a:moveTo>
                    <a:lnTo>
                      <a:pt x="711" y="692"/>
                    </a:lnTo>
                    <a:lnTo>
                      <a:pt x="0" y="692"/>
                    </a:lnTo>
                    <a:cubicBezTo>
                      <a:pt x="22" y="305"/>
                      <a:pt x="343" y="0"/>
                      <a:pt x="735" y="0"/>
                    </a:cubicBezTo>
                    <a:cubicBezTo>
                      <a:pt x="867" y="0"/>
                      <a:pt x="992" y="35"/>
                      <a:pt x="1099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4"/>
              <p:cNvSpPr/>
              <p:nvPr/>
            </p:nvSpPr>
            <p:spPr>
              <a:xfrm>
                <a:off x="8775695" y="2177005"/>
                <a:ext cx="243720" cy="350280"/>
              </a:xfrm>
              <a:custGeom>
                <a:rect b="b" l="l" r="r" t="t"/>
                <a:pathLst>
                  <a:path extrusionOk="0" h="973" w="677">
                    <a:moveTo>
                      <a:pt x="677" y="592"/>
                    </a:moveTo>
                    <a:cubicBezTo>
                      <a:pt x="677" y="732"/>
                      <a:pt x="639" y="862"/>
                      <a:pt x="571" y="973"/>
                    </a:cubicBezTo>
                    <a:lnTo>
                      <a:pt x="0" y="581"/>
                    </a:lnTo>
                    <a:lnTo>
                      <a:pt x="378" y="0"/>
                    </a:lnTo>
                    <a:cubicBezTo>
                      <a:pt x="560" y="134"/>
                      <a:pt x="677" y="350"/>
                      <a:pt x="677" y="59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4"/>
              <p:cNvSpPr/>
              <p:nvPr/>
            </p:nvSpPr>
            <p:spPr>
              <a:xfrm>
                <a:off x="8490215" y="2405965"/>
                <a:ext cx="473400" cy="249120"/>
              </a:xfrm>
              <a:custGeom>
                <a:rect b="b" l="l" r="r" t="t"/>
                <a:pathLst>
                  <a:path extrusionOk="0" h="692" w="1315">
                    <a:moveTo>
                      <a:pt x="1315" y="408"/>
                    </a:moveTo>
                    <a:cubicBezTo>
                      <a:pt x="1180" y="581"/>
                      <a:pt x="971" y="692"/>
                      <a:pt x="735" y="692"/>
                    </a:cubicBezTo>
                    <a:cubicBezTo>
                      <a:pt x="343" y="692"/>
                      <a:pt x="22" y="386"/>
                      <a:pt x="0" y="0"/>
                    </a:cubicBezTo>
                    <a:lnTo>
                      <a:pt x="721" y="0"/>
                    </a:lnTo>
                    <a:lnTo>
                      <a:pt x="1315" y="4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p14"/>
            <p:cNvGrpSpPr/>
            <p:nvPr/>
          </p:nvGrpSpPr>
          <p:grpSpPr>
            <a:xfrm>
              <a:off x="833034" y="460460"/>
              <a:ext cx="512612" cy="512443"/>
              <a:chOff x="833034" y="460460"/>
              <a:chExt cx="512612" cy="512443"/>
            </a:xfrm>
          </p:grpSpPr>
          <p:sp>
            <p:nvSpPr>
              <p:cNvPr id="239" name="Google Shape;239;p14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4"/>
              <p:cNvSpPr/>
              <p:nvPr/>
            </p:nvSpPr>
            <p:spPr>
              <a:xfrm>
                <a:off x="897576" y="524833"/>
                <a:ext cx="383866" cy="383866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4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0"/>
                  <a:buFont typeface="Arial"/>
                  <a:buNone/>
                </a:pPr>
                <a:r>
                  <a:rPr b="0" i="0" lang="en-US" sz="186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186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242" name="Google Shape;242;p14"/>
          <p:cNvSpPr txBox="1"/>
          <p:nvPr>
            <p:ph type="title"/>
          </p:nvPr>
        </p:nvSpPr>
        <p:spPr>
          <a:xfrm>
            <a:off x="927550" y="1683738"/>
            <a:ext cx="404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" name="Google Shape;243;p14"/>
          <p:cNvSpPr txBox="1"/>
          <p:nvPr>
            <p:ph idx="1" type="subTitle"/>
          </p:nvPr>
        </p:nvSpPr>
        <p:spPr>
          <a:xfrm>
            <a:off x="927550" y="2399663"/>
            <a:ext cx="40407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44" name="Google Shape;244;p14"/>
          <p:cNvSpPr/>
          <p:nvPr>
            <p:ph idx="2" type="pic"/>
          </p:nvPr>
        </p:nvSpPr>
        <p:spPr>
          <a:xfrm>
            <a:off x="5491425" y="521075"/>
            <a:ext cx="3244200" cy="4104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 txBox="1"/>
          <p:nvPr>
            <p:ph hasCustomPrompt="1" type="title"/>
          </p:nvPr>
        </p:nvSpPr>
        <p:spPr>
          <a:xfrm>
            <a:off x="713225" y="1923450"/>
            <a:ext cx="4598700" cy="100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5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47" name="Google Shape;247;p15"/>
          <p:cNvSpPr txBox="1"/>
          <p:nvPr>
            <p:ph idx="1" type="subTitle"/>
          </p:nvPr>
        </p:nvSpPr>
        <p:spPr>
          <a:xfrm>
            <a:off x="859050" y="2927550"/>
            <a:ext cx="4306500" cy="292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48" name="Google Shape;248;p15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9" name="Google Shape;249;p15"/>
          <p:cNvGrpSpPr/>
          <p:nvPr/>
        </p:nvGrpSpPr>
        <p:grpSpPr>
          <a:xfrm flipH="1">
            <a:off x="7387570" y="-645119"/>
            <a:ext cx="1754813" cy="5795620"/>
            <a:chOff x="-4" y="-645119"/>
            <a:chExt cx="1754813" cy="5795620"/>
          </a:xfrm>
        </p:grpSpPr>
        <p:grpSp>
          <p:nvGrpSpPr>
            <p:cNvPr id="250" name="Google Shape;250;p15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251" name="Google Shape;251;p15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2" name="Google Shape;252;p15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15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15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15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15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57" name="Google Shape;257;p15"/>
            <p:cNvGrpSpPr/>
            <p:nvPr/>
          </p:nvGrpSpPr>
          <p:grpSpPr>
            <a:xfrm>
              <a:off x="-4" y="-645119"/>
              <a:ext cx="1754448" cy="5556144"/>
              <a:chOff x="-4" y="-645119"/>
              <a:chExt cx="1754448" cy="5556144"/>
            </a:xfrm>
          </p:grpSpPr>
          <p:grpSp>
            <p:nvGrpSpPr>
              <p:cNvPr id="258" name="Google Shape;258;p15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259" name="Google Shape;259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0" name="Google Shape;260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1" name="Google Shape;261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2" name="Google Shape;262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3" name="Google Shape;263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4" name="Google Shape;264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5" name="Google Shape;265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6" name="Google Shape;266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67" name="Google Shape;267;p15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268" name="Google Shape;268;p15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15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15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1" name="Google Shape;271;p15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2" name="Google Shape;272;p1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3" name="Google Shape;273;p1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4" name="Google Shape;274;p1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5" name="Google Shape;275;p1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6" name="Google Shape;276;p15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79" name="Google Shape;279;p16"/>
          <p:cNvGrpSpPr/>
          <p:nvPr/>
        </p:nvGrpSpPr>
        <p:grpSpPr>
          <a:xfrm>
            <a:off x="7" y="-200"/>
            <a:ext cx="585043" cy="5143500"/>
            <a:chOff x="32" y="-200"/>
            <a:chExt cx="585043" cy="5143500"/>
          </a:xfrm>
        </p:grpSpPr>
        <p:grpSp>
          <p:nvGrpSpPr>
            <p:cNvPr id="280" name="Google Shape;280;p16"/>
            <p:cNvGrpSpPr/>
            <p:nvPr/>
          </p:nvGrpSpPr>
          <p:grpSpPr>
            <a:xfrm>
              <a:off x="32" y="232074"/>
              <a:ext cx="584934" cy="4678945"/>
              <a:chOff x="2338692" y="232081"/>
              <a:chExt cx="584817" cy="4678945"/>
            </a:xfrm>
          </p:grpSpPr>
          <p:grpSp>
            <p:nvGrpSpPr>
              <p:cNvPr id="281" name="Google Shape;281;p16"/>
              <p:cNvGrpSpPr/>
              <p:nvPr/>
            </p:nvGrpSpPr>
            <p:grpSpPr>
              <a:xfrm rot="-5400000">
                <a:off x="1461367" y="1109406"/>
                <a:ext cx="2339467" cy="584816"/>
                <a:chOff x="217750" y="0"/>
                <a:chExt cx="2339467" cy="5143500"/>
              </a:xfrm>
            </p:grpSpPr>
            <p:cxnSp>
              <p:nvCxnSpPr>
                <p:cNvPr id="282" name="Google Shape;282;p16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3" name="Google Shape;283;p16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4" name="Google Shape;284;p16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6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7" name="Google Shape;287;p1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1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9" name="Google Shape;289;p1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16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1" name="Google Shape;291;p16"/>
              <p:cNvGrpSpPr/>
              <p:nvPr/>
            </p:nvGrpSpPr>
            <p:grpSpPr>
              <a:xfrm rot="-5400000">
                <a:off x="1607583" y="3595101"/>
                <a:ext cx="2047033" cy="584816"/>
                <a:chOff x="217750" y="0"/>
                <a:chExt cx="2047033" cy="5143500"/>
              </a:xfrm>
            </p:grpSpPr>
            <p:cxnSp>
              <p:nvCxnSpPr>
                <p:cNvPr id="292" name="Google Shape;292;p16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3" name="Google Shape;293;p16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4" name="Google Shape;294;p16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5" name="Google Shape;295;p16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6" name="Google Shape;296;p16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7" name="Google Shape;297;p16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8" name="Google Shape;298;p16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9" name="Google Shape;299;p16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00" name="Google Shape;300;p16"/>
            <p:cNvGrpSpPr/>
            <p:nvPr/>
          </p:nvGrpSpPr>
          <p:grpSpPr>
            <a:xfrm>
              <a:off x="292642" y="-200"/>
              <a:ext cx="292433" cy="5143500"/>
              <a:chOff x="2557217" y="0"/>
              <a:chExt cx="292433" cy="5143500"/>
            </a:xfrm>
          </p:grpSpPr>
          <p:cxnSp>
            <p:nvCxnSpPr>
              <p:cNvPr id="301" name="Google Shape;301;p16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2" name="Google Shape;302;p16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03" name="Google Shape;303;p16"/>
          <p:cNvGrpSpPr/>
          <p:nvPr/>
        </p:nvGrpSpPr>
        <p:grpSpPr>
          <a:xfrm>
            <a:off x="8423989" y="246985"/>
            <a:ext cx="637346" cy="4664248"/>
            <a:chOff x="8423989" y="246985"/>
            <a:chExt cx="637346" cy="4664248"/>
          </a:xfrm>
        </p:grpSpPr>
        <p:grpSp>
          <p:nvGrpSpPr>
            <p:cNvPr id="304" name="Google Shape;304;p16"/>
            <p:cNvGrpSpPr/>
            <p:nvPr/>
          </p:nvGrpSpPr>
          <p:grpSpPr>
            <a:xfrm>
              <a:off x="8423989" y="246985"/>
              <a:ext cx="585031" cy="585031"/>
              <a:chOff x="8490215" y="2125885"/>
              <a:chExt cx="529200" cy="529200"/>
            </a:xfrm>
          </p:grpSpPr>
          <p:sp>
            <p:nvSpPr>
              <p:cNvPr id="305" name="Google Shape;305;p16"/>
              <p:cNvSpPr/>
              <p:nvPr/>
            </p:nvSpPr>
            <p:spPr>
              <a:xfrm>
                <a:off x="8490215" y="2125885"/>
                <a:ext cx="395640" cy="249120"/>
              </a:xfrm>
              <a:custGeom>
                <a:rect b="b" l="l" r="r" t="t"/>
                <a:pathLst>
                  <a:path extrusionOk="0" h="692" w="1099">
                    <a:moveTo>
                      <a:pt x="1099" y="95"/>
                    </a:moveTo>
                    <a:lnTo>
                      <a:pt x="711" y="692"/>
                    </a:lnTo>
                    <a:lnTo>
                      <a:pt x="0" y="692"/>
                    </a:lnTo>
                    <a:cubicBezTo>
                      <a:pt x="22" y="305"/>
                      <a:pt x="343" y="0"/>
                      <a:pt x="735" y="0"/>
                    </a:cubicBezTo>
                    <a:cubicBezTo>
                      <a:pt x="867" y="0"/>
                      <a:pt x="992" y="35"/>
                      <a:pt x="1099" y="9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8775695" y="2177005"/>
                <a:ext cx="243720" cy="350280"/>
              </a:xfrm>
              <a:custGeom>
                <a:rect b="b" l="l" r="r" t="t"/>
                <a:pathLst>
                  <a:path extrusionOk="0" h="973" w="677">
                    <a:moveTo>
                      <a:pt x="677" y="592"/>
                    </a:moveTo>
                    <a:cubicBezTo>
                      <a:pt x="677" y="732"/>
                      <a:pt x="639" y="862"/>
                      <a:pt x="571" y="973"/>
                    </a:cubicBezTo>
                    <a:lnTo>
                      <a:pt x="0" y="581"/>
                    </a:lnTo>
                    <a:lnTo>
                      <a:pt x="378" y="0"/>
                    </a:lnTo>
                    <a:cubicBezTo>
                      <a:pt x="560" y="134"/>
                      <a:pt x="677" y="350"/>
                      <a:pt x="677" y="5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8490215" y="2405965"/>
                <a:ext cx="473400" cy="249120"/>
              </a:xfrm>
              <a:custGeom>
                <a:rect b="b" l="l" r="r" t="t"/>
                <a:pathLst>
                  <a:path extrusionOk="0" h="692" w="1315">
                    <a:moveTo>
                      <a:pt x="1315" y="408"/>
                    </a:moveTo>
                    <a:cubicBezTo>
                      <a:pt x="1180" y="581"/>
                      <a:pt x="971" y="692"/>
                      <a:pt x="735" y="692"/>
                    </a:cubicBezTo>
                    <a:cubicBezTo>
                      <a:pt x="343" y="692"/>
                      <a:pt x="22" y="386"/>
                      <a:pt x="0" y="0"/>
                    </a:cubicBezTo>
                    <a:lnTo>
                      <a:pt x="721" y="0"/>
                    </a:lnTo>
                    <a:lnTo>
                      <a:pt x="1315" y="408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8" name="Google Shape;308;p16"/>
            <p:cNvGrpSpPr/>
            <p:nvPr/>
          </p:nvGrpSpPr>
          <p:grpSpPr>
            <a:xfrm>
              <a:off x="8476282" y="3777356"/>
              <a:ext cx="585053" cy="1133877"/>
              <a:chOff x="8476282" y="3777356"/>
              <a:chExt cx="585053" cy="1133877"/>
            </a:xfrm>
          </p:grpSpPr>
          <p:grpSp>
            <p:nvGrpSpPr>
              <p:cNvPr id="309" name="Google Shape;309;p16"/>
              <p:cNvGrpSpPr/>
              <p:nvPr/>
            </p:nvGrpSpPr>
            <p:grpSpPr>
              <a:xfrm>
                <a:off x="8476282" y="3927989"/>
                <a:ext cx="585053" cy="983244"/>
                <a:chOff x="8475890" y="3848305"/>
                <a:chExt cx="632421" cy="1062852"/>
              </a:xfrm>
            </p:grpSpPr>
            <p:sp>
              <p:nvSpPr>
                <p:cNvPr id="310" name="Google Shape;310;p16"/>
                <p:cNvSpPr/>
                <p:nvPr/>
              </p:nvSpPr>
              <p:spPr>
                <a:xfrm>
                  <a:off x="8475890" y="4113965"/>
                  <a:ext cx="169484" cy="247856"/>
                </a:xfrm>
                <a:custGeom>
                  <a:rect b="b" l="l" r="r" t="t"/>
                  <a:pathLst>
                    <a:path extrusionOk="0" h="2957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2957"/>
                      </a:lnTo>
                      <a:lnTo>
                        <a:pt x="0" y="29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" name="Google Shape;311;p16"/>
                <p:cNvSpPr/>
                <p:nvPr/>
              </p:nvSpPr>
              <p:spPr>
                <a:xfrm>
                  <a:off x="8475895" y="4330528"/>
                  <a:ext cx="169484" cy="580614"/>
                </a:xfrm>
                <a:custGeom>
                  <a:rect b="b" l="l" r="r" t="t"/>
                  <a:pathLst>
                    <a:path extrusionOk="0" h="2957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2957"/>
                      </a:lnTo>
                      <a:lnTo>
                        <a:pt x="0" y="295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" name="Google Shape;312;p16"/>
                <p:cNvSpPr/>
                <p:nvPr/>
              </p:nvSpPr>
              <p:spPr>
                <a:xfrm>
                  <a:off x="8707355" y="4380144"/>
                  <a:ext cx="169484" cy="531000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" name="Google Shape;313;p16"/>
                <p:cNvSpPr/>
                <p:nvPr/>
              </p:nvSpPr>
              <p:spPr>
                <a:xfrm>
                  <a:off x="8707355" y="4013046"/>
                  <a:ext cx="169484" cy="531000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16"/>
                <p:cNvSpPr/>
                <p:nvPr/>
              </p:nvSpPr>
              <p:spPr>
                <a:xfrm>
                  <a:off x="8938832" y="4215416"/>
                  <a:ext cx="169469" cy="695741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16"/>
                <p:cNvSpPr/>
                <p:nvPr/>
              </p:nvSpPr>
              <p:spPr>
                <a:xfrm>
                  <a:off x="8938827" y="3848305"/>
                  <a:ext cx="169484" cy="367097"/>
                </a:xfrm>
                <a:custGeom>
                  <a:rect b="b" l="l" r="r" t="t"/>
                  <a:pathLst>
                    <a:path extrusionOk="0" h="6335" w="2022">
                      <a:moveTo>
                        <a:pt x="0" y="0"/>
                      </a:moveTo>
                      <a:lnTo>
                        <a:pt x="2022" y="0"/>
                      </a:lnTo>
                      <a:lnTo>
                        <a:pt x="2022" y="6335"/>
                      </a:lnTo>
                      <a:lnTo>
                        <a:pt x="0" y="633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16" name="Google Shape;316;p16"/>
              <p:cNvSpPr/>
              <p:nvPr/>
            </p:nvSpPr>
            <p:spPr>
              <a:xfrm>
                <a:off x="8476282" y="3777356"/>
                <a:ext cx="585041" cy="251740"/>
              </a:xfrm>
              <a:custGeom>
                <a:rect b="b" l="l" r="r" t="t"/>
                <a:pathLst>
                  <a:path extrusionOk="0" h="3247" w="7546">
                    <a:moveTo>
                      <a:pt x="30" y="3247"/>
                    </a:moveTo>
                    <a:cubicBezTo>
                      <a:pt x="23" y="3247"/>
                      <a:pt x="16" y="3244"/>
                      <a:pt x="10" y="3240"/>
                    </a:cubicBezTo>
                    <a:cubicBezTo>
                      <a:pt x="-2" y="3229"/>
                      <a:pt x="-4" y="3210"/>
                      <a:pt x="6" y="3197"/>
                    </a:cubicBezTo>
                    <a:lnTo>
                      <a:pt x="1664" y="1199"/>
                    </a:lnTo>
                    <a:lnTo>
                      <a:pt x="2891" y="2410"/>
                    </a:lnTo>
                    <a:lnTo>
                      <a:pt x="4554" y="103"/>
                    </a:lnTo>
                    <a:lnTo>
                      <a:pt x="5223" y="945"/>
                    </a:lnTo>
                    <a:lnTo>
                      <a:pt x="6120" y="284"/>
                    </a:lnTo>
                    <a:lnTo>
                      <a:pt x="7510" y="1"/>
                    </a:lnTo>
                    <a:cubicBezTo>
                      <a:pt x="7527" y="-2"/>
                      <a:pt x="7543" y="8"/>
                      <a:pt x="7546" y="25"/>
                    </a:cubicBezTo>
                    <a:cubicBezTo>
                      <a:pt x="7549" y="41"/>
                      <a:pt x="7539" y="57"/>
                      <a:pt x="7522" y="60"/>
                    </a:cubicBezTo>
                    <a:lnTo>
                      <a:pt x="6145" y="341"/>
                    </a:lnTo>
                    <a:lnTo>
                      <a:pt x="5212" y="1028"/>
                    </a:lnTo>
                    <a:lnTo>
                      <a:pt x="4557" y="203"/>
                    </a:lnTo>
                    <a:lnTo>
                      <a:pt x="2898" y="2503"/>
                    </a:lnTo>
                    <a:lnTo>
                      <a:pt x="1669" y="1289"/>
                    </a:lnTo>
                    <a:lnTo>
                      <a:pt x="53" y="3236"/>
                    </a:lnTo>
                    <a:cubicBezTo>
                      <a:pt x="47" y="3243"/>
                      <a:pt x="38" y="3247"/>
                      <a:pt x="30" y="3247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7" name="Google Shape;31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8" name="Google Shape;318;p16"/>
          <p:cNvSpPr txBox="1"/>
          <p:nvPr>
            <p:ph idx="1" type="subTitle"/>
          </p:nvPr>
        </p:nvSpPr>
        <p:spPr>
          <a:xfrm>
            <a:off x="1160350" y="1841400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9" name="Google Shape;319;p16"/>
          <p:cNvSpPr txBox="1"/>
          <p:nvPr>
            <p:ph idx="2" type="subTitle"/>
          </p:nvPr>
        </p:nvSpPr>
        <p:spPr>
          <a:xfrm>
            <a:off x="4997149" y="1841400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16"/>
          <p:cNvSpPr txBox="1"/>
          <p:nvPr>
            <p:ph idx="3" type="subTitle"/>
          </p:nvPr>
        </p:nvSpPr>
        <p:spPr>
          <a:xfrm>
            <a:off x="1160350" y="3425775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1" name="Google Shape;321;p16"/>
          <p:cNvSpPr txBox="1"/>
          <p:nvPr>
            <p:ph idx="4" type="subTitle"/>
          </p:nvPr>
        </p:nvSpPr>
        <p:spPr>
          <a:xfrm>
            <a:off x="4997147" y="3425775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2" name="Google Shape;322;p16"/>
          <p:cNvSpPr txBox="1"/>
          <p:nvPr>
            <p:ph idx="5" type="subTitle"/>
          </p:nvPr>
        </p:nvSpPr>
        <p:spPr>
          <a:xfrm>
            <a:off x="1160350" y="1471850"/>
            <a:ext cx="298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6" type="subTitle"/>
          </p:nvPr>
        </p:nvSpPr>
        <p:spPr>
          <a:xfrm>
            <a:off x="1160350" y="3056300"/>
            <a:ext cx="298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7" type="subTitle"/>
          </p:nvPr>
        </p:nvSpPr>
        <p:spPr>
          <a:xfrm>
            <a:off x="4997118" y="1471850"/>
            <a:ext cx="298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8" type="subTitle"/>
          </p:nvPr>
        </p:nvSpPr>
        <p:spPr>
          <a:xfrm>
            <a:off x="4997118" y="3056300"/>
            <a:ext cx="298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  <a:defRPr sz="2400"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28" name="Google Shape;328;p17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329" name="Google Shape;329;p17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330" name="Google Shape;330;p17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17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2" name="Google Shape;332;p17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333" name="Google Shape;333;p17"/>
              <p:cNvGrpSpPr/>
              <p:nvPr/>
            </p:nvGrpSpPr>
            <p:grpSpPr>
              <a:xfrm>
                <a:off x="292691" y="4618550"/>
                <a:ext cx="1169734" cy="532352"/>
                <a:chOff x="1387483" y="0"/>
                <a:chExt cx="1169734" cy="5143500"/>
              </a:xfrm>
            </p:grpSpPr>
            <p:cxnSp>
              <p:nvCxnSpPr>
                <p:cNvPr id="334" name="Google Shape;334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5" name="Google Shape;335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6" name="Google Shape;336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7" name="Google Shape;337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8" name="Google Shape;338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39" name="Google Shape;339;p17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340" name="Google Shape;340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1" name="Google Shape;341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2" name="Google Shape;342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7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46" name="Google Shape;346;p17"/>
            <p:cNvGrpSpPr/>
            <p:nvPr/>
          </p:nvGrpSpPr>
          <p:grpSpPr>
            <a:xfrm>
              <a:off x="3509424" y="4618550"/>
              <a:ext cx="2631884" cy="532352"/>
              <a:chOff x="585124" y="4618550"/>
              <a:chExt cx="2631884" cy="532352"/>
            </a:xfrm>
          </p:grpSpPr>
          <p:grpSp>
            <p:nvGrpSpPr>
              <p:cNvPr id="347" name="Google Shape;347;p17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348" name="Google Shape;348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9" name="Google Shape;349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0" name="Google Shape;350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1" name="Google Shape;351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52" name="Google Shape;352;p17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353" name="Google Shape;353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4" name="Google Shape;354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5" name="Google Shape;355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6" name="Google Shape;356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7" name="Google Shape;357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8" name="Google Shape;358;p17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59" name="Google Shape;359;p17"/>
            <p:cNvGrpSpPr/>
            <p:nvPr/>
          </p:nvGrpSpPr>
          <p:grpSpPr>
            <a:xfrm>
              <a:off x="6433732" y="4618550"/>
              <a:ext cx="2339451" cy="532352"/>
              <a:chOff x="877557" y="4618550"/>
              <a:chExt cx="2339451" cy="532352"/>
            </a:xfrm>
          </p:grpSpPr>
          <p:grpSp>
            <p:nvGrpSpPr>
              <p:cNvPr id="360" name="Google Shape;360;p17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361" name="Google Shape;361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2" name="Google Shape;362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3" name="Google Shape;363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64" name="Google Shape;364;p17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365" name="Google Shape;365;p17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6" name="Google Shape;366;p17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7" name="Google Shape;367;p17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8" name="Google Shape;368;p17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69" name="Google Shape;369;p17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0" name="Google Shape;370;p17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371" name="Google Shape;371;p17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372" name="Google Shape;372;p17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17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374" name="Google Shape;374;p17"/>
          <p:cNvGrpSpPr/>
          <p:nvPr/>
        </p:nvGrpSpPr>
        <p:grpSpPr>
          <a:xfrm>
            <a:off x="117174" y="108049"/>
            <a:ext cx="9027476" cy="4604776"/>
            <a:chOff x="117174" y="108049"/>
            <a:chExt cx="9027476" cy="4604776"/>
          </a:xfrm>
        </p:grpSpPr>
        <p:sp>
          <p:nvSpPr>
            <p:cNvPr id="375" name="Google Shape;375;p17"/>
            <p:cNvSpPr/>
            <p:nvPr/>
          </p:nvSpPr>
          <p:spPr>
            <a:xfrm>
              <a:off x="117174" y="108049"/>
              <a:ext cx="341854" cy="33999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6" name="Google Shape;376;p17"/>
            <p:cNvGrpSpPr/>
            <p:nvPr/>
          </p:nvGrpSpPr>
          <p:grpSpPr>
            <a:xfrm>
              <a:off x="8263946" y="3679967"/>
              <a:ext cx="880704" cy="1032858"/>
              <a:chOff x="8263946" y="3679967"/>
              <a:chExt cx="880704" cy="1032858"/>
            </a:xfrm>
          </p:grpSpPr>
          <p:grpSp>
            <p:nvGrpSpPr>
              <p:cNvPr id="377" name="Google Shape;377;p17"/>
              <p:cNvGrpSpPr/>
              <p:nvPr/>
            </p:nvGrpSpPr>
            <p:grpSpPr>
              <a:xfrm>
                <a:off x="8506963" y="3679967"/>
                <a:ext cx="488789" cy="488648"/>
                <a:chOff x="8269423" y="174900"/>
                <a:chExt cx="619426" cy="619325"/>
              </a:xfrm>
            </p:grpSpPr>
            <p:sp>
              <p:nvSpPr>
                <p:cNvPr id="378" name="Google Shape;378;p17"/>
                <p:cNvSpPr/>
                <p:nvPr/>
              </p:nvSpPr>
              <p:spPr>
                <a:xfrm flipH="1">
                  <a:off x="8269423" y="174900"/>
                  <a:ext cx="619426" cy="619325"/>
                </a:xfrm>
                <a:custGeom>
                  <a:rect b="b" l="l" r="r" t="t"/>
                  <a:pathLst>
                    <a:path extrusionOk="0" h="5392" w="5393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9" name="Google Shape;379;p17"/>
                <p:cNvSpPr/>
                <p:nvPr/>
              </p:nvSpPr>
              <p:spPr>
                <a:xfrm flipH="1">
                  <a:off x="8301469" y="206946"/>
                  <a:ext cx="555451" cy="555233"/>
                </a:xfrm>
                <a:custGeom>
                  <a:rect b="b" l="l" r="r" t="t"/>
                  <a:pathLst>
                    <a:path extrusionOk="0" h="4834" w="4836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0" name="Google Shape;380;p17"/>
                <p:cNvSpPr/>
                <p:nvPr/>
              </p:nvSpPr>
              <p:spPr>
                <a:xfrm flipH="1">
                  <a:off x="8611469" y="615844"/>
                  <a:ext cx="25613" cy="13324"/>
                </a:xfrm>
                <a:custGeom>
                  <a:rect b="b" l="l" r="r" t="t"/>
                  <a:pathLst>
                    <a:path extrusionOk="0" h="116" w="223">
                      <a:moveTo>
                        <a:pt x="207" y="116"/>
                      </a:moveTo>
                      <a:lnTo>
                        <a:pt x="0" y="49"/>
                      </a:lnTo>
                      <a:lnTo>
                        <a:pt x="16" y="0"/>
                      </a:lnTo>
                      <a:lnTo>
                        <a:pt x="223" y="67"/>
                      </a:lnTo>
                      <a:lnTo>
                        <a:pt x="207" y="116"/>
                      </a:lnTo>
                      <a:close/>
                    </a:path>
                  </a:pathLst>
                </a:custGeom>
                <a:solidFill>
                  <a:srgbClr val="FDCD5E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1" name="Google Shape;381;p17"/>
                <p:cNvSpPr/>
                <p:nvPr/>
              </p:nvSpPr>
              <p:spPr>
                <a:xfrm flipH="1">
                  <a:off x="8593895" y="608148"/>
                  <a:ext cx="50422" cy="16770"/>
                </a:xfrm>
                <a:custGeom>
                  <a:rect b="b" l="l" r="r" t="t"/>
                  <a:pathLst>
                    <a:path extrusionOk="0" h="146" w="439">
                      <a:moveTo>
                        <a:pt x="88" y="41"/>
                      </a:moveTo>
                      <a:cubicBezTo>
                        <a:pt x="57" y="28"/>
                        <a:pt x="28" y="15"/>
                        <a:pt x="0" y="0"/>
                      </a:cubicBezTo>
                      <a:lnTo>
                        <a:pt x="439" y="142"/>
                      </a:lnTo>
                      <a:cubicBezTo>
                        <a:pt x="392" y="135"/>
                        <a:pt x="343" y="125"/>
                        <a:pt x="293" y="111"/>
                      </a:cubicBezTo>
                      <a:lnTo>
                        <a:pt x="282" y="146"/>
                      </a:lnTo>
                      <a:lnTo>
                        <a:pt x="75" y="79"/>
                      </a:lnTo>
                      <a:lnTo>
                        <a:pt x="88" y="41"/>
                      </a:lnTo>
                      <a:close/>
                    </a:path>
                  </a:pathLst>
                </a:custGeom>
                <a:solidFill>
                  <a:srgbClr val="FDCB5D"/>
                </a:solidFill>
                <a:ln>
                  <a:noFill/>
                </a:ln>
              </p:spPr>
              <p:txBody>
                <a:bodyPr anchorCtr="1" anchor="ctr" bIns="7550" lIns="90000" spcFirstLastPara="1" rIns="90000" wrap="square" tIns="75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2" name="Google Shape;382;p17"/>
                <p:cNvSpPr/>
                <p:nvPr/>
              </p:nvSpPr>
              <p:spPr>
                <a:xfrm flipH="1">
                  <a:off x="8583099" y="602635"/>
                  <a:ext cx="71212" cy="22972"/>
                </a:xfrm>
                <a:custGeom>
                  <a:rect b="b" l="l" r="r" t="t"/>
                  <a:pathLst>
                    <a:path extrusionOk="0" h="200" w="620">
                      <a:moveTo>
                        <a:pt x="175" y="89"/>
                      </a:moveTo>
                      <a:cubicBezTo>
                        <a:pt x="112" y="63"/>
                        <a:pt x="54" y="33"/>
                        <a:pt x="0" y="0"/>
                      </a:cubicBezTo>
                      <a:lnTo>
                        <a:pt x="620" y="200"/>
                      </a:lnTo>
                      <a:cubicBezTo>
                        <a:pt x="544" y="195"/>
                        <a:pt x="464" y="182"/>
                        <a:pt x="380" y="159"/>
                      </a:cubicBezTo>
                      <a:lnTo>
                        <a:pt x="375" y="175"/>
                      </a:lnTo>
                      <a:lnTo>
                        <a:pt x="168" y="109"/>
                      </a:lnTo>
                      <a:lnTo>
                        <a:pt x="175" y="89"/>
                      </a:lnTo>
                      <a:close/>
                    </a:path>
                  </a:pathLst>
                </a:custGeom>
                <a:solidFill>
                  <a:srgbClr val="FDCB5C"/>
                </a:solidFill>
                <a:ln>
                  <a:noFill/>
                </a:ln>
              </p:spPr>
              <p:txBody>
                <a:bodyPr anchorCtr="1" anchor="ctr" bIns="27000" lIns="90000" spcFirstLastPara="1" rIns="90000" wrap="square" tIns="27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17"/>
                <p:cNvSpPr/>
                <p:nvPr/>
              </p:nvSpPr>
              <p:spPr>
                <a:xfrm flipH="1">
                  <a:off x="8574829" y="597926"/>
                  <a:ext cx="86832" cy="28026"/>
                </a:xfrm>
                <a:custGeom>
                  <a:rect b="b" l="l" r="r" t="t"/>
                  <a:pathLst>
                    <a:path extrusionOk="0" h="244" w="756">
                      <a:moveTo>
                        <a:pt x="239" y="130"/>
                      </a:moveTo>
                      <a:cubicBezTo>
                        <a:pt x="151" y="93"/>
                        <a:pt x="71" y="49"/>
                        <a:pt x="0" y="0"/>
                      </a:cubicBezTo>
                      <a:lnTo>
                        <a:pt x="756" y="244"/>
                      </a:lnTo>
                      <a:cubicBezTo>
                        <a:pt x="670" y="244"/>
                        <a:pt x="578" y="233"/>
                        <a:pt x="480" y="209"/>
                      </a:cubicBezTo>
                      <a:lnTo>
                        <a:pt x="238" y="131"/>
                      </a:lnTo>
                      <a:lnTo>
                        <a:pt x="239" y="130"/>
                      </a:lnTo>
                      <a:close/>
                    </a:path>
                  </a:pathLst>
                </a:custGeom>
                <a:solidFill>
                  <a:srgbClr val="FDCA5B"/>
                </a:solidFill>
                <a:ln>
                  <a:noFill/>
                </a:ln>
              </p:spPr>
              <p:txBody>
                <a:bodyPr anchorCtr="1" anchor="ctr" bIns="42825" lIns="90000" spcFirstLastPara="1" rIns="90000" wrap="square" tIns="42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17"/>
                <p:cNvSpPr/>
                <p:nvPr/>
              </p:nvSpPr>
              <p:spPr>
                <a:xfrm flipH="1">
                  <a:off x="8568167" y="593791"/>
                  <a:ext cx="99122" cy="32161"/>
                </a:xfrm>
                <a:custGeom>
                  <a:rect b="b" l="l" r="r" t="t"/>
                  <a:pathLst>
                    <a:path extrusionOk="0" h="280" w="863">
                      <a:moveTo>
                        <a:pt x="0" y="0"/>
                      </a:moveTo>
                      <a:lnTo>
                        <a:pt x="863" y="278"/>
                      </a:lnTo>
                      <a:cubicBezTo>
                        <a:pt x="803" y="282"/>
                        <a:pt x="740" y="280"/>
                        <a:pt x="675" y="272"/>
                      </a:cubicBezTo>
                      <a:lnTo>
                        <a:pt x="166" y="108"/>
                      </a:lnTo>
                      <a:cubicBezTo>
                        <a:pt x="106" y="75"/>
                        <a:pt x="50" y="39"/>
                        <a:pt x="0" y="0"/>
                      </a:cubicBezTo>
                      <a:close/>
                    </a:path>
                  </a:pathLst>
                </a:custGeom>
                <a:solidFill>
                  <a:srgbClr val="FDC95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" name="Google Shape;385;p17"/>
                <p:cNvSpPr/>
                <p:nvPr/>
              </p:nvSpPr>
              <p:spPr>
                <a:xfrm flipH="1">
                  <a:off x="8562654" y="589886"/>
                  <a:ext cx="109229" cy="36066"/>
                </a:xfrm>
                <a:custGeom>
                  <a:rect b="b" l="l" r="r" t="t"/>
                  <a:pathLst>
                    <a:path extrusionOk="0" h="314" w="951">
                      <a:moveTo>
                        <a:pt x="0" y="0"/>
                      </a:moveTo>
                      <a:lnTo>
                        <a:pt x="951" y="307"/>
                      </a:lnTo>
                      <a:cubicBezTo>
                        <a:pt x="903" y="313"/>
                        <a:pt x="853" y="315"/>
                        <a:pt x="801" y="313"/>
                      </a:cubicBezTo>
                      <a:lnTo>
                        <a:pt x="127" y="95"/>
                      </a:lnTo>
                      <a:cubicBezTo>
                        <a:pt x="81" y="66"/>
                        <a:pt x="39" y="34"/>
                        <a:pt x="0" y="0"/>
                      </a:cubicBezTo>
                      <a:close/>
                    </a:path>
                  </a:pathLst>
                </a:custGeom>
                <a:solidFill>
                  <a:srgbClr val="FDC9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6" name="Google Shape;386;p17"/>
                <p:cNvSpPr/>
                <p:nvPr/>
              </p:nvSpPr>
              <p:spPr>
                <a:xfrm flipH="1">
                  <a:off x="8557486" y="586325"/>
                  <a:ext cx="118303" cy="39512"/>
                </a:xfrm>
                <a:custGeom>
                  <a:rect b="b" l="l" r="r" t="t"/>
                  <a:pathLst>
                    <a:path extrusionOk="0" h="344" w="1030">
                      <a:moveTo>
                        <a:pt x="0" y="0"/>
                      </a:moveTo>
                      <a:lnTo>
                        <a:pt x="1030" y="332"/>
                      </a:lnTo>
                      <a:cubicBezTo>
                        <a:pt x="988" y="339"/>
                        <a:pt x="944" y="343"/>
                        <a:pt x="898" y="344"/>
                      </a:cubicBezTo>
                      <a:lnTo>
                        <a:pt x="106" y="89"/>
                      </a:lnTo>
                      <a:cubicBezTo>
                        <a:pt x="68" y="61"/>
                        <a:pt x="32" y="32"/>
                        <a:pt x="0" y="0"/>
                      </a:cubicBezTo>
                      <a:close/>
                    </a:path>
                  </a:pathLst>
                </a:custGeom>
                <a:solidFill>
                  <a:srgbClr val="FDC8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17"/>
                <p:cNvSpPr/>
                <p:nvPr/>
              </p:nvSpPr>
              <p:spPr>
                <a:xfrm flipH="1">
                  <a:off x="8553121" y="582879"/>
                  <a:ext cx="125999" cy="42613"/>
                </a:xfrm>
                <a:custGeom>
                  <a:rect b="b" l="l" r="r" t="t"/>
                  <a:pathLst>
                    <a:path extrusionOk="0" h="371" w="1097">
                      <a:moveTo>
                        <a:pt x="0" y="0"/>
                      </a:moveTo>
                      <a:lnTo>
                        <a:pt x="1097" y="354"/>
                      </a:lnTo>
                      <a:cubicBezTo>
                        <a:pt x="1061" y="362"/>
                        <a:pt x="1023" y="368"/>
                        <a:pt x="983" y="371"/>
                      </a:cubicBezTo>
                      <a:lnTo>
                        <a:pt x="88" y="83"/>
                      </a:lnTo>
                      <a:cubicBezTo>
                        <a:pt x="56" y="56"/>
                        <a:pt x="27" y="29"/>
                        <a:pt x="0" y="0"/>
                      </a:cubicBezTo>
                      <a:close/>
                    </a:path>
                  </a:pathLst>
                </a:custGeom>
                <a:solidFill>
                  <a:srgbClr val="FDC7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" name="Google Shape;388;p17"/>
                <p:cNvSpPr/>
                <p:nvPr/>
              </p:nvSpPr>
              <p:spPr>
                <a:xfrm flipH="1">
                  <a:off x="8548871" y="579663"/>
                  <a:ext cx="133235" cy="45255"/>
                </a:xfrm>
                <a:custGeom>
                  <a:rect b="b" l="l" r="r" t="t"/>
                  <a:pathLst>
                    <a:path extrusionOk="0" h="394" w="1160">
                      <a:moveTo>
                        <a:pt x="0" y="0"/>
                      </a:moveTo>
                      <a:lnTo>
                        <a:pt x="1160" y="373"/>
                      </a:lnTo>
                      <a:cubicBezTo>
                        <a:pt x="1126" y="382"/>
                        <a:pt x="1091" y="389"/>
                        <a:pt x="1055" y="394"/>
                      </a:cubicBezTo>
                      <a:lnTo>
                        <a:pt x="77" y="79"/>
                      </a:lnTo>
                      <a:cubicBezTo>
                        <a:pt x="49" y="54"/>
                        <a:pt x="24" y="27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" name="Google Shape;389;p17"/>
                <p:cNvSpPr/>
                <p:nvPr/>
              </p:nvSpPr>
              <p:spPr>
                <a:xfrm flipH="1">
                  <a:off x="8545196" y="576447"/>
                  <a:ext cx="139552" cy="47667"/>
                </a:xfrm>
                <a:custGeom>
                  <a:rect b="b" l="l" r="r" t="t"/>
                  <a:pathLst>
                    <a:path extrusionOk="0" h="415" w="1215">
                      <a:moveTo>
                        <a:pt x="0" y="0"/>
                      </a:moveTo>
                      <a:lnTo>
                        <a:pt x="1215" y="391"/>
                      </a:lnTo>
                      <a:cubicBezTo>
                        <a:pt x="1185" y="401"/>
                        <a:pt x="1154" y="409"/>
                        <a:pt x="1121" y="415"/>
                      </a:cubicBezTo>
                      <a:lnTo>
                        <a:pt x="67" y="75"/>
                      </a:lnTo>
                      <a:cubicBezTo>
                        <a:pt x="43" y="51"/>
                        <a:pt x="21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" name="Google Shape;390;p17"/>
                <p:cNvSpPr/>
                <p:nvPr/>
              </p:nvSpPr>
              <p:spPr>
                <a:xfrm flipH="1">
                  <a:off x="8541635" y="573231"/>
                  <a:ext cx="145410" cy="49964"/>
                </a:xfrm>
                <a:custGeom>
                  <a:rect b="b" l="l" r="r" t="t"/>
                  <a:pathLst>
                    <a:path extrusionOk="0" h="435" w="1266">
                      <a:moveTo>
                        <a:pt x="0" y="0"/>
                      </a:moveTo>
                      <a:lnTo>
                        <a:pt x="1266" y="409"/>
                      </a:lnTo>
                      <a:cubicBezTo>
                        <a:pt x="1239" y="419"/>
                        <a:pt x="1210" y="428"/>
                        <a:pt x="1180" y="435"/>
                      </a:cubicBezTo>
                      <a:lnTo>
                        <a:pt x="59" y="74"/>
                      </a:lnTo>
                      <a:cubicBezTo>
                        <a:pt x="38" y="50"/>
                        <a:pt x="18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17"/>
                <p:cNvSpPr/>
                <p:nvPr/>
              </p:nvSpPr>
              <p:spPr>
                <a:xfrm flipH="1">
                  <a:off x="8538419" y="570360"/>
                  <a:ext cx="150578" cy="51802"/>
                </a:xfrm>
                <a:custGeom>
                  <a:rect b="b" l="l" r="r" t="t"/>
                  <a:pathLst>
                    <a:path extrusionOk="0" h="451" w="1311">
                      <a:moveTo>
                        <a:pt x="0" y="0"/>
                      </a:moveTo>
                      <a:lnTo>
                        <a:pt x="1311" y="423"/>
                      </a:lnTo>
                      <a:cubicBezTo>
                        <a:pt x="1286" y="434"/>
                        <a:pt x="1259" y="443"/>
                        <a:pt x="1231" y="451"/>
                      </a:cubicBezTo>
                      <a:lnTo>
                        <a:pt x="51" y="70"/>
                      </a:lnTo>
                      <a:cubicBezTo>
                        <a:pt x="33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17"/>
                <p:cNvSpPr/>
                <p:nvPr/>
              </p:nvSpPr>
              <p:spPr>
                <a:xfrm flipH="1">
                  <a:off x="8535203" y="567374"/>
                  <a:ext cx="155632" cy="53640"/>
                </a:xfrm>
                <a:custGeom>
                  <a:rect b="b" l="l" r="r" t="t"/>
                  <a:pathLst>
                    <a:path extrusionOk="0" h="467" w="1355">
                      <a:moveTo>
                        <a:pt x="0" y="0"/>
                      </a:moveTo>
                      <a:lnTo>
                        <a:pt x="1355" y="437"/>
                      </a:lnTo>
                      <a:cubicBezTo>
                        <a:pt x="1331" y="448"/>
                        <a:pt x="1306" y="458"/>
                        <a:pt x="1280" y="467"/>
                      </a:cubicBezTo>
                      <a:lnTo>
                        <a:pt x="47" y="70"/>
                      </a:lnTo>
                      <a:cubicBezTo>
                        <a:pt x="29" y="47"/>
                        <a:pt x="14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" name="Google Shape;393;p17"/>
                <p:cNvSpPr/>
                <p:nvPr/>
              </p:nvSpPr>
              <p:spPr>
                <a:xfrm flipH="1">
                  <a:off x="8532447" y="564502"/>
                  <a:ext cx="159996" cy="55248"/>
                </a:xfrm>
                <a:custGeom>
                  <a:rect b="b" l="l" r="r" t="t"/>
                  <a:pathLst>
                    <a:path extrusionOk="0" h="481" w="1393">
                      <a:moveTo>
                        <a:pt x="0" y="0"/>
                      </a:moveTo>
                      <a:lnTo>
                        <a:pt x="1393" y="450"/>
                      </a:lnTo>
                      <a:cubicBezTo>
                        <a:pt x="1371" y="461"/>
                        <a:pt x="1347" y="472"/>
                        <a:pt x="1323" y="481"/>
                      </a:cubicBezTo>
                      <a:lnTo>
                        <a:pt x="41" y="68"/>
                      </a:lnTo>
                      <a:cubicBezTo>
                        <a:pt x="26" y="46"/>
                        <a:pt x="12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" name="Google Shape;394;p17"/>
                <p:cNvSpPr/>
                <p:nvPr/>
              </p:nvSpPr>
              <p:spPr>
                <a:xfrm flipH="1">
                  <a:off x="8529690" y="561631"/>
                  <a:ext cx="164131" cy="56741"/>
                </a:xfrm>
                <a:custGeom>
                  <a:rect b="b" l="l" r="r" t="t"/>
                  <a:pathLst>
                    <a:path extrusionOk="0" h="494" w="1429">
                      <a:moveTo>
                        <a:pt x="0" y="0"/>
                      </a:moveTo>
                      <a:lnTo>
                        <a:pt x="1429" y="461"/>
                      </a:lnTo>
                      <a:cubicBezTo>
                        <a:pt x="1408" y="473"/>
                        <a:pt x="1386" y="484"/>
                        <a:pt x="1363" y="494"/>
                      </a:cubicBezTo>
                      <a:lnTo>
                        <a:pt x="36" y="67"/>
                      </a:lnTo>
                      <a:cubicBezTo>
                        <a:pt x="23" y="45"/>
                        <a:pt x="10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" name="Google Shape;395;p17"/>
                <p:cNvSpPr/>
                <p:nvPr/>
              </p:nvSpPr>
              <p:spPr>
                <a:xfrm flipH="1">
                  <a:off x="8527048" y="558989"/>
                  <a:ext cx="168037" cy="58119"/>
                </a:xfrm>
                <a:custGeom>
                  <a:rect b="b" l="l" r="r" t="t"/>
                  <a:pathLst>
                    <a:path extrusionOk="0" h="506" w="1463">
                      <a:moveTo>
                        <a:pt x="0" y="0"/>
                      </a:moveTo>
                      <a:lnTo>
                        <a:pt x="1463" y="471"/>
                      </a:lnTo>
                      <a:cubicBezTo>
                        <a:pt x="1443" y="483"/>
                        <a:pt x="1422" y="495"/>
                        <a:pt x="1400" y="506"/>
                      </a:cubicBezTo>
                      <a:lnTo>
                        <a:pt x="32" y="64"/>
                      </a:lnTo>
                      <a:cubicBezTo>
                        <a:pt x="20" y="43"/>
                        <a:pt x="9" y="22"/>
                        <a:pt x="0" y="0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7"/>
                <p:cNvSpPr/>
                <p:nvPr/>
              </p:nvSpPr>
              <p:spPr>
                <a:xfrm flipH="1">
                  <a:off x="8524636" y="556232"/>
                  <a:ext cx="171597" cy="59383"/>
                </a:xfrm>
                <a:custGeom>
                  <a:rect b="b" l="l" r="r" t="t"/>
                  <a:pathLst>
                    <a:path extrusionOk="0" h="517" w="1494">
                      <a:moveTo>
                        <a:pt x="0" y="0"/>
                      </a:moveTo>
                      <a:lnTo>
                        <a:pt x="1494" y="482"/>
                      </a:lnTo>
                      <a:cubicBezTo>
                        <a:pt x="1475" y="494"/>
                        <a:pt x="1455" y="506"/>
                        <a:pt x="1435" y="517"/>
                      </a:cubicBezTo>
                      <a:lnTo>
                        <a:pt x="28" y="63"/>
                      </a:lnTo>
                      <a:cubicBezTo>
                        <a:pt x="18" y="42"/>
                        <a:pt x="8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7" name="Google Shape;397;p17"/>
                <p:cNvSpPr/>
                <p:nvPr/>
              </p:nvSpPr>
              <p:spPr>
                <a:xfrm flipH="1">
                  <a:off x="8522339" y="553590"/>
                  <a:ext cx="174813" cy="60531"/>
                </a:xfrm>
                <a:custGeom>
                  <a:rect b="b" l="l" r="r" t="t"/>
                  <a:pathLst>
                    <a:path extrusionOk="0" h="527" w="1522">
                      <a:moveTo>
                        <a:pt x="0" y="0"/>
                      </a:moveTo>
                      <a:lnTo>
                        <a:pt x="1522" y="490"/>
                      </a:lnTo>
                      <a:cubicBezTo>
                        <a:pt x="1504" y="503"/>
                        <a:pt x="1485" y="516"/>
                        <a:pt x="1466" y="527"/>
                      </a:cubicBezTo>
                      <a:lnTo>
                        <a:pt x="25" y="62"/>
                      </a:lnTo>
                      <a:cubicBezTo>
                        <a:pt x="15" y="42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17"/>
                <p:cNvSpPr/>
                <p:nvPr/>
              </p:nvSpPr>
              <p:spPr>
                <a:xfrm flipH="1">
                  <a:off x="8520272" y="550949"/>
                  <a:ext cx="177799" cy="61565"/>
                </a:xfrm>
                <a:custGeom>
                  <a:rect b="b" l="l" r="r" t="t"/>
                  <a:pathLst>
                    <a:path extrusionOk="0" h="536" w="1548">
                      <a:moveTo>
                        <a:pt x="0" y="0"/>
                      </a:moveTo>
                      <a:lnTo>
                        <a:pt x="1548" y="499"/>
                      </a:lnTo>
                      <a:cubicBezTo>
                        <a:pt x="1532" y="512"/>
                        <a:pt x="1514" y="525"/>
                        <a:pt x="1496" y="536"/>
                      </a:cubicBezTo>
                      <a:lnTo>
                        <a:pt x="22" y="61"/>
                      </a:lnTo>
                      <a:cubicBezTo>
                        <a:pt x="14" y="41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9" name="Google Shape;399;p17"/>
                <p:cNvSpPr/>
                <p:nvPr/>
              </p:nvSpPr>
              <p:spPr>
                <a:xfrm flipH="1">
                  <a:off x="8518089" y="548422"/>
                  <a:ext cx="180671" cy="62484"/>
                </a:xfrm>
                <a:custGeom>
                  <a:rect b="b" l="l" r="r" t="t"/>
                  <a:pathLst>
                    <a:path extrusionOk="0" h="544" w="1573">
                      <a:moveTo>
                        <a:pt x="0" y="0"/>
                      </a:moveTo>
                      <a:lnTo>
                        <a:pt x="1573" y="506"/>
                      </a:lnTo>
                      <a:cubicBezTo>
                        <a:pt x="1557" y="520"/>
                        <a:pt x="1540" y="532"/>
                        <a:pt x="1523" y="544"/>
                      </a:cubicBezTo>
                      <a:lnTo>
                        <a:pt x="19" y="60"/>
                      </a:lnTo>
                      <a:cubicBezTo>
                        <a:pt x="12" y="40"/>
                        <a:pt x="5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17"/>
                <p:cNvSpPr/>
                <p:nvPr/>
              </p:nvSpPr>
              <p:spPr>
                <a:xfrm flipH="1">
                  <a:off x="8516252" y="545780"/>
                  <a:ext cx="183083" cy="63632"/>
                </a:xfrm>
                <a:custGeom>
                  <a:rect b="b" l="l" r="r" t="t"/>
                  <a:pathLst>
                    <a:path extrusionOk="0" h="554" w="1594">
                      <a:moveTo>
                        <a:pt x="0" y="0"/>
                      </a:moveTo>
                      <a:lnTo>
                        <a:pt x="1594" y="515"/>
                      </a:lnTo>
                      <a:cubicBezTo>
                        <a:pt x="1579" y="528"/>
                        <a:pt x="1564" y="541"/>
                        <a:pt x="1547" y="554"/>
                      </a:cubicBezTo>
                      <a:lnTo>
                        <a:pt x="16" y="60"/>
                      </a:lnTo>
                      <a:cubicBezTo>
                        <a:pt x="10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" name="Google Shape;401;p17"/>
                <p:cNvSpPr/>
                <p:nvPr/>
              </p:nvSpPr>
              <p:spPr>
                <a:xfrm flipH="1">
                  <a:off x="8514299" y="543253"/>
                  <a:ext cx="185610" cy="64436"/>
                </a:xfrm>
                <a:custGeom>
                  <a:rect b="b" l="l" r="r" t="t"/>
                  <a:pathLst>
                    <a:path extrusionOk="0" h="561" w="1616">
                      <a:moveTo>
                        <a:pt x="0" y="0"/>
                      </a:moveTo>
                      <a:lnTo>
                        <a:pt x="1616" y="521"/>
                      </a:lnTo>
                      <a:cubicBezTo>
                        <a:pt x="1602" y="535"/>
                        <a:pt x="1587" y="548"/>
                        <a:pt x="1571" y="561"/>
                      </a:cubicBezTo>
                      <a:lnTo>
                        <a:pt x="14" y="59"/>
                      </a:lnTo>
                      <a:cubicBezTo>
                        <a:pt x="8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17"/>
                <p:cNvSpPr/>
                <p:nvPr/>
              </p:nvSpPr>
              <p:spPr>
                <a:xfrm flipH="1">
                  <a:off x="8512576" y="540841"/>
                  <a:ext cx="187792" cy="65126"/>
                </a:xfrm>
                <a:custGeom>
                  <a:rect b="b" l="l" r="r" t="t"/>
                  <a:pathLst>
                    <a:path extrusionOk="0" h="567" w="1635">
                      <a:moveTo>
                        <a:pt x="0" y="0"/>
                      </a:moveTo>
                      <a:lnTo>
                        <a:pt x="1635" y="527"/>
                      </a:lnTo>
                      <a:cubicBezTo>
                        <a:pt x="1622" y="541"/>
                        <a:pt x="1607" y="555"/>
                        <a:pt x="1592" y="567"/>
                      </a:cubicBezTo>
                      <a:lnTo>
                        <a:pt x="12" y="58"/>
                      </a:lnTo>
                      <a:cubicBezTo>
                        <a:pt x="7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" name="Google Shape;403;p17"/>
                <p:cNvSpPr/>
                <p:nvPr/>
              </p:nvSpPr>
              <p:spPr>
                <a:xfrm flipH="1">
                  <a:off x="8510853" y="538314"/>
                  <a:ext cx="189859" cy="65930"/>
                </a:xfrm>
                <a:custGeom>
                  <a:rect b="b" l="l" r="r" t="t"/>
                  <a:pathLst>
                    <a:path extrusionOk="0" h="574" w="1653">
                      <a:moveTo>
                        <a:pt x="0" y="0"/>
                      </a:moveTo>
                      <a:lnTo>
                        <a:pt x="1653" y="533"/>
                      </a:lnTo>
                      <a:cubicBezTo>
                        <a:pt x="1640" y="547"/>
                        <a:pt x="1627" y="561"/>
                        <a:pt x="1613" y="574"/>
                      </a:cubicBezTo>
                      <a:lnTo>
                        <a:pt x="10" y="58"/>
                      </a:lnTo>
                      <a:cubicBezTo>
                        <a:pt x="6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4" name="Google Shape;404;p17"/>
                <p:cNvSpPr/>
                <p:nvPr/>
              </p:nvSpPr>
              <p:spPr>
                <a:xfrm flipH="1">
                  <a:off x="8507523" y="533145"/>
                  <a:ext cx="193535" cy="69375"/>
                </a:xfrm>
                <a:custGeom>
                  <a:rect b="b" l="l" r="r" t="t"/>
                  <a:pathLst>
                    <a:path extrusionOk="0" h="604" w="1685">
                      <a:moveTo>
                        <a:pt x="0" y="0"/>
                      </a:moveTo>
                      <a:lnTo>
                        <a:pt x="675" y="218"/>
                      </a:lnTo>
                      <a:cubicBezTo>
                        <a:pt x="689" y="233"/>
                        <a:pt x="705" y="246"/>
                        <a:pt x="722" y="259"/>
                      </a:cubicBezTo>
                      <a:lnTo>
                        <a:pt x="730" y="236"/>
                      </a:lnTo>
                      <a:lnTo>
                        <a:pt x="936" y="302"/>
                      </a:lnTo>
                      <a:lnTo>
                        <a:pt x="925" y="335"/>
                      </a:lnTo>
                      <a:cubicBezTo>
                        <a:pt x="963" y="340"/>
                        <a:pt x="998" y="340"/>
                        <a:pt x="1031" y="333"/>
                      </a:cubicBezTo>
                      <a:lnTo>
                        <a:pt x="1685" y="544"/>
                      </a:lnTo>
                      <a:cubicBezTo>
                        <a:pt x="1668" y="565"/>
                        <a:pt x="1650" y="585"/>
                        <a:pt x="1631" y="604"/>
                      </a:cubicBezTo>
                      <a:lnTo>
                        <a:pt x="9" y="81"/>
                      </a:lnTo>
                      <a:cubicBezTo>
                        <a:pt x="4" y="54"/>
                        <a:pt x="1" y="28"/>
                        <a:pt x="0" y="0"/>
                      </a:cubicBezTo>
                      <a:close/>
                    </a:path>
                  </a:pathLst>
                </a:custGeom>
                <a:solidFill>
                  <a:srgbClr val="FDBC4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17"/>
                <p:cNvSpPr/>
                <p:nvPr/>
              </p:nvSpPr>
              <p:spPr>
                <a:xfrm flipH="1">
                  <a:off x="8504651" y="528321"/>
                  <a:ext cx="196521" cy="70409"/>
                </a:xfrm>
                <a:custGeom>
                  <a:rect b="b" l="l" r="r" t="t"/>
                  <a:pathLst>
                    <a:path extrusionOk="0" h="613" w="1711">
                      <a:moveTo>
                        <a:pt x="0" y="0"/>
                      </a:moveTo>
                      <a:lnTo>
                        <a:pt x="637" y="205"/>
                      </a:lnTo>
                      <a:cubicBezTo>
                        <a:pt x="656" y="242"/>
                        <a:pt x="685" y="274"/>
                        <a:pt x="723" y="301"/>
                      </a:cubicBezTo>
                      <a:lnTo>
                        <a:pt x="743" y="239"/>
                      </a:lnTo>
                      <a:lnTo>
                        <a:pt x="949" y="306"/>
                      </a:lnTo>
                      <a:lnTo>
                        <a:pt x="927" y="375"/>
                      </a:lnTo>
                      <a:lnTo>
                        <a:pt x="4" y="77"/>
                      </a:lnTo>
                      <a:cubicBezTo>
                        <a:pt x="1" y="52"/>
                        <a:pt x="0" y="26"/>
                        <a:pt x="0" y="0"/>
                      </a:cubicBezTo>
                      <a:moveTo>
                        <a:pt x="1663" y="613"/>
                      </a:moveTo>
                      <a:lnTo>
                        <a:pt x="936" y="378"/>
                      </a:lnTo>
                      <a:cubicBezTo>
                        <a:pt x="996" y="385"/>
                        <a:pt x="1051" y="376"/>
                        <a:pt x="1096" y="353"/>
                      </a:cubicBezTo>
                      <a:lnTo>
                        <a:pt x="1711" y="551"/>
                      </a:lnTo>
                      <a:cubicBezTo>
                        <a:pt x="1696" y="573"/>
                        <a:pt x="1680" y="593"/>
                        <a:pt x="1663" y="613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" name="Google Shape;406;p17"/>
                <p:cNvSpPr/>
                <p:nvPr/>
              </p:nvSpPr>
              <p:spPr>
                <a:xfrm flipH="1">
                  <a:off x="8502124" y="523497"/>
                  <a:ext cx="199048" cy="71328"/>
                </a:xfrm>
                <a:custGeom>
                  <a:rect b="b" l="l" r="r" t="t"/>
                  <a:pathLst>
                    <a:path extrusionOk="0" h="621" w="1733">
                      <a:moveTo>
                        <a:pt x="2" y="0"/>
                      </a:moveTo>
                      <a:lnTo>
                        <a:pt x="617" y="198"/>
                      </a:lnTo>
                      <a:cubicBezTo>
                        <a:pt x="626" y="232"/>
                        <a:pt x="643" y="263"/>
                        <a:pt x="666" y="290"/>
                      </a:cubicBezTo>
                      <a:lnTo>
                        <a:pt x="0" y="76"/>
                      </a:lnTo>
                      <a:cubicBezTo>
                        <a:pt x="0" y="51"/>
                        <a:pt x="0" y="25"/>
                        <a:pt x="2" y="0"/>
                      </a:cubicBezTo>
                      <a:moveTo>
                        <a:pt x="756" y="242"/>
                      </a:moveTo>
                      <a:lnTo>
                        <a:pt x="962" y="309"/>
                      </a:lnTo>
                      <a:lnTo>
                        <a:pt x="939" y="378"/>
                      </a:lnTo>
                      <a:lnTo>
                        <a:pt x="733" y="312"/>
                      </a:lnTo>
                      <a:lnTo>
                        <a:pt x="756" y="242"/>
                      </a:lnTo>
                      <a:moveTo>
                        <a:pt x="1691" y="621"/>
                      </a:moveTo>
                      <a:lnTo>
                        <a:pt x="1048" y="413"/>
                      </a:lnTo>
                      <a:cubicBezTo>
                        <a:pt x="1082" y="404"/>
                        <a:pt x="1113" y="388"/>
                        <a:pt x="1139" y="366"/>
                      </a:cubicBezTo>
                      <a:lnTo>
                        <a:pt x="1733" y="557"/>
                      </a:lnTo>
                      <a:cubicBezTo>
                        <a:pt x="1721" y="579"/>
                        <a:pt x="1706" y="601"/>
                        <a:pt x="1691" y="621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" name="Google Shape;407;p17"/>
                <p:cNvSpPr/>
                <p:nvPr/>
              </p:nvSpPr>
              <p:spPr>
                <a:xfrm flipH="1">
                  <a:off x="8499827" y="518673"/>
                  <a:ext cx="201345" cy="72132"/>
                </a:xfrm>
                <a:custGeom>
                  <a:rect b="b" l="l" r="r" t="t"/>
                  <a:pathLst>
                    <a:path extrusionOk="0" h="628" w="1753">
                      <a:moveTo>
                        <a:pt x="6" y="0"/>
                      </a:moveTo>
                      <a:lnTo>
                        <a:pt x="608" y="194"/>
                      </a:lnTo>
                      <a:cubicBezTo>
                        <a:pt x="611" y="224"/>
                        <a:pt x="619" y="252"/>
                        <a:pt x="631" y="278"/>
                      </a:cubicBezTo>
                      <a:lnTo>
                        <a:pt x="0" y="74"/>
                      </a:lnTo>
                      <a:cubicBezTo>
                        <a:pt x="1" y="50"/>
                        <a:pt x="3" y="25"/>
                        <a:pt x="6" y="0"/>
                      </a:cubicBezTo>
                      <a:moveTo>
                        <a:pt x="768" y="246"/>
                      </a:moveTo>
                      <a:lnTo>
                        <a:pt x="974" y="312"/>
                      </a:lnTo>
                      <a:lnTo>
                        <a:pt x="952" y="381"/>
                      </a:lnTo>
                      <a:lnTo>
                        <a:pt x="746" y="315"/>
                      </a:lnTo>
                      <a:lnTo>
                        <a:pt x="768" y="246"/>
                      </a:lnTo>
                      <a:moveTo>
                        <a:pt x="1716" y="628"/>
                      </a:moveTo>
                      <a:lnTo>
                        <a:pt x="1106" y="431"/>
                      </a:lnTo>
                      <a:cubicBezTo>
                        <a:pt x="1131" y="417"/>
                        <a:pt x="1152" y="398"/>
                        <a:pt x="1170" y="376"/>
                      </a:cubicBezTo>
                      <a:lnTo>
                        <a:pt x="1753" y="564"/>
                      </a:lnTo>
                      <a:cubicBezTo>
                        <a:pt x="1742" y="586"/>
                        <a:pt x="1729" y="607"/>
                        <a:pt x="1716" y="628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" name="Google Shape;408;p17"/>
                <p:cNvSpPr/>
                <p:nvPr/>
              </p:nvSpPr>
              <p:spPr>
                <a:xfrm flipH="1">
                  <a:off x="8497875" y="513964"/>
                  <a:ext cx="202953" cy="72706"/>
                </a:xfrm>
                <a:custGeom>
                  <a:rect b="b" l="l" r="r" t="t"/>
                  <a:pathLst>
                    <a:path extrusionOk="0" h="633" w="1767">
                      <a:moveTo>
                        <a:pt x="10" y="0"/>
                      </a:moveTo>
                      <a:lnTo>
                        <a:pt x="604" y="192"/>
                      </a:lnTo>
                      <a:cubicBezTo>
                        <a:pt x="603" y="220"/>
                        <a:pt x="605" y="246"/>
                        <a:pt x="611" y="271"/>
                      </a:cubicBezTo>
                      <a:lnTo>
                        <a:pt x="0" y="74"/>
                      </a:lnTo>
                      <a:cubicBezTo>
                        <a:pt x="2" y="50"/>
                        <a:pt x="5" y="25"/>
                        <a:pt x="10" y="0"/>
                      </a:cubicBezTo>
                      <a:moveTo>
                        <a:pt x="778" y="248"/>
                      </a:moveTo>
                      <a:lnTo>
                        <a:pt x="984" y="314"/>
                      </a:lnTo>
                      <a:lnTo>
                        <a:pt x="961" y="384"/>
                      </a:lnTo>
                      <a:lnTo>
                        <a:pt x="755" y="318"/>
                      </a:lnTo>
                      <a:lnTo>
                        <a:pt x="778" y="248"/>
                      </a:lnTo>
                      <a:moveTo>
                        <a:pt x="1735" y="633"/>
                      </a:moveTo>
                      <a:lnTo>
                        <a:pt x="1143" y="443"/>
                      </a:lnTo>
                      <a:cubicBezTo>
                        <a:pt x="1162" y="425"/>
                        <a:pt x="1178" y="405"/>
                        <a:pt x="1190" y="381"/>
                      </a:cubicBezTo>
                      <a:lnTo>
                        <a:pt x="1767" y="567"/>
                      </a:lnTo>
                      <a:cubicBezTo>
                        <a:pt x="1758" y="590"/>
                        <a:pt x="1747" y="612"/>
                        <a:pt x="1735" y="633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17"/>
                <p:cNvSpPr/>
                <p:nvPr/>
              </p:nvSpPr>
              <p:spPr>
                <a:xfrm flipH="1">
                  <a:off x="8496152" y="509370"/>
                  <a:ext cx="204217" cy="73051"/>
                </a:xfrm>
                <a:custGeom>
                  <a:rect b="b" l="l" r="r" t="t"/>
                  <a:pathLst>
                    <a:path extrusionOk="0" h="636" w="1778">
                      <a:moveTo>
                        <a:pt x="14" y="0"/>
                      </a:moveTo>
                      <a:lnTo>
                        <a:pt x="603" y="190"/>
                      </a:lnTo>
                      <a:cubicBezTo>
                        <a:pt x="599" y="217"/>
                        <a:pt x="598" y="242"/>
                        <a:pt x="600" y="266"/>
                      </a:cubicBezTo>
                      <a:lnTo>
                        <a:pt x="0" y="73"/>
                      </a:lnTo>
                      <a:cubicBezTo>
                        <a:pt x="4" y="49"/>
                        <a:pt x="8" y="25"/>
                        <a:pt x="14" y="0"/>
                      </a:cubicBezTo>
                      <a:moveTo>
                        <a:pt x="786" y="249"/>
                      </a:moveTo>
                      <a:lnTo>
                        <a:pt x="992" y="316"/>
                      </a:lnTo>
                      <a:lnTo>
                        <a:pt x="970" y="385"/>
                      </a:lnTo>
                      <a:lnTo>
                        <a:pt x="764" y="318"/>
                      </a:lnTo>
                      <a:lnTo>
                        <a:pt x="786" y="249"/>
                      </a:lnTo>
                      <a:moveTo>
                        <a:pt x="1750" y="636"/>
                      </a:moveTo>
                      <a:lnTo>
                        <a:pt x="1169" y="449"/>
                      </a:lnTo>
                      <a:cubicBezTo>
                        <a:pt x="1183" y="430"/>
                        <a:pt x="1194" y="408"/>
                        <a:pt x="1202" y="383"/>
                      </a:cubicBezTo>
                      <a:lnTo>
                        <a:pt x="1778" y="569"/>
                      </a:lnTo>
                      <a:cubicBezTo>
                        <a:pt x="1770" y="592"/>
                        <a:pt x="1761" y="614"/>
                        <a:pt x="1750" y="636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" name="Google Shape;410;p17"/>
                <p:cNvSpPr/>
                <p:nvPr/>
              </p:nvSpPr>
              <p:spPr>
                <a:xfrm flipH="1">
                  <a:off x="8493395" y="505694"/>
                  <a:ext cx="205135" cy="68112"/>
                </a:xfrm>
                <a:custGeom>
                  <a:rect b="b" l="l" r="r" t="t"/>
                  <a:pathLst>
                    <a:path extrusionOk="0" h="593" w="1786">
                      <a:moveTo>
                        <a:pt x="7" y="0"/>
                      </a:moveTo>
                      <a:lnTo>
                        <a:pt x="593" y="190"/>
                      </a:lnTo>
                      <a:cubicBezTo>
                        <a:pt x="591" y="198"/>
                        <a:pt x="590" y="206"/>
                        <a:pt x="589" y="213"/>
                      </a:cubicBezTo>
                      <a:lnTo>
                        <a:pt x="0" y="24"/>
                      </a:lnTo>
                      <a:cubicBezTo>
                        <a:pt x="2" y="16"/>
                        <a:pt x="4" y="8"/>
                        <a:pt x="7" y="0"/>
                      </a:cubicBezTo>
                      <a:moveTo>
                        <a:pt x="795" y="204"/>
                      </a:moveTo>
                      <a:lnTo>
                        <a:pt x="1001" y="270"/>
                      </a:lnTo>
                      <a:lnTo>
                        <a:pt x="979" y="339"/>
                      </a:lnTo>
                      <a:lnTo>
                        <a:pt x="773" y="273"/>
                      </a:lnTo>
                      <a:lnTo>
                        <a:pt x="795" y="204"/>
                      </a:lnTo>
                      <a:moveTo>
                        <a:pt x="1770" y="580"/>
                      </a:moveTo>
                      <a:cubicBezTo>
                        <a:pt x="1768" y="584"/>
                        <a:pt x="1767" y="589"/>
                        <a:pt x="1765" y="593"/>
                      </a:cubicBezTo>
                      <a:lnTo>
                        <a:pt x="1188" y="407"/>
                      </a:lnTo>
                      <a:cubicBezTo>
                        <a:pt x="1196" y="381"/>
                        <a:pt x="1199" y="357"/>
                        <a:pt x="1197" y="333"/>
                      </a:cubicBezTo>
                      <a:lnTo>
                        <a:pt x="1786" y="523"/>
                      </a:lnTo>
                      <a:cubicBezTo>
                        <a:pt x="1781" y="541"/>
                        <a:pt x="1776" y="560"/>
                        <a:pt x="1770" y="58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" name="Google Shape;411;p17"/>
                <p:cNvSpPr/>
                <p:nvPr/>
              </p:nvSpPr>
              <p:spPr>
                <a:xfrm flipH="1">
                  <a:off x="8492361" y="524531"/>
                  <a:ext cx="116006" cy="44795"/>
                </a:xfrm>
                <a:custGeom>
                  <a:rect b="b" l="l" r="r" t="t"/>
                  <a:pathLst>
                    <a:path extrusionOk="0" h="390" w="1010">
                      <a:moveTo>
                        <a:pt x="23" y="0"/>
                      </a:moveTo>
                      <a:lnTo>
                        <a:pt x="229" y="67"/>
                      </a:lnTo>
                      <a:lnTo>
                        <a:pt x="207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moveTo>
                        <a:pt x="992" y="390"/>
                      </a:moveTo>
                      <a:lnTo>
                        <a:pt x="411" y="203"/>
                      </a:lnTo>
                      <a:cubicBezTo>
                        <a:pt x="414" y="175"/>
                        <a:pt x="411" y="148"/>
                        <a:pt x="403" y="123"/>
                      </a:cubicBezTo>
                      <a:lnTo>
                        <a:pt x="1010" y="318"/>
                      </a:lnTo>
                      <a:cubicBezTo>
                        <a:pt x="1005" y="341"/>
                        <a:pt x="1000" y="365"/>
                        <a:pt x="992" y="39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" name="Google Shape;412;p17"/>
                <p:cNvSpPr/>
                <p:nvPr/>
              </p:nvSpPr>
              <p:spPr>
                <a:xfrm flipH="1">
                  <a:off x="8491672" y="520166"/>
                  <a:ext cx="115202" cy="44566"/>
                </a:xfrm>
                <a:custGeom>
                  <a:rect b="b" l="l" r="r" t="t"/>
                  <a:pathLst>
                    <a:path extrusionOk="0" h="388" w="1003">
                      <a:moveTo>
                        <a:pt x="22" y="0"/>
                      </a:moveTo>
                      <a:lnTo>
                        <a:pt x="228" y="67"/>
                      </a:lnTo>
                      <a:lnTo>
                        <a:pt x="206" y="135"/>
                      </a:lnTo>
                      <a:lnTo>
                        <a:pt x="0" y="69"/>
                      </a:lnTo>
                      <a:lnTo>
                        <a:pt x="22" y="0"/>
                      </a:lnTo>
                      <a:moveTo>
                        <a:pt x="990" y="388"/>
                      </a:moveTo>
                      <a:lnTo>
                        <a:pt x="398" y="197"/>
                      </a:lnTo>
                      <a:cubicBezTo>
                        <a:pt x="394" y="167"/>
                        <a:pt x="383" y="139"/>
                        <a:pt x="366" y="111"/>
                      </a:cubicBezTo>
                      <a:lnTo>
                        <a:pt x="1003" y="316"/>
                      </a:lnTo>
                      <a:cubicBezTo>
                        <a:pt x="1000" y="340"/>
                        <a:pt x="996" y="364"/>
                        <a:pt x="990" y="388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" name="Google Shape;413;p17"/>
                <p:cNvSpPr/>
                <p:nvPr/>
              </p:nvSpPr>
              <p:spPr>
                <a:xfrm flipH="1">
                  <a:off x="8491098" y="511207"/>
                  <a:ext cx="112905" cy="44221"/>
                </a:xfrm>
                <a:custGeom>
                  <a:rect b="b" l="l" r="r" t="t"/>
                  <a:pathLst>
                    <a:path extrusionOk="0" h="385" w="983">
                      <a:moveTo>
                        <a:pt x="22" y="0"/>
                      </a:moveTo>
                      <a:lnTo>
                        <a:pt x="983" y="310"/>
                      </a:lnTo>
                      <a:cubicBezTo>
                        <a:pt x="983" y="334"/>
                        <a:pt x="982" y="359"/>
                        <a:pt x="979" y="385"/>
                      </a:cubicBezTo>
                      <a:lnTo>
                        <a:pt x="333" y="177"/>
                      </a:lnTo>
                      <a:cubicBezTo>
                        <a:pt x="308" y="139"/>
                        <a:pt x="271" y="104"/>
                        <a:pt x="228" y="69"/>
                      </a:cubicBezTo>
                      <a:lnTo>
                        <a:pt x="206" y="136"/>
                      </a:lnTo>
                      <a:lnTo>
                        <a:pt x="0" y="69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4" name="Google Shape;414;p17"/>
                <p:cNvSpPr/>
                <p:nvPr/>
              </p:nvSpPr>
              <p:spPr>
                <a:xfrm flipH="1">
                  <a:off x="8491098" y="506728"/>
                  <a:ext cx="111527" cy="43991"/>
                </a:xfrm>
                <a:custGeom>
                  <a:rect b="b" l="l" r="r" t="t"/>
                  <a:pathLst>
                    <a:path extrusionOk="0" h="383" w="971">
                      <a:moveTo>
                        <a:pt x="23" y="0"/>
                      </a:moveTo>
                      <a:lnTo>
                        <a:pt x="968" y="305"/>
                      </a:lnTo>
                      <a:cubicBezTo>
                        <a:pt x="971" y="330"/>
                        <a:pt x="971" y="356"/>
                        <a:pt x="970" y="383"/>
                      </a:cubicBezTo>
                      <a:lnTo>
                        <a:pt x="272" y="158"/>
                      </a:lnTo>
                      <a:cubicBezTo>
                        <a:pt x="255" y="141"/>
                        <a:pt x="236" y="124"/>
                        <a:pt x="216" y="108"/>
                      </a:cubicBezTo>
                      <a:lnTo>
                        <a:pt x="206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DC4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5" name="Google Shape;415;p17"/>
                <p:cNvSpPr/>
                <p:nvPr/>
              </p:nvSpPr>
              <p:spPr>
                <a:xfrm flipH="1">
                  <a:off x="8491213" y="499607"/>
                  <a:ext cx="115662" cy="46174"/>
                </a:xfrm>
                <a:custGeom>
                  <a:rect b="b" l="l" r="r" t="t"/>
                  <a:pathLst>
                    <a:path extrusionOk="0" h="402" w="1007">
                      <a:moveTo>
                        <a:pt x="66" y="42"/>
                      </a:moveTo>
                      <a:cubicBezTo>
                        <a:pt x="45" y="28"/>
                        <a:pt x="22" y="14"/>
                        <a:pt x="0" y="0"/>
                      </a:cubicBezTo>
                      <a:lnTo>
                        <a:pt x="999" y="322"/>
                      </a:lnTo>
                      <a:cubicBezTo>
                        <a:pt x="1004" y="348"/>
                        <a:pt x="1007" y="374"/>
                        <a:pt x="1007" y="402"/>
                      </a:cubicBezTo>
                      <a:lnTo>
                        <a:pt x="50" y="93"/>
                      </a:lnTo>
                      <a:lnTo>
                        <a:pt x="66" y="42"/>
                      </a:ln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17"/>
                <p:cNvSpPr/>
                <p:nvPr/>
              </p:nvSpPr>
              <p:spPr>
                <a:xfrm flipH="1">
                  <a:off x="8491557" y="490073"/>
                  <a:ext cx="129674" cy="50653"/>
                </a:xfrm>
                <a:custGeom>
                  <a:rect b="b" l="l" r="r" t="t"/>
                  <a:pathLst>
                    <a:path extrusionOk="0" h="441" w="1129">
                      <a:moveTo>
                        <a:pt x="191" y="125"/>
                      </a:moveTo>
                      <a:cubicBezTo>
                        <a:pt x="129" y="85"/>
                        <a:pt x="63" y="44"/>
                        <a:pt x="0" y="0"/>
                      </a:cubicBezTo>
                      <a:lnTo>
                        <a:pt x="1114" y="359"/>
                      </a:lnTo>
                      <a:cubicBezTo>
                        <a:pt x="1121" y="385"/>
                        <a:pt x="1126" y="412"/>
                        <a:pt x="1129" y="441"/>
                      </a:cubicBezTo>
                      <a:lnTo>
                        <a:pt x="187" y="137"/>
                      </a:lnTo>
                      <a:lnTo>
                        <a:pt x="191" y="125"/>
                      </a:ln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7" name="Google Shape;417;p17"/>
                <p:cNvSpPr/>
                <p:nvPr/>
              </p:nvSpPr>
              <p:spPr>
                <a:xfrm flipH="1">
                  <a:off x="8492361" y="481229"/>
                  <a:ext cx="140815" cy="54329"/>
                </a:xfrm>
                <a:custGeom>
                  <a:rect b="b" l="l" r="r" t="t"/>
                  <a:pathLst>
                    <a:path extrusionOk="0" h="473" w="1226">
                      <a:moveTo>
                        <a:pt x="0" y="0"/>
                      </a:moveTo>
                      <a:lnTo>
                        <a:pt x="1202" y="387"/>
                      </a:lnTo>
                      <a:cubicBezTo>
                        <a:pt x="1212" y="414"/>
                        <a:pt x="1221" y="443"/>
                        <a:pt x="1226" y="473"/>
                      </a:cubicBezTo>
                      <a:lnTo>
                        <a:pt x="201" y="142"/>
                      </a:lnTo>
                      <a:cubicBezTo>
                        <a:pt x="133" y="98"/>
                        <a:pt x="64" y="51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8" name="Google Shape;418;p17"/>
                <p:cNvSpPr/>
                <p:nvPr/>
              </p:nvSpPr>
              <p:spPr>
                <a:xfrm flipH="1">
                  <a:off x="8493625" y="473419"/>
                  <a:ext cx="148626" cy="56741"/>
                </a:xfrm>
                <a:custGeom>
                  <a:rect b="b" l="l" r="r" t="t"/>
                  <a:pathLst>
                    <a:path extrusionOk="0" h="494" w="1294">
                      <a:moveTo>
                        <a:pt x="0" y="0"/>
                      </a:moveTo>
                      <a:lnTo>
                        <a:pt x="1259" y="406"/>
                      </a:lnTo>
                      <a:cubicBezTo>
                        <a:pt x="1273" y="434"/>
                        <a:pt x="1285" y="463"/>
                        <a:pt x="1294" y="494"/>
                      </a:cubicBezTo>
                      <a:lnTo>
                        <a:pt x="157" y="127"/>
                      </a:lnTo>
                      <a:cubicBezTo>
                        <a:pt x="102" y="88"/>
                        <a:pt x="48" y="4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9" name="Google Shape;419;p17"/>
                <p:cNvSpPr/>
                <p:nvPr/>
              </p:nvSpPr>
              <p:spPr>
                <a:xfrm flipH="1">
                  <a:off x="8495577" y="466183"/>
                  <a:ext cx="153679" cy="58349"/>
                </a:xfrm>
                <a:custGeom>
                  <a:rect b="b" l="l" r="r" t="t"/>
                  <a:pathLst>
                    <a:path extrusionOk="0" h="508" w="1338">
                      <a:moveTo>
                        <a:pt x="0" y="0"/>
                      </a:moveTo>
                      <a:lnTo>
                        <a:pt x="1290" y="417"/>
                      </a:lnTo>
                      <a:cubicBezTo>
                        <a:pt x="1309" y="446"/>
                        <a:pt x="1325" y="476"/>
                        <a:pt x="1338" y="508"/>
                      </a:cubicBezTo>
                      <a:lnTo>
                        <a:pt x="122" y="117"/>
                      </a:lnTo>
                      <a:cubicBezTo>
                        <a:pt x="78" y="81"/>
                        <a:pt x="37" y="42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17"/>
                <p:cNvSpPr/>
                <p:nvPr/>
              </p:nvSpPr>
              <p:spPr>
                <a:xfrm flipH="1">
                  <a:off x="8498334" y="459636"/>
                  <a:ext cx="156206" cy="59153"/>
                </a:xfrm>
                <a:custGeom>
                  <a:rect b="b" l="l" r="r" t="t"/>
                  <a:pathLst>
                    <a:path extrusionOk="0" h="515" w="1360">
                      <a:moveTo>
                        <a:pt x="0" y="0"/>
                      </a:moveTo>
                      <a:lnTo>
                        <a:pt x="1297" y="418"/>
                      </a:lnTo>
                      <a:cubicBezTo>
                        <a:pt x="1321" y="449"/>
                        <a:pt x="1342" y="481"/>
                        <a:pt x="1360" y="515"/>
                      </a:cubicBezTo>
                      <a:lnTo>
                        <a:pt x="93" y="106"/>
                      </a:lnTo>
                      <a:cubicBezTo>
                        <a:pt x="59" y="73"/>
                        <a:pt x="27" y="38"/>
                        <a:pt x="0" y="0"/>
                      </a:cubicBezTo>
                      <a:close/>
                    </a:path>
                  </a:pathLst>
                </a:custGeom>
                <a:solidFill>
                  <a:srgbClr val="FDC8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" name="Google Shape;421;p17"/>
                <p:cNvSpPr/>
                <p:nvPr/>
              </p:nvSpPr>
              <p:spPr>
                <a:xfrm flipH="1">
                  <a:off x="8332480" y="237843"/>
                  <a:ext cx="493428" cy="493324"/>
                </a:xfrm>
                <a:custGeom>
                  <a:rect b="b" l="l" r="r" t="t"/>
                  <a:pathLst>
                    <a:path extrusionOk="0" h="4295" w="4296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17"/>
                <p:cNvSpPr txBox="1"/>
                <p:nvPr/>
              </p:nvSpPr>
              <p:spPr>
                <a:xfrm>
                  <a:off x="8316399" y="231845"/>
                  <a:ext cx="517500" cy="51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500"/>
                    <a:buFont typeface="Arial"/>
                    <a:buNone/>
                  </a:pPr>
                  <a:r>
                    <a:rPr b="0" i="0" lang="en-US" sz="2500" u="none" cap="none" strike="noStrike">
                      <a:solidFill>
                        <a:schemeClr val="accent2"/>
                      </a:solidFill>
                      <a:latin typeface="Be Vietnam Pro SemiBold"/>
                      <a:ea typeface="Be Vietnam Pro SemiBold"/>
                      <a:cs typeface="Be Vietnam Pro SemiBold"/>
                      <a:sym typeface="Be Vietnam Pro SemiBold"/>
                    </a:rPr>
                    <a:t>$</a:t>
                  </a:r>
                  <a:endParaRPr b="0" i="0" sz="25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endParaRPr>
                </a:p>
              </p:txBody>
            </p:sp>
          </p:grpSp>
          <p:sp>
            <p:nvSpPr>
              <p:cNvPr id="423" name="Google Shape;423;p17"/>
              <p:cNvSpPr/>
              <p:nvPr/>
            </p:nvSpPr>
            <p:spPr>
              <a:xfrm flipH="1">
                <a:off x="8263946" y="4634900"/>
                <a:ext cx="880704" cy="77925"/>
              </a:xfrm>
              <a:custGeom>
                <a:rect b="b" l="l" r="r" t="t"/>
                <a:pathLst>
                  <a:path extrusionOk="0" h="227" w="5369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0000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4" name="Google Shape;424;p17"/>
              <p:cNvGrpSpPr/>
              <p:nvPr/>
            </p:nvGrpSpPr>
            <p:grpSpPr>
              <a:xfrm>
                <a:off x="8308121" y="4168622"/>
                <a:ext cx="763035" cy="488681"/>
                <a:chOff x="7504675" y="948450"/>
                <a:chExt cx="1903305" cy="1218960"/>
              </a:xfrm>
            </p:grpSpPr>
            <p:sp>
              <p:nvSpPr>
                <p:cNvPr id="425" name="Google Shape;425;p17"/>
                <p:cNvSpPr/>
                <p:nvPr/>
              </p:nvSpPr>
              <p:spPr>
                <a:xfrm>
                  <a:off x="7740108" y="119469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26" name="Google Shape;426;p17"/>
                <p:cNvGrpSpPr/>
                <p:nvPr/>
              </p:nvGrpSpPr>
              <p:grpSpPr>
                <a:xfrm>
                  <a:off x="7849188" y="1194690"/>
                  <a:ext cx="1222560" cy="248760"/>
                  <a:chOff x="7849188" y="1194690"/>
                  <a:chExt cx="1222560" cy="248760"/>
                </a:xfrm>
              </p:grpSpPr>
              <p:sp>
                <p:nvSpPr>
                  <p:cNvPr id="427" name="Google Shape;427;p17"/>
                  <p:cNvSpPr/>
                  <p:nvPr/>
                </p:nvSpPr>
                <p:spPr>
                  <a:xfrm>
                    <a:off x="784918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8" name="Google Shape;428;p17"/>
                  <p:cNvSpPr/>
                  <p:nvPr/>
                </p:nvSpPr>
                <p:spPr>
                  <a:xfrm>
                    <a:off x="80396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29" name="Google Shape;429;p17"/>
                  <p:cNvSpPr/>
                  <p:nvPr/>
                </p:nvSpPr>
                <p:spPr>
                  <a:xfrm>
                    <a:off x="82304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0" name="Google Shape;430;p17"/>
                  <p:cNvSpPr/>
                  <p:nvPr/>
                </p:nvSpPr>
                <p:spPr>
                  <a:xfrm>
                    <a:off x="84212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1" name="Google Shape;431;p17"/>
                  <p:cNvSpPr/>
                  <p:nvPr/>
                </p:nvSpPr>
                <p:spPr>
                  <a:xfrm>
                    <a:off x="86120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2" name="Google Shape;432;p17"/>
                  <p:cNvSpPr/>
                  <p:nvPr/>
                </p:nvSpPr>
                <p:spPr>
                  <a:xfrm>
                    <a:off x="88028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3" name="Google Shape;433;p17"/>
                  <p:cNvSpPr/>
                  <p:nvPr/>
                </p:nvSpPr>
                <p:spPr>
                  <a:xfrm>
                    <a:off x="89936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34" name="Google Shape;434;p17"/>
                <p:cNvSpPr/>
                <p:nvPr/>
              </p:nvSpPr>
              <p:spPr>
                <a:xfrm>
                  <a:off x="7960420" y="94845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35" name="Google Shape;435;p17"/>
                <p:cNvGrpSpPr/>
                <p:nvPr/>
              </p:nvGrpSpPr>
              <p:grpSpPr>
                <a:xfrm>
                  <a:off x="8069500" y="948450"/>
                  <a:ext cx="1222920" cy="248760"/>
                  <a:chOff x="8069500" y="948450"/>
                  <a:chExt cx="1222920" cy="248760"/>
                </a:xfrm>
              </p:grpSpPr>
              <p:sp>
                <p:nvSpPr>
                  <p:cNvPr id="436" name="Google Shape;436;p17"/>
                  <p:cNvSpPr/>
                  <p:nvPr/>
                </p:nvSpPr>
                <p:spPr>
                  <a:xfrm>
                    <a:off x="806950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" name="Google Shape;437;p17"/>
                  <p:cNvSpPr/>
                  <p:nvPr/>
                </p:nvSpPr>
                <p:spPr>
                  <a:xfrm>
                    <a:off x="82603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" name="Google Shape;438;p17"/>
                  <p:cNvSpPr/>
                  <p:nvPr/>
                </p:nvSpPr>
                <p:spPr>
                  <a:xfrm>
                    <a:off x="84511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" name="Google Shape;439;p17"/>
                  <p:cNvSpPr/>
                  <p:nvPr/>
                </p:nvSpPr>
                <p:spPr>
                  <a:xfrm>
                    <a:off x="86419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0" name="Google Shape;440;p17"/>
                  <p:cNvSpPr/>
                  <p:nvPr/>
                </p:nvSpPr>
                <p:spPr>
                  <a:xfrm>
                    <a:off x="88323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1" name="Google Shape;441;p17"/>
                  <p:cNvSpPr/>
                  <p:nvPr/>
                </p:nvSpPr>
                <p:spPr>
                  <a:xfrm>
                    <a:off x="90231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" name="Google Shape;442;p17"/>
                  <p:cNvSpPr/>
                  <p:nvPr/>
                </p:nvSpPr>
                <p:spPr>
                  <a:xfrm>
                    <a:off x="92139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3" name="Google Shape;443;p17"/>
                <p:cNvSpPr/>
                <p:nvPr/>
              </p:nvSpPr>
              <p:spPr>
                <a:xfrm>
                  <a:off x="7778268" y="1442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17"/>
                <p:cNvSpPr/>
                <p:nvPr/>
              </p:nvSpPr>
              <p:spPr>
                <a:xfrm>
                  <a:off x="7504675" y="167853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5" name="Google Shape;445;p17"/>
                <p:cNvSpPr/>
                <p:nvPr/>
              </p:nvSpPr>
              <p:spPr>
                <a:xfrm>
                  <a:off x="7778268" y="1919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46" name="Google Shape;446;p17"/>
                <p:cNvGrpSpPr/>
                <p:nvPr/>
              </p:nvGrpSpPr>
              <p:grpSpPr>
                <a:xfrm>
                  <a:off x="7613755" y="1442010"/>
                  <a:ext cx="1496513" cy="725400"/>
                  <a:chOff x="7613755" y="1442010"/>
                  <a:chExt cx="1496513" cy="725400"/>
                </a:xfrm>
              </p:grpSpPr>
              <p:sp>
                <p:nvSpPr>
                  <p:cNvPr id="447" name="Google Shape;447;p17"/>
                  <p:cNvSpPr/>
                  <p:nvPr/>
                </p:nvSpPr>
                <p:spPr>
                  <a:xfrm>
                    <a:off x="78873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" name="Google Shape;448;p17"/>
                  <p:cNvSpPr/>
                  <p:nvPr/>
                </p:nvSpPr>
                <p:spPr>
                  <a:xfrm>
                    <a:off x="80781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9" name="Google Shape;449;p17"/>
                  <p:cNvSpPr/>
                  <p:nvPr/>
                </p:nvSpPr>
                <p:spPr>
                  <a:xfrm>
                    <a:off x="82689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0" name="Google Shape;450;p17"/>
                  <p:cNvSpPr/>
                  <p:nvPr/>
                </p:nvSpPr>
                <p:spPr>
                  <a:xfrm>
                    <a:off x="84597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1" name="Google Shape;451;p17"/>
                  <p:cNvSpPr/>
                  <p:nvPr/>
                </p:nvSpPr>
                <p:spPr>
                  <a:xfrm>
                    <a:off x="86501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2" name="Google Shape;452;p17"/>
                  <p:cNvSpPr/>
                  <p:nvPr/>
                </p:nvSpPr>
                <p:spPr>
                  <a:xfrm>
                    <a:off x="88409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3" name="Google Shape;453;p17"/>
                  <p:cNvSpPr/>
                  <p:nvPr/>
                </p:nvSpPr>
                <p:spPr>
                  <a:xfrm>
                    <a:off x="90317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4" name="Google Shape;454;p17"/>
                  <p:cNvSpPr/>
                  <p:nvPr/>
                </p:nvSpPr>
                <p:spPr>
                  <a:xfrm>
                    <a:off x="76137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5" name="Google Shape;455;p17"/>
                  <p:cNvSpPr/>
                  <p:nvPr/>
                </p:nvSpPr>
                <p:spPr>
                  <a:xfrm>
                    <a:off x="78045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6" name="Google Shape;456;p17"/>
                  <p:cNvSpPr/>
                  <p:nvPr/>
                </p:nvSpPr>
                <p:spPr>
                  <a:xfrm>
                    <a:off x="79953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7" name="Google Shape;457;p17"/>
                  <p:cNvSpPr/>
                  <p:nvPr/>
                </p:nvSpPr>
                <p:spPr>
                  <a:xfrm>
                    <a:off x="81857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8" name="Google Shape;458;p17"/>
                  <p:cNvSpPr/>
                  <p:nvPr/>
                </p:nvSpPr>
                <p:spPr>
                  <a:xfrm>
                    <a:off x="83765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59" name="Google Shape;459;p17"/>
                  <p:cNvSpPr/>
                  <p:nvPr/>
                </p:nvSpPr>
                <p:spPr>
                  <a:xfrm>
                    <a:off x="85673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0" name="Google Shape;460;p17"/>
                  <p:cNvSpPr/>
                  <p:nvPr/>
                </p:nvSpPr>
                <p:spPr>
                  <a:xfrm>
                    <a:off x="87581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1" name="Google Shape;461;p17"/>
                  <p:cNvSpPr/>
                  <p:nvPr/>
                </p:nvSpPr>
                <p:spPr>
                  <a:xfrm>
                    <a:off x="78873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2" name="Google Shape;462;p17"/>
                  <p:cNvSpPr/>
                  <p:nvPr/>
                </p:nvSpPr>
                <p:spPr>
                  <a:xfrm>
                    <a:off x="80781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3" name="Google Shape;463;p17"/>
                  <p:cNvSpPr/>
                  <p:nvPr/>
                </p:nvSpPr>
                <p:spPr>
                  <a:xfrm>
                    <a:off x="82689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4" name="Google Shape;464;p17"/>
                  <p:cNvSpPr/>
                  <p:nvPr/>
                </p:nvSpPr>
                <p:spPr>
                  <a:xfrm>
                    <a:off x="84597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5" name="Google Shape;465;p17"/>
                  <p:cNvSpPr/>
                  <p:nvPr/>
                </p:nvSpPr>
                <p:spPr>
                  <a:xfrm>
                    <a:off x="86501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6" name="Google Shape;466;p17"/>
                  <p:cNvSpPr/>
                  <p:nvPr/>
                </p:nvSpPr>
                <p:spPr>
                  <a:xfrm>
                    <a:off x="88409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7" name="Google Shape;467;p17"/>
                  <p:cNvSpPr/>
                  <p:nvPr/>
                </p:nvSpPr>
                <p:spPr>
                  <a:xfrm>
                    <a:off x="90317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68" name="Google Shape;468;p17"/>
                <p:cNvGrpSpPr/>
                <p:nvPr/>
              </p:nvGrpSpPr>
              <p:grpSpPr>
                <a:xfrm>
                  <a:off x="7541395" y="1194690"/>
                  <a:ext cx="1683353" cy="772200"/>
                  <a:chOff x="7541395" y="1194690"/>
                  <a:chExt cx="1683353" cy="772200"/>
                </a:xfrm>
              </p:grpSpPr>
              <p:sp>
                <p:nvSpPr>
                  <p:cNvPr id="469" name="Google Shape;469;p17"/>
                  <p:cNvSpPr/>
                  <p:nvPr/>
                </p:nvSpPr>
                <p:spPr>
                  <a:xfrm>
                    <a:off x="7776828" y="1194690"/>
                    <a:ext cx="1409400" cy="48240"/>
                  </a:xfrm>
                  <a:custGeom>
                    <a:rect b="b" l="l" r="r" t="t"/>
                    <a:pathLst>
                      <a:path extrusionOk="0" h="134" w="3915">
                        <a:moveTo>
                          <a:pt x="0" y="0"/>
                        </a:moveTo>
                        <a:lnTo>
                          <a:pt x="3915" y="0"/>
                        </a:lnTo>
                        <a:lnTo>
                          <a:pt x="3915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0" name="Google Shape;470;p17"/>
                  <p:cNvSpPr/>
                  <p:nvPr/>
                </p:nvSpPr>
                <p:spPr>
                  <a:xfrm>
                    <a:off x="7814988" y="1442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1" name="Google Shape;471;p17"/>
                  <p:cNvSpPr/>
                  <p:nvPr/>
                </p:nvSpPr>
                <p:spPr>
                  <a:xfrm>
                    <a:off x="7541395" y="1678530"/>
                    <a:ext cx="1409760" cy="48240"/>
                  </a:xfrm>
                  <a:custGeom>
                    <a:rect b="b" l="l" r="r" t="t"/>
                    <a:pathLst>
                      <a:path extrusionOk="0" h="134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" name="Google Shape;472;p17"/>
                  <p:cNvSpPr/>
                  <p:nvPr/>
                </p:nvSpPr>
                <p:spPr>
                  <a:xfrm>
                    <a:off x="7814988" y="1919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473" name="Google Shape;473;p17"/>
          <p:cNvSpPr txBox="1"/>
          <p:nvPr>
            <p:ph type="title"/>
          </p:nvPr>
        </p:nvSpPr>
        <p:spPr>
          <a:xfrm>
            <a:off x="722376" y="44805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4" name="Google Shape;474;p17"/>
          <p:cNvSpPr txBox="1"/>
          <p:nvPr>
            <p:ph idx="1" type="subTitle"/>
          </p:nvPr>
        </p:nvSpPr>
        <p:spPr>
          <a:xfrm>
            <a:off x="4791252" y="2696125"/>
            <a:ext cx="2868300" cy="1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5" name="Google Shape;475;p17"/>
          <p:cNvSpPr txBox="1"/>
          <p:nvPr>
            <p:ph idx="2" type="subTitle"/>
          </p:nvPr>
        </p:nvSpPr>
        <p:spPr>
          <a:xfrm>
            <a:off x="1119350" y="2696125"/>
            <a:ext cx="2868300" cy="15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76" name="Google Shape;476;p17"/>
          <p:cNvSpPr txBox="1"/>
          <p:nvPr>
            <p:ph idx="3" type="subTitle"/>
          </p:nvPr>
        </p:nvSpPr>
        <p:spPr>
          <a:xfrm>
            <a:off x="1119350" y="2311350"/>
            <a:ext cx="2868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477" name="Google Shape;477;p17"/>
          <p:cNvSpPr txBox="1"/>
          <p:nvPr>
            <p:ph idx="4" type="subTitle"/>
          </p:nvPr>
        </p:nvSpPr>
        <p:spPr>
          <a:xfrm>
            <a:off x="4791252" y="2311350"/>
            <a:ext cx="2868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200">
                <a:solidFill>
                  <a:schemeClr val="dk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"/>
              <a:buNone/>
              <a:defRPr sz="2400"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8"/>
          <p:cNvSpPr txBox="1"/>
          <p:nvPr>
            <p:ph type="title"/>
          </p:nvPr>
        </p:nvSpPr>
        <p:spPr>
          <a:xfrm>
            <a:off x="1018025" y="3306175"/>
            <a:ext cx="373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0" name="Google Shape;480;p18"/>
          <p:cNvSpPr txBox="1"/>
          <p:nvPr>
            <p:ph idx="1" type="subTitle"/>
          </p:nvPr>
        </p:nvSpPr>
        <p:spPr>
          <a:xfrm>
            <a:off x="1018025" y="1241225"/>
            <a:ext cx="3730200" cy="204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1" name="Google Shape;481;p18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82" name="Google Shape;482;p18"/>
          <p:cNvGrpSpPr/>
          <p:nvPr/>
        </p:nvGrpSpPr>
        <p:grpSpPr>
          <a:xfrm flipH="1">
            <a:off x="7387570" y="-645119"/>
            <a:ext cx="1754813" cy="5795620"/>
            <a:chOff x="-4" y="-645119"/>
            <a:chExt cx="1754813" cy="5795620"/>
          </a:xfrm>
        </p:grpSpPr>
        <p:grpSp>
          <p:nvGrpSpPr>
            <p:cNvPr id="483" name="Google Shape;483;p18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484" name="Google Shape;484;p18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5" name="Google Shape;485;p18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6" name="Google Shape;486;p18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7" name="Google Shape;487;p18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8" name="Google Shape;488;p18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9" name="Google Shape;489;p18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90" name="Google Shape;490;p18"/>
            <p:cNvGrpSpPr/>
            <p:nvPr/>
          </p:nvGrpSpPr>
          <p:grpSpPr>
            <a:xfrm>
              <a:off x="-4" y="-645119"/>
              <a:ext cx="1754448" cy="5556144"/>
              <a:chOff x="-4" y="-645119"/>
              <a:chExt cx="1754448" cy="5556144"/>
            </a:xfrm>
          </p:grpSpPr>
          <p:grpSp>
            <p:nvGrpSpPr>
              <p:cNvPr id="491" name="Google Shape;491;p18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492" name="Google Shape;492;p1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3" name="Google Shape;493;p1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4" name="Google Shape;494;p1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5" name="Google Shape;495;p1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6" name="Google Shape;496;p1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7" name="Google Shape;497;p1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8" name="Google Shape;498;p1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9" name="Google Shape;499;p1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00" name="Google Shape;500;p18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501" name="Google Shape;501;p18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2" name="Google Shape;502;p18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3" name="Google Shape;503;p18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4" name="Google Shape;504;p18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5" name="Google Shape;505;p18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6" name="Google Shape;506;p18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7" name="Google Shape;507;p18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8" name="Google Shape;508;p18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09" name="Google Shape;509;p18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_1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9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12" name="Google Shape;512;p19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513" name="Google Shape;513;p19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514" name="Google Shape;514;p19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5" name="Google Shape;515;p19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16" name="Google Shape;516;p19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517" name="Google Shape;517;p19"/>
              <p:cNvGrpSpPr/>
              <p:nvPr/>
            </p:nvGrpSpPr>
            <p:grpSpPr>
              <a:xfrm>
                <a:off x="292691" y="4618550"/>
                <a:ext cx="1169734" cy="532352"/>
                <a:chOff x="1387483" y="0"/>
                <a:chExt cx="1169734" cy="5143500"/>
              </a:xfrm>
            </p:grpSpPr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9" name="Google Shape;519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0" name="Google Shape;520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1" name="Google Shape;521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23" name="Google Shape;523;p19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524" name="Google Shape;524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5" name="Google Shape;525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6" name="Google Shape;526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7" name="Google Shape;527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8" name="Google Shape;528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9" name="Google Shape;529;p19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30" name="Google Shape;530;p19"/>
            <p:cNvGrpSpPr/>
            <p:nvPr/>
          </p:nvGrpSpPr>
          <p:grpSpPr>
            <a:xfrm>
              <a:off x="3509424" y="4618550"/>
              <a:ext cx="2631884" cy="532352"/>
              <a:chOff x="585124" y="4618550"/>
              <a:chExt cx="2631884" cy="532352"/>
            </a:xfrm>
          </p:grpSpPr>
          <p:grpSp>
            <p:nvGrpSpPr>
              <p:cNvPr id="531" name="Google Shape;531;p19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532" name="Google Shape;532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3" name="Google Shape;533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4" name="Google Shape;534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5" name="Google Shape;535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36" name="Google Shape;536;p19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537" name="Google Shape;537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8" name="Google Shape;538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9" name="Google Shape;539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0" name="Google Shape;540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1" name="Google Shape;541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2" name="Google Shape;542;p19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43" name="Google Shape;543;p19"/>
            <p:cNvGrpSpPr/>
            <p:nvPr/>
          </p:nvGrpSpPr>
          <p:grpSpPr>
            <a:xfrm>
              <a:off x="6433732" y="4618550"/>
              <a:ext cx="2339451" cy="532352"/>
              <a:chOff x="877557" y="4618550"/>
              <a:chExt cx="2339451" cy="532352"/>
            </a:xfrm>
          </p:grpSpPr>
          <p:grpSp>
            <p:nvGrpSpPr>
              <p:cNvPr id="544" name="Google Shape;544;p19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545" name="Google Shape;545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6" name="Google Shape;546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7" name="Google Shape;547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48" name="Google Shape;548;p19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549" name="Google Shape;549;p19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0" name="Google Shape;550;p19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1" name="Google Shape;551;p19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2" name="Google Shape;552;p19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3" name="Google Shape;553;p19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4" name="Google Shape;554;p19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55" name="Google Shape;555;p19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556" name="Google Shape;556;p19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19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558" name="Google Shape;558;p19"/>
          <p:cNvSpPr txBox="1"/>
          <p:nvPr>
            <p:ph type="title"/>
          </p:nvPr>
        </p:nvSpPr>
        <p:spPr>
          <a:xfrm>
            <a:off x="5719575" y="2174250"/>
            <a:ext cx="25965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59" name="Google Shape;559;p19"/>
          <p:cNvSpPr txBox="1"/>
          <p:nvPr>
            <p:ph idx="1" type="subTitle"/>
          </p:nvPr>
        </p:nvSpPr>
        <p:spPr>
          <a:xfrm>
            <a:off x="5719575" y="3434100"/>
            <a:ext cx="2596500" cy="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0" name="Google Shape;560;p19"/>
          <p:cNvSpPr/>
          <p:nvPr>
            <p:ph idx="2" type="pic"/>
          </p:nvPr>
        </p:nvSpPr>
        <p:spPr>
          <a:xfrm>
            <a:off x="591625" y="326075"/>
            <a:ext cx="1681500" cy="40494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19"/>
          <p:cNvSpPr/>
          <p:nvPr>
            <p:ph idx="3" type="pic"/>
          </p:nvPr>
        </p:nvSpPr>
        <p:spPr>
          <a:xfrm>
            <a:off x="2476650" y="326075"/>
            <a:ext cx="2898600" cy="22059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19"/>
          <p:cNvSpPr/>
          <p:nvPr>
            <p:ph idx="4" type="pic"/>
          </p:nvPr>
        </p:nvSpPr>
        <p:spPr>
          <a:xfrm>
            <a:off x="2476650" y="2710900"/>
            <a:ext cx="2898600" cy="1650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63" name="Google Shape;563;p19"/>
          <p:cNvGrpSpPr/>
          <p:nvPr/>
        </p:nvGrpSpPr>
        <p:grpSpPr>
          <a:xfrm>
            <a:off x="8243554" y="130374"/>
            <a:ext cx="839711" cy="872329"/>
            <a:chOff x="8243554" y="130374"/>
            <a:chExt cx="839711" cy="872329"/>
          </a:xfrm>
        </p:grpSpPr>
        <p:sp>
          <p:nvSpPr>
            <p:cNvPr id="564" name="Google Shape;564;p19"/>
            <p:cNvSpPr/>
            <p:nvPr/>
          </p:nvSpPr>
          <p:spPr>
            <a:xfrm>
              <a:off x="8674799" y="130374"/>
              <a:ext cx="341854" cy="33999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8849500" y="539497"/>
              <a:ext cx="233765" cy="23250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6" name="Google Shape;566;p19"/>
            <p:cNvGrpSpPr/>
            <p:nvPr/>
          </p:nvGrpSpPr>
          <p:grpSpPr>
            <a:xfrm>
              <a:off x="8243554" y="470378"/>
              <a:ext cx="532450" cy="532325"/>
              <a:chOff x="833034" y="460460"/>
              <a:chExt cx="512612" cy="512443"/>
            </a:xfrm>
          </p:grpSpPr>
          <p:sp>
            <p:nvSpPr>
              <p:cNvPr id="567" name="Google Shape;567;p19"/>
              <p:cNvSpPr/>
              <p:nvPr/>
            </p:nvSpPr>
            <p:spPr>
              <a:xfrm>
                <a:off x="833034" y="460460"/>
                <a:ext cx="512612" cy="512443"/>
              </a:xfrm>
              <a:custGeom>
                <a:rect b="b" l="l" r="r" t="t"/>
                <a:pathLst>
                  <a:path extrusionOk="0" h="3025" w="3026">
                    <a:moveTo>
                      <a:pt x="2583" y="443"/>
                    </a:moveTo>
                    <a:cubicBezTo>
                      <a:pt x="2771" y="631"/>
                      <a:pt x="2906" y="865"/>
                      <a:pt x="2975" y="1121"/>
                    </a:cubicBezTo>
                    <a:cubicBezTo>
                      <a:pt x="3044" y="1378"/>
                      <a:pt x="3044" y="1649"/>
                      <a:pt x="2975" y="1905"/>
                    </a:cubicBezTo>
                    <a:cubicBezTo>
                      <a:pt x="2906" y="2162"/>
                      <a:pt x="2771" y="2395"/>
                      <a:pt x="2583" y="2583"/>
                    </a:cubicBezTo>
                    <a:cubicBezTo>
                      <a:pt x="2395" y="2771"/>
                      <a:pt x="2161" y="2906"/>
                      <a:pt x="1905" y="2974"/>
                    </a:cubicBezTo>
                    <a:cubicBezTo>
                      <a:pt x="1648" y="3043"/>
                      <a:pt x="1378" y="3043"/>
                      <a:pt x="1122" y="2974"/>
                    </a:cubicBezTo>
                    <a:cubicBezTo>
                      <a:pt x="865" y="2906"/>
                      <a:pt x="631" y="2771"/>
                      <a:pt x="444" y="2583"/>
                    </a:cubicBezTo>
                    <a:cubicBezTo>
                      <a:pt x="256" y="2395"/>
                      <a:pt x="121" y="2161"/>
                      <a:pt x="52" y="1905"/>
                    </a:cubicBezTo>
                    <a:cubicBezTo>
                      <a:pt x="-17" y="1648"/>
                      <a:pt x="-17" y="1378"/>
                      <a:pt x="52" y="1121"/>
                    </a:cubicBezTo>
                    <a:cubicBezTo>
                      <a:pt x="121" y="865"/>
                      <a:pt x="256" y="631"/>
                      <a:pt x="444" y="443"/>
                    </a:cubicBezTo>
                    <a:cubicBezTo>
                      <a:pt x="631" y="255"/>
                      <a:pt x="865" y="120"/>
                      <a:pt x="1122" y="52"/>
                    </a:cubicBezTo>
                    <a:cubicBezTo>
                      <a:pt x="1378" y="-17"/>
                      <a:pt x="1648" y="-17"/>
                      <a:pt x="1905" y="52"/>
                    </a:cubicBezTo>
                    <a:cubicBezTo>
                      <a:pt x="2161" y="120"/>
                      <a:pt x="2395" y="255"/>
                      <a:pt x="2583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19"/>
              <p:cNvSpPr/>
              <p:nvPr/>
            </p:nvSpPr>
            <p:spPr>
              <a:xfrm>
                <a:off x="885347" y="512607"/>
                <a:ext cx="408322" cy="408322"/>
              </a:xfrm>
              <a:custGeom>
                <a:rect b="b" l="l" r="r" t="t"/>
                <a:pathLst>
                  <a:path extrusionOk="0" h="2266" w="2266">
                    <a:moveTo>
                      <a:pt x="2266" y="1133"/>
                    </a:moveTo>
                    <a:cubicBezTo>
                      <a:pt x="2266" y="1332"/>
                      <a:pt x="2213" y="1528"/>
                      <a:pt x="2114" y="1700"/>
                    </a:cubicBezTo>
                    <a:cubicBezTo>
                      <a:pt x="2014" y="1873"/>
                      <a:pt x="1871" y="2015"/>
                      <a:pt x="1699" y="2114"/>
                    </a:cubicBezTo>
                    <a:cubicBezTo>
                      <a:pt x="1527" y="2214"/>
                      <a:pt x="1331" y="2266"/>
                      <a:pt x="1133" y="2266"/>
                    </a:cubicBezTo>
                    <a:cubicBezTo>
                      <a:pt x="934" y="2266"/>
                      <a:pt x="738" y="2214"/>
                      <a:pt x="566" y="2114"/>
                    </a:cubicBezTo>
                    <a:cubicBezTo>
                      <a:pt x="394" y="2015"/>
                      <a:pt x="250" y="1873"/>
                      <a:pt x="151" y="1700"/>
                    </a:cubicBezTo>
                    <a:cubicBezTo>
                      <a:pt x="51" y="1528"/>
                      <a:pt x="0" y="1332"/>
                      <a:pt x="0" y="1133"/>
                    </a:cubicBezTo>
                    <a:cubicBezTo>
                      <a:pt x="0" y="934"/>
                      <a:pt x="52" y="739"/>
                      <a:pt x="151" y="567"/>
                    </a:cubicBezTo>
                    <a:cubicBezTo>
                      <a:pt x="251" y="394"/>
                      <a:pt x="394" y="252"/>
                      <a:pt x="566" y="152"/>
                    </a:cubicBezTo>
                    <a:cubicBezTo>
                      <a:pt x="738" y="53"/>
                      <a:pt x="934" y="0"/>
                      <a:pt x="1133" y="0"/>
                    </a:cubicBezTo>
                    <a:cubicBezTo>
                      <a:pt x="1331" y="0"/>
                      <a:pt x="1527" y="53"/>
                      <a:pt x="1699" y="152"/>
                    </a:cubicBezTo>
                    <a:cubicBezTo>
                      <a:pt x="1871" y="252"/>
                      <a:pt x="2014" y="394"/>
                      <a:pt x="2114" y="567"/>
                    </a:cubicBezTo>
                    <a:cubicBezTo>
                      <a:pt x="2213" y="739"/>
                      <a:pt x="2266" y="934"/>
                      <a:pt x="2266" y="113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19"/>
              <p:cNvSpPr txBox="1"/>
              <p:nvPr/>
            </p:nvSpPr>
            <p:spPr>
              <a:xfrm>
                <a:off x="974625" y="524850"/>
                <a:ext cx="230100" cy="38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2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2" name="Google Shape;572;p20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73" name="Google Shape;573;p20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574" name="Google Shape;574;p20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575" name="Google Shape;575;p20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20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7" name="Google Shape;577;p20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578" name="Google Shape;578;p20"/>
              <p:cNvGrpSpPr/>
              <p:nvPr/>
            </p:nvGrpSpPr>
            <p:grpSpPr>
              <a:xfrm>
                <a:off x="292691" y="4618550"/>
                <a:ext cx="1169734" cy="532352"/>
                <a:chOff x="1387483" y="0"/>
                <a:chExt cx="1169734" cy="5143500"/>
              </a:xfrm>
            </p:grpSpPr>
            <p:cxnSp>
              <p:nvCxnSpPr>
                <p:cNvPr id="579" name="Google Shape;579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0" name="Google Shape;580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1" name="Google Shape;581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2" name="Google Shape;582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3" name="Google Shape;583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84" name="Google Shape;584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585" name="Google Shape;585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6" name="Google Shape;586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7" name="Google Shape;587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8" name="Google Shape;588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9" name="Google Shape;589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0" name="Google Shape;590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91" name="Google Shape;591;p20"/>
            <p:cNvGrpSpPr/>
            <p:nvPr/>
          </p:nvGrpSpPr>
          <p:grpSpPr>
            <a:xfrm>
              <a:off x="3509424" y="4618550"/>
              <a:ext cx="2631884" cy="532352"/>
              <a:chOff x="585124" y="4618550"/>
              <a:chExt cx="2631884" cy="532352"/>
            </a:xfrm>
          </p:grpSpPr>
          <p:grpSp>
            <p:nvGrpSpPr>
              <p:cNvPr id="592" name="Google Shape;592;p20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593" name="Google Shape;593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4" name="Google Shape;594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5" name="Google Shape;595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6" name="Google Shape;596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97" name="Google Shape;597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598" name="Google Shape;598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9" name="Google Shape;599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" name="Google Shape;600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1" name="Google Shape;601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2" name="Google Shape;602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3" name="Google Shape;603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04" name="Google Shape;604;p20"/>
            <p:cNvGrpSpPr/>
            <p:nvPr/>
          </p:nvGrpSpPr>
          <p:grpSpPr>
            <a:xfrm>
              <a:off x="6433732" y="4618550"/>
              <a:ext cx="2339451" cy="532352"/>
              <a:chOff x="877557" y="4618550"/>
              <a:chExt cx="2339451" cy="532352"/>
            </a:xfrm>
          </p:grpSpPr>
          <p:grpSp>
            <p:nvGrpSpPr>
              <p:cNvPr id="605" name="Google Shape;605;p20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606" name="Google Shape;606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7" name="Google Shape;607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8" name="Google Shape;608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09" name="Google Shape;609;p20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610" name="Google Shape;610;p20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1" name="Google Shape;611;p20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2" name="Google Shape;612;p20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3" name="Google Shape;613;p20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4" name="Google Shape;614;p20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5" name="Google Shape;615;p20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616" name="Google Shape;616;p20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617" name="Google Shape;617;p20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0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19" name="Google Shape;619;p20"/>
          <p:cNvGrpSpPr/>
          <p:nvPr/>
        </p:nvGrpSpPr>
        <p:grpSpPr>
          <a:xfrm>
            <a:off x="94971" y="186671"/>
            <a:ext cx="8946263" cy="4526154"/>
            <a:chOff x="94971" y="186671"/>
            <a:chExt cx="8946263" cy="4526154"/>
          </a:xfrm>
        </p:grpSpPr>
        <p:grpSp>
          <p:nvGrpSpPr>
            <p:cNvPr id="620" name="Google Shape;620;p20"/>
            <p:cNvGrpSpPr/>
            <p:nvPr/>
          </p:nvGrpSpPr>
          <p:grpSpPr>
            <a:xfrm>
              <a:off x="94971" y="3831824"/>
              <a:ext cx="751204" cy="881001"/>
              <a:chOff x="94971" y="3831824"/>
              <a:chExt cx="751204" cy="881001"/>
            </a:xfrm>
          </p:grpSpPr>
          <p:grpSp>
            <p:nvGrpSpPr>
              <p:cNvPr id="621" name="Google Shape;621;p20"/>
              <p:cNvGrpSpPr/>
              <p:nvPr/>
            </p:nvGrpSpPr>
            <p:grpSpPr>
              <a:xfrm>
                <a:off x="301670" y="3831824"/>
                <a:ext cx="416874" cy="416806"/>
                <a:chOff x="8269423" y="174900"/>
                <a:chExt cx="619426" cy="619325"/>
              </a:xfrm>
            </p:grpSpPr>
            <p:sp>
              <p:nvSpPr>
                <p:cNvPr id="622" name="Google Shape;622;p20"/>
                <p:cNvSpPr/>
                <p:nvPr/>
              </p:nvSpPr>
              <p:spPr>
                <a:xfrm flipH="1">
                  <a:off x="8269423" y="174900"/>
                  <a:ext cx="619426" cy="619325"/>
                </a:xfrm>
                <a:custGeom>
                  <a:rect b="b" l="l" r="r" t="t"/>
                  <a:pathLst>
                    <a:path extrusionOk="0" h="5392" w="5393">
                      <a:moveTo>
                        <a:pt x="4603" y="789"/>
                      </a:moveTo>
                      <a:cubicBezTo>
                        <a:pt x="4938" y="1124"/>
                        <a:pt x="5178" y="1541"/>
                        <a:pt x="5301" y="1998"/>
                      </a:cubicBezTo>
                      <a:cubicBezTo>
                        <a:pt x="5423" y="2455"/>
                        <a:pt x="5423" y="2936"/>
                        <a:pt x="5301" y="3393"/>
                      </a:cubicBezTo>
                      <a:cubicBezTo>
                        <a:pt x="5178" y="3850"/>
                        <a:pt x="4938" y="4267"/>
                        <a:pt x="4603" y="4602"/>
                      </a:cubicBezTo>
                      <a:cubicBezTo>
                        <a:pt x="4268" y="4937"/>
                        <a:pt x="3851" y="5178"/>
                        <a:pt x="3394" y="5300"/>
                      </a:cubicBezTo>
                      <a:cubicBezTo>
                        <a:pt x="2937" y="5423"/>
                        <a:pt x="2456" y="5423"/>
                        <a:pt x="1999" y="5300"/>
                      </a:cubicBezTo>
                      <a:cubicBezTo>
                        <a:pt x="1541" y="5178"/>
                        <a:pt x="1125" y="4937"/>
                        <a:pt x="790" y="4602"/>
                      </a:cubicBezTo>
                      <a:cubicBezTo>
                        <a:pt x="455" y="4267"/>
                        <a:pt x="215" y="3850"/>
                        <a:pt x="92" y="3393"/>
                      </a:cubicBezTo>
                      <a:cubicBezTo>
                        <a:pt x="-30" y="2936"/>
                        <a:pt x="-30" y="2455"/>
                        <a:pt x="92" y="1998"/>
                      </a:cubicBezTo>
                      <a:cubicBezTo>
                        <a:pt x="215" y="1541"/>
                        <a:pt x="455" y="1124"/>
                        <a:pt x="790" y="789"/>
                      </a:cubicBezTo>
                      <a:cubicBezTo>
                        <a:pt x="1125" y="454"/>
                        <a:pt x="1541" y="214"/>
                        <a:pt x="1999" y="91"/>
                      </a:cubicBezTo>
                      <a:cubicBezTo>
                        <a:pt x="2456" y="-31"/>
                        <a:pt x="2937" y="-31"/>
                        <a:pt x="3394" y="91"/>
                      </a:cubicBezTo>
                      <a:cubicBezTo>
                        <a:pt x="3851" y="214"/>
                        <a:pt x="4268" y="454"/>
                        <a:pt x="4603" y="78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3" name="Google Shape;623;p20"/>
                <p:cNvSpPr/>
                <p:nvPr/>
              </p:nvSpPr>
              <p:spPr>
                <a:xfrm flipH="1">
                  <a:off x="8301469" y="206946"/>
                  <a:ext cx="555451" cy="555233"/>
                </a:xfrm>
                <a:custGeom>
                  <a:rect b="b" l="l" r="r" t="t"/>
                  <a:pathLst>
                    <a:path extrusionOk="0" h="4834" w="4836">
                      <a:moveTo>
                        <a:pt x="4128" y="707"/>
                      </a:moveTo>
                      <a:cubicBezTo>
                        <a:pt x="4428" y="1007"/>
                        <a:pt x="4644" y="1381"/>
                        <a:pt x="4754" y="1791"/>
                      </a:cubicBezTo>
                      <a:cubicBezTo>
                        <a:pt x="4864" y="2201"/>
                        <a:pt x="4864" y="2632"/>
                        <a:pt x="4754" y="3042"/>
                      </a:cubicBezTo>
                      <a:cubicBezTo>
                        <a:pt x="4644" y="3452"/>
                        <a:pt x="4428" y="3826"/>
                        <a:pt x="4128" y="4126"/>
                      </a:cubicBezTo>
                      <a:cubicBezTo>
                        <a:pt x="3828" y="4426"/>
                        <a:pt x="3454" y="4643"/>
                        <a:pt x="3044" y="4752"/>
                      </a:cubicBezTo>
                      <a:cubicBezTo>
                        <a:pt x="2634" y="4862"/>
                        <a:pt x="2203" y="4862"/>
                        <a:pt x="1793" y="4752"/>
                      </a:cubicBezTo>
                      <a:cubicBezTo>
                        <a:pt x="1383" y="4643"/>
                        <a:pt x="1009" y="4426"/>
                        <a:pt x="709" y="4126"/>
                      </a:cubicBezTo>
                      <a:cubicBezTo>
                        <a:pt x="409" y="3826"/>
                        <a:pt x="193" y="3452"/>
                        <a:pt x="83" y="3042"/>
                      </a:cubicBezTo>
                      <a:cubicBezTo>
                        <a:pt x="-27" y="2632"/>
                        <a:pt x="-27" y="2201"/>
                        <a:pt x="83" y="1791"/>
                      </a:cubicBezTo>
                      <a:cubicBezTo>
                        <a:pt x="193" y="1381"/>
                        <a:pt x="409" y="1007"/>
                        <a:pt x="709" y="707"/>
                      </a:cubicBezTo>
                      <a:cubicBezTo>
                        <a:pt x="1009" y="407"/>
                        <a:pt x="1383" y="191"/>
                        <a:pt x="1793" y="81"/>
                      </a:cubicBezTo>
                      <a:cubicBezTo>
                        <a:pt x="2203" y="-28"/>
                        <a:pt x="2634" y="-28"/>
                        <a:pt x="3044" y="81"/>
                      </a:cubicBezTo>
                      <a:cubicBezTo>
                        <a:pt x="3454" y="191"/>
                        <a:pt x="3828" y="407"/>
                        <a:pt x="4128" y="7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4" name="Google Shape;624;p20"/>
                <p:cNvSpPr/>
                <p:nvPr/>
              </p:nvSpPr>
              <p:spPr>
                <a:xfrm flipH="1">
                  <a:off x="8611469" y="615844"/>
                  <a:ext cx="25613" cy="13324"/>
                </a:xfrm>
                <a:custGeom>
                  <a:rect b="b" l="l" r="r" t="t"/>
                  <a:pathLst>
                    <a:path extrusionOk="0" h="116" w="223">
                      <a:moveTo>
                        <a:pt x="207" y="116"/>
                      </a:moveTo>
                      <a:lnTo>
                        <a:pt x="0" y="49"/>
                      </a:lnTo>
                      <a:lnTo>
                        <a:pt x="16" y="0"/>
                      </a:lnTo>
                      <a:lnTo>
                        <a:pt x="223" y="67"/>
                      </a:lnTo>
                      <a:lnTo>
                        <a:pt x="207" y="116"/>
                      </a:lnTo>
                      <a:close/>
                    </a:path>
                  </a:pathLst>
                </a:custGeom>
                <a:solidFill>
                  <a:srgbClr val="FDCD5E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5" name="Google Shape;625;p20"/>
                <p:cNvSpPr/>
                <p:nvPr/>
              </p:nvSpPr>
              <p:spPr>
                <a:xfrm flipH="1">
                  <a:off x="8593895" y="608148"/>
                  <a:ext cx="50422" cy="16770"/>
                </a:xfrm>
                <a:custGeom>
                  <a:rect b="b" l="l" r="r" t="t"/>
                  <a:pathLst>
                    <a:path extrusionOk="0" h="146" w="439">
                      <a:moveTo>
                        <a:pt x="88" y="41"/>
                      </a:moveTo>
                      <a:cubicBezTo>
                        <a:pt x="57" y="28"/>
                        <a:pt x="28" y="15"/>
                        <a:pt x="0" y="0"/>
                      </a:cubicBezTo>
                      <a:lnTo>
                        <a:pt x="439" y="142"/>
                      </a:lnTo>
                      <a:cubicBezTo>
                        <a:pt x="392" y="135"/>
                        <a:pt x="343" y="125"/>
                        <a:pt x="293" y="111"/>
                      </a:cubicBezTo>
                      <a:lnTo>
                        <a:pt x="282" y="146"/>
                      </a:lnTo>
                      <a:lnTo>
                        <a:pt x="75" y="79"/>
                      </a:lnTo>
                      <a:lnTo>
                        <a:pt x="88" y="41"/>
                      </a:lnTo>
                      <a:close/>
                    </a:path>
                  </a:pathLst>
                </a:custGeom>
                <a:solidFill>
                  <a:srgbClr val="FDCB5D"/>
                </a:solidFill>
                <a:ln>
                  <a:noFill/>
                </a:ln>
              </p:spPr>
              <p:txBody>
                <a:bodyPr anchorCtr="1" anchor="ctr" bIns="7550" lIns="90000" spcFirstLastPara="1" rIns="90000" wrap="square" tIns="755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 flipH="1">
                  <a:off x="8583099" y="602635"/>
                  <a:ext cx="71212" cy="22972"/>
                </a:xfrm>
                <a:custGeom>
                  <a:rect b="b" l="l" r="r" t="t"/>
                  <a:pathLst>
                    <a:path extrusionOk="0" h="200" w="620">
                      <a:moveTo>
                        <a:pt x="175" y="89"/>
                      </a:moveTo>
                      <a:cubicBezTo>
                        <a:pt x="112" y="63"/>
                        <a:pt x="54" y="33"/>
                        <a:pt x="0" y="0"/>
                      </a:cubicBezTo>
                      <a:lnTo>
                        <a:pt x="620" y="200"/>
                      </a:lnTo>
                      <a:cubicBezTo>
                        <a:pt x="544" y="195"/>
                        <a:pt x="464" y="182"/>
                        <a:pt x="380" y="159"/>
                      </a:cubicBezTo>
                      <a:lnTo>
                        <a:pt x="375" y="175"/>
                      </a:lnTo>
                      <a:lnTo>
                        <a:pt x="168" y="109"/>
                      </a:lnTo>
                      <a:lnTo>
                        <a:pt x="175" y="89"/>
                      </a:lnTo>
                      <a:close/>
                    </a:path>
                  </a:pathLst>
                </a:custGeom>
                <a:solidFill>
                  <a:srgbClr val="FDCB5C"/>
                </a:solidFill>
                <a:ln>
                  <a:noFill/>
                </a:ln>
              </p:spPr>
              <p:txBody>
                <a:bodyPr anchorCtr="1" anchor="ctr" bIns="27000" lIns="90000" spcFirstLastPara="1" rIns="90000" wrap="square" tIns="27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 flipH="1">
                  <a:off x="8574829" y="597926"/>
                  <a:ext cx="86832" cy="28026"/>
                </a:xfrm>
                <a:custGeom>
                  <a:rect b="b" l="l" r="r" t="t"/>
                  <a:pathLst>
                    <a:path extrusionOk="0" h="244" w="756">
                      <a:moveTo>
                        <a:pt x="239" y="130"/>
                      </a:moveTo>
                      <a:cubicBezTo>
                        <a:pt x="151" y="93"/>
                        <a:pt x="71" y="49"/>
                        <a:pt x="0" y="0"/>
                      </a:cubicBezTo>
                      <a:lnTo>
                        <a:pt x="756" y="244"/>
                      </a:lnTo>
                      <a:cubicBezTo>
                        <a:pt x="670" y="244"/>
                        <a:pt x="578" y="233"/>
                        <a:pt x="480" y="209"/>
                      </a:cubicBezTo>
                      <a:lnTo>
                        <a:pt x="238" y="131"/>
                      </a:lnTo>
                      <a:lnTo>
                        <a:pt x="239" y="130"/>
                      </a:lnTo>
                      <a:close/>
                    </a:path>
                  </a:pathLst>
                </a:custGeom>
                <a:solidFill>
                  <a:srgbClr val="FDCA5B"/>
                </a:solidFill>
                <a:ln>
                  <a:noFill/>
                </a:ln>
              </p:spPr>
              <p:txBody>
                <a:bodyPr anchorCtr="1" anchor="ctr" bIns="42825" lIns="90000" spcFirstLastPara="1" rIns="90000" wrap="square" tIns="42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8" name="Google Shape;628;p20"/>
                <p:cNvSpPr/>
                <p:nvPr/>
              </p:nvSpPr>
              <p:spPr>
                <a:xfrm flipH="1">
                  <a:off x="8568167" y="593791"/>
                  <a:ext cx="99122" cy="32161"/>
                </a:xfrm>
                <a:custGeom>
                  <a:rect b="b" l="l" r="r" t="t"/>
                  <a:pathLst>
                    <a:path extrusionOk="0" h="280" w="863">
                      <a:moveTo>
                        <a:pt x="0" y="0"/>
                      </a:moveTo>
                      <a:lnTo>
                        <a:pt x="863" y="278"/>
                      </a:lnTo>
                      <a:cubicBezTo>
                        <a:pt x="803" y="282"/>
                        <a:pt x="740" y="280"/>
                        <a:pt x="675" y="272"/>
                      </a:cubicBezTo>
                      <a:lnTo>
                        <a:pt x="166" y="108"/>
                      </a:lnTo>
                      <a:cubicBezTo>
                        <a:pt x="106" y="75"/>
                        <a:pt x="50" y="39"/>
                        <a:pt x="0" y="0"/>
                      </a:cubicBezTo>
                      <a:close/>
                    </a:path>
                  </a:pathLst>
                </a:custGeom>
                <a:solidFill>
                  <a:srgbClr val="FDC95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20"/>
                <p:cNvSpPr/>
                <p:nvPr/>
              </p:nvSpPr>
              <p:spPr>
                <a:xfrm flipH="1">
                  <a:off x="8562654" y="589886"/>
                  <a:ext cx="109229" cy="36066"/>
                </a:xfrm>
                <a:custGeom>
                  <a:rect b="b" l="l" r="r" t="t"/>
                  <a:pathLst>
                    <a:path extrusionOk="0" h="314" w="951">
                      <a:moveTo>
                        <a:pt x="0" y="0"/>
                      </a:moveTo>
                      <a:lnTo>
                        <a:pt x="951" y="307"/>
                      </a:lnTo>
                      <a:cubicBezTo>
                        <a:pt x="903" y="313"/>
                        <a:pt x="853" y="315"/>
                        <a:pt x="801" y="313"/>
                      </a:cubicBezTo>
                      <a:lnTo>
                        <a:pt x="127" y="95"/>
                      </a:lnTo>
                      <a:cubicBezTo>
                        <a:pt x="81" y="66"/>
                        <a:pt x="39" y="34"/>
                        <a:pt x="0" y="0"/>
                      </a:cubicBezTo>
                      <a:close/>
                    </a:path>
                  </a:pathLst>
                </a:custGeom>
                <a:solidFill>
                  <a:srgbClr val="FDC9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20"/>
                <p:cNvSpPr/>
                <p:nvPr/>
              </p:nvSpPr>
              <p:spPr>
                <a:xfrm flipH="1">
                  <a:off x="8557486" y="586325"/>
                  <a:ext cx="118303" cy="39512"/>
                </a:xfrm>
                <a:custGeom>
                  <a:rect b="b" l="l" r="r" t="t"/>
                  <a:pathLst>
                    <a:path extrusionOk="0" h="344" w="1030">
                      <a:moveTo>
                        <a:pt x="0" y="0"/>
                      </a:moveTo>
                      <a:lnTo>
                        <a:pt x="1030" y="332"/>
                      </a:lnTo>
                      <a:cubicBezTo>
                        <a:pt x="988" y="339"/>
                        <a:pt x="944" y="343"/>
                        <a:pt x="898" y="344"/>
                      </a:cubicBezTo>
                      <a:lnTo>
                        <a:pt x="106" y="89"/>
                      </a:lnTo>
                      <a:cubicBezTo>
                        <a:pt x="68" y="61"/>
                        <a:pt x="32" y="32"/>
                        <a:pt x="0" y="0"/>
                      </a:cubicBezTo>
                      <a:close/>
                    </a:path>
                  </a:pathLst>
                </a:custGeom>
                <a:solidFill>
                  <a:srgbClr val="FDC859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20"/>
                <p:cNvSpPr/>
                <p:nvPr/>
              </p:nvSpPr>
              <p:spPr>
                <a:xfrm flipH="1">
                  <a:off x="8553121" y="582879"/>
                  <a:ext cx="125999" cy="42613"/>
                </a:xfrm>
                <a:custGeom>
                  <a:rect b="b" l="l" r="r" t="t"/>
                  <a:pathLst>
                    <a:path extrusionOk="0" h="371" w="1097">
                      <a:moveTo>
                        <a:pt x="0" y="0"/>
                      </a:moveTo>
                      <a:lnTo>
                        <a:pt x="1097" y="354"/>
                      </a:lnTo>
                      <a:cubicBezTo>
                        <a:pt x="1061" y="362"/>
                        <a:pt x="1023" y="368"/>
                        <a:pt x="983" y="371"/>
                      </a:cubicBezTo>
                      <a:lnTo>
                        <a:pt x="88" y="83"/>
                      </a:lnTo>
                      <a:cubicBezTo>
                        <a:pt x="56" y="56"/>
                        <a:pt x="27" y="29"/>
                        <a:pt x="0" y="0"/>
                      </a:cubicBezTo>
                      <a:close/>
                    </a:path>
                  </a:pathLst>
                </a:custGeom>
                <a:solidFill>
                  <a:srgbClr val="FDC7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2" name="Google Shape;632;p20"/>
                <p:cNvSpPr/>
                <p:nvPr/>
              </p:nvSpPr>
              <p:spPr>
                <a:xfrm flipH="1">
                  <a:off x="8548871" y="579663"/>
                  <a:ext cx="133235" cy="45255"/>
                </a:xfrm>
                <a:custGeom>
                  <a:rect b="b" l="l" r="r" t="t"/>
                  <a:pathLst>
                    <a:path extrusionOk="0" h="394" w="1160">
                      <a:moveTo>
                        <a:pt x="0" y="0"/>
                      </a:moveTo>
                      <a:lnTo>
                        <a:pt x="1160" y="373"/>
                      </a:lnTo>
                      <a:cubicBezTo>
                        <a:pt x="1126" y="382"/>
                        <a:pt x="1091" y="389"/>
                        <a:pt x="1055" y="394"/>
                      </a:cubicBezTo>
                      <a:lnTo>
                        <a:pt x="77" y="79"/>
                      </a:lnTo>
                      <a:cubicBezTo>
                        <a:pt x="49" y="54"/>
                        <a:pt x="24" y="27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3" name="Google Shape;633;p20"/>
                <p:cNvSpPr/>
                <p:nvPr/>
              </p:nvSpPr>
              <p:spPr>
                <a:xfrm flipH="1">
                  <a:off x="8545196" y="576447"/>
                  <a:ext cx="139552" cy="47667"/>
                </a:xfrm>
                <a:custGeom>
                  <a:rect b="b" l="l" r="r" t="t"/>
                  <a:pathLst>
                    <a:path extrusionOk="0" h="415" w="1215">
                      <a:moveTo>
                        <a:pt x="0" y="0"/>
                      </a:moveTo>
                      <a:lnTo>
                        <a:pt x="1215" y="391"/>
                      </a:lnTo>
                      <a:cubicBezTo>
                        <a:pt x="1185" y="401"/>
                        <a:pt x="1154" y="409"/>
                        <a:pt x="1121" y="415"/>
                      </a:cubicBezTo>
                      <a:lnTo>
                        <a:pt x="67" y="75"/>
                      </a:lnTo>
                      <a:cubicBezTo>
                        <a:pt x="43" y="51"/>
                        <a:pt x="21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4" name="Google Shape;634;p20"/>
                <p:cNvSpPr/>
                <p:nvPr/>
              </p:nvSpPr>
              <p:spPr>
                <a:xfrm flipH="1">
                  <a:off x="8541635" y="573231"/>
                  <a:ext cx="145410" cy="49964"/>
                </a:xfrm>
                <a:custGeom>
                  <a:rect b="b" l="l" r="r" t="t"/>
                  <a:pathLst>
                    <a:path extrusionOk="0" h="435" w="1266">
                      <a:moveTo>
                        <a:pt x="0" y="0"/>
                      </a:moveTo>
                      <a:lnTo>
                        <a:pt x="1266" y="409"/>
                      </a:lnTo>
                      <a:cubicBezTo>
                        <a:pt x="1239" y="419"/>
                        <a:pt x="1210" y="428"/>
                        <a:pt x="1180" y="435"/>
                      </a:cubicBezTo>
                      <a:lnTo>
                        <a:pt x="59" y="74"/>
                      </a:lnTo>
                      <a:cubicBezTo>
                        <a:pt x="38" y="50"/>
                        <a:pt x="18" y="26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5" name="Google Shape;635;p20"/>
                <p:cNvSpPr/>
                <p:nvPr/>
              </p:nvSpPr>
              <p:spPr>
                <a:xfrm flipH="1">
                  <a:off x="8538419" y="570360"/>
                  <a:ext cx="150578" cy="51802"/>
                </a:xfrm>
                <a:custGeom>
                  <a:rect b="b" l="l" r="r" t="t"/>
                  <a:pathLst>
                    <a:path extrusionOk="0" h="451" w="1311">
                      <a:moveTo>
                        <a:pt x="0" y="0"/>
                      </a:moveTo>
                      <a:lnTo>
                        <a:pt x="1311" y="423"/>
                      </a:lnTo>
                      <a:cubicBezTo>
                        <a:pt x="1286" y="434"/>
                        <a:pt x="1259" y="443"/>
                        <a:pt x="1231" y="451"/>
                      </a:cubicBezTo>
                      <a:lnTo>
                        <a:pt x="51" y="70"/>
                      </a:lnTo>
                      <a:cubicBezTo>
                        <a:pt x="33" y="47"/>
                        <a:pt x="15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6" name="Google Shape;636;p20"/>
                <p:cNvSpPr/>
                <p:nvPr/>
              </p:nvSpPr>
              <p:spPr>
                <a:xfrm flipH="1">
                  <a:off x="8535203" y="567374"/>
                  <a:ext cx="155632" cy="53640"/>
                </a:xfrm>
                <a:custGeom>
                  <a:rect b="b" l="l" r="r" t="t"/>
                  <a:pathLst>
                    <a:path extrusionOk="0" h="467" w="1355">
                      <a:moveTo>
                        <a:pt x="0" y="0"/>
                      </a:moveTo>
                      <a:lnTo>
                        <a:pt x="1355" y="437"/>
                      </a:lnTo>
                      <a:cubicBezTo>
                        <a:pt x="1331" y="448"/>
                        <a:pt x="1306" y="458"/>
                        <a:pt x="1280" y="467"/>
                      </a:cubicBezTo>
                      <a:lnTo>
                        <a:pt x="47" y="70"/>
                      </a:lnTo>
                      <a:cubicBezTo>
                        <a:pt x="29" y="47"/>
                        <a:pt x="14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7" name="Google Shape;637;p20"/>
                <p:cNvSpPr/>
                <p:nvPr/>
              </p:nvSpPr>
              <p:spPr>
                <a:xfrm flipH="1">
                  <a:off x="8532447" y="564502"/>
                  <a:ext cx="159996" cy="55248"/>
                </a:xfrm>
                <a:custGeom>
                  <a:rect b="b" l="l" r="r" t="t"/>
                  <a:pathLst>
                    <a:path extrusionOk="0" h="481" w="1393">
                      <a:moveTo>
                        <a:pt x="0" y="0"/>
                      </a:moveTo>
                      <a:lnTo>
                        <a:pt x="1393" y="450"/>
                      </a:lnTo>
                      <a:cubicBezTo>
                        <a:pt x="1371" y="461"/>
                        <a:pt x="1347" y="472"/>
                        <a:pt x="1323" y="481"/>
                      </a:cubicBezTo>
                      <a:lnTo>
                        <a:pt x="41" y="68"/>
                      </a:lnTo>
                      <a:cubicBezTo>
                        <a:pt x="26" y="46"/>
                        <a:pt x="12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8" name="Google Shape;638;p20"/>
                <p:cNvSpPr/>
                <p:nvPr/>
              </p:nvSpPr>
              <p:spPr>
                <a:xfrm flipH="1">
                  <a:off x="8529690" y="561631"/>
                  <a:ext cx="164131" cy="56741"/>
                </a:xfrm>
                <a:custGeom>
                  <a:rect b="b" l="l" r="r" t="t"/>
                  <a:pathLst>
                    <a:path extrusionOk="0" h="494" w="1429">
                      <a:moveTo>
                        <a:pt x="0" y="0"/>
                      </a:moveTo>
                      <a:lnTo>
                        <a:pt x="1429" y="461"/>
                      </a:lnTo>
                      <a:cubicBezTo>
                        <a:pt x="1408" y="473"/>
                        <a:pt x="1386" y="484"/>
                        <a:pt x="1363" y="494"/>
                      </a:cubicBezTo>
                      <a:lnTo>
                        <a:pt x="36" y="67"/>
                      </a:lnTo>
                      <a:cubicBezTo>
                        <a:pt x="23" y="45"/>
                        <a:pt x="10" y="23"/>
                        <a:pt x="0" y="0"/>
                      </a:cubicBezTo>
                      <a:close/>
                    </a:path>
                  </a:pathLst>
                </a:custGeom>
                <a:solidFill>
                  <a:srgbClr val="FDC35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9" name="Google Shape;639;p20"/>
                <p:cNvSpPr/>
                <p:nvPr/>
              </p:nvSpPr>
              <p:spPr>
                <a:xfrm flipH="1">
                  <a:off x="8527048" y="558989"/>
                  <a:ext cx="168037" cy="58119"/>
                </a:xfrm>
                <a:custGeom>
                  <a:rect b="b" l="l" r="r" t="t"/>
                  <a:pathLst>
                    <a:path extrusionOk="0" h="506" w="1463">
                      <a:moveTo>
                        <a:pt x="0" y="0"/>
                      </a:moveTo>
                      <a:lnTo>
                        <a:pt x="1463" y="471"/>
                      </a:lnTo>
                      <a:cubicBezTo>
                        <a:pt x="1443" y="483"/>
                        <a:pt x="1422" y="495"/>
                        <a:pt x="1400" y="506"/>
                      </a:cubicBezTo>
                      <a:lnTo>
                        <a:pt x="32" y="64"/>
                      </a:lnTo>
                      <a:cubicBezTo>
                        <a:pt x="20" y="43"/>
                        <a:pt x="9" y="22"/>
                        <a:pt x="0" y="0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0" name="Google Shape;640;p20"/>
                <p:cNvSpPr/>
                <p:nvPr/>
              </p:nvSpPr>
              <p:spPr>
                <a:xfrm flipH="1">
                  <a:off x="8524636" y="556232"/>
                  <a:ext cx="171597" cy="59383"/>
                </a:xfrm>
                <a:custGeom>
                  <a:rect b="b" l="l" r="r" t="t"/>
                  <a:pathLst>
                    <a:path extrusionOk="0" h="517" w="1494">
                      <a:moveTo>
                        <a:pt x="0" y="0"/>
                      </a:moveTo>
                      <a:lnTo>
                        <a:pt x="1494" y="482"/>
                      </a:lnTo>
                      <a:cubicBezTo>
                        <a:pt x="1475" y="494"/>
                        <a:pt x="1455" y="506"/>
                        <a:pt x="1435" y="517"/>
                      </a:cubicBezTo>
                      <a:lnTo>
                        <a:pt x="28" y="63"/>
                      </a:lnTo>
                      <a:cubicBezTo>
                        <a:pt x="18" y="42"/>
                        <a:pt x="8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1" name="Google Shape;641;p20"/>
                <p:cNvSpPr/>
                <p:nvPr/>
              </p:nvSpPr>
              <p:spPr>
                <a:xfrm flipH="1">
                  <a:off x="8522339" y="553590"/>
                  <a:ext cx="174813" cy="60531"/>
                </a:xfrm>
                <a:custGeom>
                  <a:rect b="b" l="l" r="r" t="t"/>
                  <a:pathLst>
                    <a:path extrusionOk="0" h="527" w="1522">
                      <a:moveTo>
                        <a:pt x="0" y="0"/>
                      </a:moveTo>
                      <a:lnTo>
                        <a:pt x="1522" y="490"/>
                      </a:lnTo>
                      <a:cubicBezTo>
                        <a:pt x="1504" y="503"/>
                        <a:pt x="1485" y="516"/>
                        <a:pt x="1466" y="527"/>
                      </a:cubicBezTo>
                      <a:lnTo>
                        <a:pt x="25" y="62"/>
                      </a:lnTo>
                      <a:cubicBezTo>
                        <a:pt x="15" y="42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2" name="Google Shape;642;p20"/>
                <p:cNvSpPr/>
                <p:nvPr/>
              </p:nvSpPr>
              <p:spPr>
                <a:xfrm flipH="1">
                  <a:off x="8520272" y="550949"/>
                  <a:ext cx="177799" cy="61565"/>
                </a:xfrm>
                <a:custGeom>
                  <a:rect b="b" l="l" r="r" t="t"/>
                  <a:pathLst>
                    <a:path extrusionOk="0" h="536" w="1548">
                      <a:moveTo>
                        <a:pt x="0" y="0"/>
                      </a:moveTo>
                      <a:lnTo>
                        <a:pt x="1548" y="499"/>
                      </a:lnTo>
                      <a:cubicBezTo>
                        <a:pt x="1532" y="512"/>
                        <a:pt x="1514" y="525"/>
                        <a:pt x="1496" y="536"/>
                      </a:cubicBezTo>
                      <a:lnTo>
                        <a:pt x="22" y="61"/>
                      </a:lnTo>
                      <a:cubicBezTo>
                        <a:pt x="14" y="41"/>
                        <a:pt x="7" y="21"/>
                        <a:pt x="0" y="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3" name="Google Shape;643;p20"/>
                <p:cNvSpPr/>
                <p:nvPr/>
              </p:nvSpPr>
              <p:spPr>
                <a:xfrm flipH="1">
                  <a:off x="8518089" y="548422"/>
                  <a:ext cx="180671" cy="62484"/>
                </a:xfrm>
                <a:custGeom>
                  <a:rect b="b" l="l" r="r" t="t"/>
                  <a:pathLst>
                    <a:path extrusionOk="0" h="544" w="1573">
                      <a:moveTo>
                        <a:pt x="0" y="0"/>
                      </a:moveTo>
                      <a:lnTo>
                        <a:pt x="1573" y="506"/>
                      </a:lnTo>
                      <a:cubicBezTo>
                        <a:pt x="1557" y="520"/>
                        <a:pt x="1540" y="532"/>
                        <a:pt x="1523" y="544"/>
                      </a:cubicBezTo>
                      <a:lnTo>
                        <a:pt x="19" y="60"/>
                      </a:lnTo>
                      <a:cubicBezTo>
                        <a:pt x="12" y="40"/>
                        <a:pt x="5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4" name="Google Shape;644;p20"/>
                <p:cNvSpPr/>
                <p:nvPr/>
              </p:nvSpPr>
              <p:spPr>
                <a:xfrm flipH="1">
                  <a:off x="8516252" y="545780"/>
                  <a:ext cx="183083" cy="63632"/>
                </a:xfrm>
                <a:custGeom>
                  <a:rect b="b" l="l" r="r" t="t"/>
                  <a:pathLst>
                    <a:path extrusionOk="0" h="554" w="1594">
                      <a:moveTo>
                        <a:pt x="0" y="0"/>
                      </a:moveTo>
                      <a:lnTo>
                        <a:pt x="1594" y="515"/>
                      </a:lnTo>
                      <a:cubicBezTo>
                        <a:pt x="1579" y="528"/>
                        <a:pt x="1564" y="541"/>
                        <a:pt x="1547" y="554"/>
                      </a:cubicBezTo>
                      <a:lnTo>
                        <a:pt x="16" y="60"/>
                      </a:lnTo>
                      <a:cubicBezTo>
                        <a:pt x="10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5" name="Google Shape;645;p20"/>
                <p:cNvSpPr/>
                <p:nvPr/>
              </p:nvSpPr>
              <p:spPr>
                <a:xfrm flipH="1">
                  <a:off x="8514299" y="543253"/>
                  <a:ext cx="185610" cy="64436"/>
                </a:xfrm>
                <a:custGeom>
                  <a:rect b="b" l="l" r="r" t="t"/>
                  <a:pathLst>
                    <a:path extrusionOk="0" h="561" w="1616">
                      <a:moveTo>
                        <a:pt x="0" y="0"/>
                      </a:moveTo>
                      <a:lnTo>
                        <a:pt x="1616" y="521"/>
                      </a:lnTo>
                      <a:cubicBezTo>
                        <a:pt x="1602" y="535"/>
                        <a:pt x="1587" y="548"/>
                        <a:pt x="1571" y="561"/>
                      </a:cubicBezTo>
                      <a:lnTo>
                        <a:pt x="14" y="59"/>
                      </a:lnTo>
                      <a:cubicBezTo>
                        <a:pt x="8" y="40"/>
                        <a:pt x="4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" name="Google Shape;646;p20"/>
                <p:cNvSpPr/>
                <p:nvPr/>
              </p:nvSpPr>
              <p:spPr>
                <a:xfrm flipH="1">
                  <a:off x="8512576" y="540841"/>
                  <a:ext cx="187792" cy="65126"/>
                </a:xfrm>
                <a:custGeom>
                  <a:rect b="b" l="l" r="r" t="t"/>
                  <a:pathLst>
                    <a:path extrusionOk="0" h="567" w="1635">
                      <a:moveTo>
                        <a:pt x="0" y="0"/>
                      </a:moveTo>
                      <a:lnTo>
                        <a:pt x="1635" y="527"/>
                      </a:lnTo>
                      <a:cubicBezTo>
                        <a:pt x="1622" y="541"/>
                        <a:pt x="1607" y="555"/>
                        <a:pt x="1592" y="567"/>
                      </a:cubicBezTo>
                      <a:lnTo>
                        <a:pt x="12" y="58"/>
                      </a:lnTo>
                      <a:cubicBezTo>
                        <a:pt x="7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7" name="Google Shape;647;p20"/>
                <p:cNvSpPr/>
                <p:nvPr/>
              </p:nvSpPr>
              <p:spPr>
                <a:xfrm flipH="1">
                  <a:off x="8510853" y="538314"/>
                  <a:ext cx="189859" cy="65930"/>
                </a:xfrm>
                <a:custGeom>
                  <a:rect b="b" l="l" r="r" t="t"/>
                  <a:pathLst>
                    <a:path extrusionOk="0" h="574" w="1653">
                      <a:moveTo>
                        <a:pt x="0" y="0"/>
                      </a:moveTo>
                      <a:lnTo>
                        <a:pt x="1653" y="533"/>
                      </a:lnTo>
                      <a:cubicBezTo>
                        <a:pt x="1640" y="547"/>
                        <a:pt x="1627" y="561"/>
                        <a:pt x="1613" y="574"/>
                      </a:cubicBezTo>
                      <a:lnTo>
                        <a:pt x="10" y="58"/>
                      </a:lnTo>
                      <a:cubicBezTo>
                        <a:pt x="6" y="39"/>
                        <a:pt x="3" y="19"/>
                        <a:pt x="0" y="0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8" name="Google Shape;648;p20"/>
                <p:cNvSpPr/>
                <p:nvPr/>
              </p:nvSpPr>
              <p:spPr>
                <a:xfrm flipH="1">
                  <a:off x="8507523" y="533145"/>
                  <a:ext cx="193535" cy="69375"/>
                </a:xfrm>
                <a:custGeom>
                  <a:rect b="b" l="l" r="r" t="t"/>
                  <a:pathLst>
                    <a:path extrusionOk="0" h="604" w="1685">
                      <a:moveTo>
                        <a:pt x="0" y="0"/>
                      </a:moveTo>
                      <a:lnTo>
                        <a:pt x="675" y="218"/>
                      </a:lnTo>
                      <a:cubicBezTo>
                        <a:pt x="689" y="233"/>
                        <a:pt x="705" y="246"/>
                        <a:pt x="722" y="259"/>
                      </a:cubicBezTo>
                      <a:lnTo>
                        <a:pt x="730" y="236"/>
                      </a:lnTo>
                      <a:lnTo>
                        <a:pt x="936" y="302"/>
                      </a:lnTo>
                      <a:lnTo>
                        <a:pt x="925" y="335"/>
                      </a:lnTo>
                      <a:cubicBezTo>
                        <a:pt x="963" y="340"/>
                        <a:pt x="998" y="340"/>
                        <a:pt x="1031" y="333"/>
                      </a:cubicBezTo>
                      <a:lnTo>
                        <a:pt x="1685" y="544"/>
                      </a:lnTo>
                      <a:cubicBezTo>
                        <a:pt x="1668" y="565"/>
                        <a:pt x="1650" y="585"/>
                        <a:pt x="1631" y="604"/>
                      </a:cubicBezTo>
                      <a:lnTo>
                        <a:pt x="9" y="81"/>
                      </a:lnTo>
                      <a:cubicBezTo>
                        <a:pt x="4" y="54"/>
                        <a:pt x="1" y="28"/>
                        <a:pt x="0" y="0"/>
                      </a:cubicBezTo>
                      <a:close/>
                    </a:path>
                  </a:pathLst>
                </a:custGeom>
                <a:solidFill>
                  <a:srgbClr val="FDBC4A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9" name="Google Shape;649;p20"/>
                <p:cNvSpPr/>
                <p:nvPr/>
              </p:nvSpPr>
              <p:spPr>
                <a:xfrm flipH="1">
                  <a:off x="8504651" y="528321"/>
                  <a:ext cx="196521" cy="70409"/>
                </a:xfrm>
                <a:custGeom>
                  <a:rect b="b" l="l" r="r" t="t"/>
                  <a:pathLst>
                    <a:path extrusionOk="0" h="613" w="1711">
                      <a:moveTo>
                        <a:pt x="0" y="0"/>
                      </a:moveTo>
                      <a:lnTo>
                        <a:pt x="637" y="205"/>
                      </a:lnTo>
                      <a:cubicBezTo>
                        <a:pt x="656" y="242"/>
                        <a:pt x="685" y="274"/>
                        <a:pt x="723" y="301"/>
                      </a:cubicBezTo>
                      <a:lnTo>
                        <a:pt x="743" y="239"/>
                      </a:lnTo>
                      <a:lnTo>
                        <a:pt x="949" y="306"/>
                      </a:lnTo>
                      <a:lnTo>
                        <a:pt x="927" y="375"/>
                      </a:lnTo>
                      <a:lnTo>
                        <a:pt x="4" y="77"/>
                      </a:lnTo>
                      <a:cubicBezTo>
                        <a:pt x="1" y="52"/>
                        <a:pt x="0" y="26"/>
                        <a:pt x="0" y="0"/>
                      </a:cubicBezTo>
                      <a:moveTo>
                        <a:pt x="1663" y="613"/>
                      </a:moveTo>
                      <a:lnTo>
                        <a:pt x="936" y="378"/>
                      </a:lnTo>
                      <a:cubicBezTo>
                        <a:pt x="996" y="385"/>
                        <a:pt x="1051" y="376"/>
                        <a:pt x="1096" y="353"/>
                      </a:cubicBezTo>
                      <a:lnTo>
                        <a:pt x="1711" y="551"/>
                      </a:lnTo>
                      <a:cubicBezTo>
                        <a:pt x="1696" y="573"/>
                        <a:pt x="1680" y="593"/>
                        <a:pt x="1663" y="613"/>
                      </a:cubicBezTo>
                      <a:close/>
                    </a:path>
                  </a:pathLst>
                </a:custGeom>
                <a:solidFill>
                  <a:srgbClr val="FDBD4B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" name="Google Shape;650;p20"/>
                <p:cNvSpPr/>
                <p:nvPr/>
              </p:nvSpPr>
              <p:spPr>
                <a:xfrm flipH="1">
                  <a:off x="8502124" y="523497"/>
                  <a:ext cx="199048" cy="71328"/>
                </a:xfrm>
                <a:custGeom>
                  <a:rect b="b" l="l" r="r" t="t"/>
                  <a:pathLst>
                    <a:path extrusionOk="0" h="621" w="1733">
                      <a:moveTo>
                        <a:pt x="2" y="0"/>
                      </a:moveTo>
                      <a:lnTo>
                        <a:pt x="617" y="198"/>
                      </a:lnTo>
                      <a:cubicBezTo>
                        <a:pt x="626" y="232"/>
                        <a:pt x="643" y="263"/>
                        <a:pt x="666" y="290"/>
                      </a:cubicBezTo>
                      <a:lnTo>
                        <a:pt x="0" y="76"/>
                      </a:lnTo>
                      <a:cubicBezTo>
                        <a:pt x="0" y="51"/>
                        <a:pt x="0" y="25"/>
                        <a:pt x="2" y="0"/>
                      </a:cubicBezTo>
                      <a:moveTo>
                        <a:pt x="756" y="242"/>
                      </a:moveTo>
                      <a:lnTo>
                        <a:pt x="962" y="309"/>
                      </a:lnTo>
                      <a:lnTo>
                        <a:pt x="939" y="378"/>
                      </a:lnTo>
                      <a:lnTo>
                        <a:pt x="733" y="312"/>
                      </a:lnTo>
                      <a:lnTo>
                        <a:pt x="756" y="242"/>
                      </a:lnTo>
                      <a:moveTo>
                        <a:pt x="1691" y="621"/>
                      </a:moveTo>
                      <a:lnTo>
                        <a:pt x="1048" y="413"/>
                      </a:lnTo>
                      <a:cubicBezTo>
                        <a:pt x="1082" y="404"/>
                        <a:pt x="1113" y="388"/>
                        <a:pt x="1139" y="366"/>
                      </a:cubicBezTo>
                      <a:lnTo>
                        <a:pt x="1733" y="557"/>
                      </a:lnTo>
                      <a:cubicBezTo>
                        <a:pt x="1721" y="579"/>
                        <a:pt x="1706" y="601"/>
                        <a:pt x="1691" y="621"/>
                      </a:cubicBezTo>
                      <a:close/>
                    </a:path>
                  </a:pathLst>
                </a:custGeom>
                <a:solidFill>
                  <a:srgbClr val="FDBD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" name="Google Shape;651;p20"/>
                <p:cNvSpPr/>
                <p:nvPr/>
              </p:nvSpPr>
              <p:spPr>
                <a:xfrm flipH="1">
                  <a:off x="8499827" y="518673"/>
                  <a:ext cx="201345" cy="72132"/>
                </a:xfrm>
                <a:custGeom>
                  <a:rect b="b" l="l" r="r" t="t"/>
                  <a:pathLst>
                    <a:path extrusionOk="0" h="628" w="1753">
                      <a:moveTo>
                        <a:pt x="6" y="0"/>
                      </a:moveTo>
                      <a:lnTo>
                        <a:pt x="608" y="194"/>
                      </a:lnTo>
                      <a:cubicBezTo>
                        <a:pt x="611" y="224"/>
                        <a:pt x="619" y="252"/>
                        <a:pt x="631" y="278"/>
                      </a:cubicBezTo>
                      <a:lnTo>
                        <a:pt x="0" y="74"/>
                      </a:lnTo>
                      <a:cubicBezTo>
                        <a:pt x="1" y="50"/>
                        <a:pt x="3" y="25"/>
                        <a:pt x="6" y="0"/>
                      </a:cubicBezTo>
                      <a:moveTo>
                        <a:pt x="768" y="246"/>
                      </a:moveTo>
                      <a:lnTo>
                        <a:pt x="974" y="312"/>
                      </a:lnTo>
                      <a:lnTo>
                        <a:pt x="952" y="381"/>
                      </a:lnTo>
                      <a:lnTo>
                        <a:pt x="746" y="315"/>
                      </a:lnTo>
                      <a:lnTo>
                        <a:pt x="768" y="246"/>
                      </a:lnTo>
                      <a:moveTo>
                        <a:pt x="1716" y="628"/>
                      </a:moveTo>
                      <a:lnTo>
                        <a:pt x="1106" y="431"/>
                      </a:lnTo>
                      <a:cubicBezTo>
                        <a:pt x="1131" y="417"/>
                        <a:pt x="1152" y="398"/>
                        <a:pt x="1170" y="376"/>
                      </a:cubicBezTo>
                      <a:lnTo>
                        <a:pt x="1753" y="564"/>
                      </a:lnTo>
                      <a:cubicBezTo>
                        <a:pt x="1742" y="586"/>
                        <a:pt x="1729" y="607"/>
                        <a:pt x="1716" y="628"/>
                      </a:cubicBezTo>
                      <a:close/>
                    </a:path>
                  </a:pathLst>
                </a:custGeom>
                <a:solidFill>
                  <a:srgbClr val="FDBE4C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2" name="Google Shape;652;p20"/>
                <p:cNvSpPr/>
                <p:nvPr/>
              </p:nvSpPr>
              <p:spPr>
                <a:xfrm flipH="1">
                  <a:off x="8497875" y="513964"/>
                  <a:ext cx="202953" cy="72706"/>
                </a:xfrm>
                <a:custGeom>
                  <a:rect b="b" l="l" r="r" t="t"/>
                  <a:pathLst>
                    <a:path extrusionOk="0" h="633" w="1767">
                      <a:moveTo>
                        <a:pt x="10" y="0"/>
                      </a:moveTo>
                      <a:lnTo>
                        <a:pt x="604" y="192"/>
                      </a:lnTo>
                      <a:cubicBezTo>
                        <a:pt x="603" y="220"/>
                        <a:pt x="605" y="246"/>
                        <a:pt x="611" y="271"/>
                      </a:cubicBezTo>
                      <a:lnTo>
                        <a:pt x="0" y="74"/>
                      </a:lnTo>
                      <a:cubicBezTo>
                        <a:pt x="2" y="50"/>
                        <a:pt x="5" y="25"/>
                        <a:pt x="10" y="0"/>
                      </a:cubicBezTo>
                      <a:moveTo>
                        <a:pt x="778" y="248"/>
                      </a:moveTo>
                      <a:lnTo>
                        <a:pt x="984" y="314"/>
                      </a:lnTo>
                      <a:lnTo>
                        <a:pt x="961" y="384"/>
                      </a:lnTo>
                      <a:lnTo>
                        <a:pt x="755" y="318"/>
                      </a:lnTo>
                      <a:lnTo>
                        <a:pt x="778" y="248"/>
                      </a:lnTo>
                      <a:moveTo>
                        <a:pt x="1735" y="633"/>
                      </a:moveTo>
                      <a:lnTo>
                        <a:pt x="1143" y="443"/>
                      </a:lnTo>
                      <a:cubicBezTo>
                        <a:pt x="1162" y="425"/>
                        <a:pt x="1178" y="405"/>
                        <a:pt x="1190" y="381"/>
                      </a:cubicBezTo>
                      <a:lnTo>
                        <a:pt x="1767" y="567"/>
                      </a:lnTo>
                      <a:cubicBezTo>
                        <a:pt x="1758" y="590"/>
                        <a:pt x="1747" y="612"/>
                        <a:pt x="1735" y="633"/>
                      </a:cubicBezTo>
                      <a:close/>
                    </a:path>
                  </a:pathLst>
                </a:custGeom>
                <a:solidFill>
                  <a:srgbClr val="FDBF4D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3" name="Google Shape;653;p20"/>
                <p:cNvSpPr/>
                <p:nvPr/>
              </p:nvSpPr>
              <p:spPr>
                <a:xfrm flipH="1">
                  <a:off x="8496152" y="509370"/>
                  <a:ext cx="204217" cy="73051"/>
                </a:xfrm>
                <a:custGeom>
                  <a:rect b="b" l="l" r="r" t="t"/>
                  <a:pathLst>
                    <a:path extrusionOk="0" h="636" w="1778">
                      <a:moveTo>
                        <a:pt x="14" y="0"/>
                      </a:moveTo>
                      <a:lnTo>
                        <a:pt x="603" y="190"/>
                      </a:lnTo>
                      <a:cubicBezTo>
                        <a:pt x="599" y="217"/>
                        <a:pt x="598" y="242"/>
                        <a:pt x="600" y="266"/>
                      </a:cubicBezTo>
                      <a:lnTo>
                        <a:pt x="0" y="73"/>
                      </a:lnTo>
                      <a:cubicBezTo>
                        <a:pt x="4" y="49"/>
                        <a:pt x="8" y="25"/>
                        <a:pt x="14" y="0"/>
                      </a:cubicBezTo>
                      <a:moveTo>
                        <a:pt x="786" y="249"/>
                      </a:moveTo>
                      <a:lnTo>
                        <a:pt x="992" y="316"/>
                      </a:lnTo>
                      <a:lnTo>
                        <a:pt x="970" y="385"/>
                      </a:lnTo>
                      <a:lnTo>
                        <a:pt x="764" y="318"/>
                      </a:lnTo>
                      <a:lnTo>
                        <a:pt x="786" y="249"/>
                      </a:lnTo>
                      <a:moveTo>
                        <a:pt x="1750" y="636"/>
                      </a:moveTo>
                      <a:lnTo>
                        <a:pt x="1169" y="449"/>
                      </a:lnTo>
                      <a:cubicBezTo>
                        <a:pt x="1183" y="430"/>
                        <a:pt x="1194" y="408"/>
                        <a:pt x="1202" y="383"/>
                      </a:cubicBezTo>
                      <a:lnTo>
                        <a:pt x="1778" y="569"/>
                      </a:lnTo>
                      <a:cubicBezTo>
                        <a:pt x="1770" y="592"/>
                        <a:pt x="1761" y="614"/>
                        <a:pt x="1750" y="636"/>
                      </a:cubicBezTo>
                      <a:close/>
                    </a:path>
                  </a:pathLst>
                </a:custGeom>
                <a:solidFill>
                  <a:srgbClr val="FDBF4E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4" name="Google Shape;654;p20"/>
                <p:cNvSpPr/>
                <p:nvPr/>
              </p:nvSpPr>
              <p:spPr>
                <a:xfrm flipH="1">
                  <a:off x="8493395" y="505694"/>
                  <a:ext cx="205135" cy="68112"/>
                </a:xfrm>
                <a:custGeom>
                  <a:rect b="b" l="l" r="r" t="t"/>
                  <a:pathLst>
                    <a:path extrusionOk="0" h="593" w="1786">
                      <a:moveTo>
                        <a:pt x="7" y="0"/>
                      </a:moveTo>
                      <a:lnTo>
                        <a:pt x="593" y="190"/>
                      </a:lnTo>
                      <a:cubicBezTo>
                        <a:pt x="591" y="198"/>
                        <a:pt x="590" y="206"/>
                        <a:pt x="589" y="213"/>
                      </a:cubicBezTo>
                      <a:lnTo>
                        <a:pt x="0" y="24"/>
                      </a:lnTo>
                      <a:cubicBezTo>
                        <a:pt x="2" y="16"/>
                        <a:pt x="4" y="8"/>
                        <a:pt x="7" y="0"/>
                      </a:cubicBezTo>
                      <a:moveTo>
                        <a:pt x="795" y="204"/>
                      </a:moveTo>
                      <a:lnTo>
                        <a:pt x="1001" y="270"/>
                      </a:lnTo>
                      <a:lnTo>
                        <a:pt x="979" y="339"/>
                      </a:lnTo>
                      <a:lnTo>
                        <a:pt x="773" y="273"/>
                      </a:lnTo>
                      <a:lnTo>
                        <a:pt x="795" y="204"/>
                      </a:lnTo>
                      <a:moveTo>
                        <a:pt x="1770" y="580"/>
                      </a:moveTo>
                      <a:cubicBezTo>
                        <a:pt x="1768" y="584"/>
                        <a:pt x="1767" y="589"/>
                        <a:pt x="1765" y="593"/>
                      </a:cubicBezTo>
                      <a:lnTo>
                        <a:pt x="1188" y="407"/>
                      </a:lnTo>
                      <a:cubicBezTo>
                        <a:pt x="1196" y="381"/>
                        <a:pt x="1199" y="357"/>
                        <a:pt x="1197" y="333"/>
                      </a:cubicBezTo>
                      <a:lnTo>
                        <a:pt x="1786" y="523"/>
                      </a:lnTo>
                      <a:cubicBezTo>
                        <a:pt x="1781" y="541"/>
                        <a:pt x="1776" y="560"/>
                        <a:pt x="1770" y="580"/>
                      </a:cubicBezTo>
                      <a:close/>
                    </a:path>
                  </a:pathLst>
                </a:custGeom>
                <a:solidFill>
                  <a:srgbClr val="FDC04F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5" name="Google Shape;655;p20"/>
                <p:cNvSpPr/>
                <p:nvPr/>
              </p:nvSpPr>
              <p:spPr>
                <a:xfrm flipH="1">
                  <a:off x="8492361" y="524531"/>
                  <a:ext cx="116006" cy="44795"/>
                </a:xfrm>
                <a:custGeom>
                  <a:rect b="b" l="l" r="r" t="t"/>
                  <a:pathLst>
                    <a:path extrusionOk="0" h="390" w="1010">
                      <a:moveTo>
                        <a:pt x="23" y="0"/>
                      </a:moveTo>
                      <a:lnTo>
                        <a:pt x="229" y="67"/>
                      </a:lnTo>
                      <a:lnTo>
                        <a:pt x="207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moveTo>
                        <a:pt x="992" y="390"/>
                      </a:moveTo>
                      <a:lnTo>
                        <a:pt x="411" y="203"/>
                      </a:lnTo>
                      <a:cubicBezTo>
                        <a:pt x="414" y="175"/>
                        <a:pt x="411" y="148"/>
                        <a:pt x="403" y="123"/>
                      </a:cubicBezTo>
                      <a:lnTo>
                        <a:pt x="1010" y="318"/>
                      </a:lnTo>
                      <a:cubicBezTo>
                        <a:pt x="1005" y="341"/>
                        <a:pt x="1000" y="365"/>
                        <a:pt x="992" y="390"/>
                      </a:cubicBezTo>
                      <a:close/>
                    </a:path>
                  </a:pathLst>
                </a:custGeom>
                <a:solidFill>
                  <a:srgbClr val="FDC150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6" name="Google Shape;656;p20"/>
                <p:cNvSpPr/>
                <p:nvPr/>
              </p:nvSpPr>
              <p:spPr>
                <a:xfrm flipH="1">
                  <a:off x="8491672" y="520166"/>
                  <a:ext cx="115202" cy="44566"/>
                </a:xfrm>
                <a:custGeom>
                  <a:rect b="b" l="l" r="r" t="t"/>
                  <a:pathLst>
                    <a:path extrusionOk="0" h="388" w="1003">
                      <a:moveTo>
                        <a:pt x="22" y="0"/>
                      </a:moveTo>
                      <a:lnTo>
                        <a:pt x="228" y="67"/>
                      </a:lnTo>
                      <a:lnTo>
                        <a:pt x="206" y="135"/>
                      </a:lnTo>
                      <a:lnTo>
                        <a:pt x="0" y="69"/>
                      </a:lnTo>
                      <a:lnTo>
                        <a:pt x="22" y="0"/>
                      </a:lnTo>
                      <a:moveTo>
                        <a:pt x="990" y="388"/>
                      </a:moveTo>
                      <a:lnTo>
                        <a:pt x="398" y="197"/>
                      </a:lnTo>
                      <a:cubicBezTo>
                        <a:pt x="394" y="167"/>
                        <a:pt x="383" y="139"/>
                        <a:pt x="366" y="111"/>
                      </a:cubicBezTo>
                      <a:lnTo>
                        <a:pt x="1003" y="316"/>
                      </a:lnTo>
                      <a:cubicBezTo>
                        <a:pt x="1000" y="340"/>
                        <a:pt x="996" y="364"/>
                        <a:pt x="990" y="388"/>
                      </a:cubicBezTo>
                      <a:close/>
                    </a:path>
                  </a:pathLst>
                </a:custGeom>
                <a:solidFill>
                  <a:srgbClr val="FDC25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7" name="Google Shape;657;p20"/>
                <p:cNvSpPr/>
                <p:nvPr/>
              </p:nvSpPr>
              <p:spPr>
                <a:xfrm flipH="1">
                  <a:off x="8491098" y="511207"/>
                  <a:ext cx="112905" cy="44221"/>
                </a:xfrm>
                <a:custGeom>
                  <a:rect b="b" l="l" r="r" t="t"/>
                  <a:pathLst>
                    <a:path extrusionOk="0" h="385" w="983">
                      <a:moveTo>
                        <a:pt x="22" y="0"/>
                      </a:moveTo>
                      <a:lnTo>
                        <a:pt x="983" y="310"/>
                      </a:lnTo>
                      <a:cubicBezTo>
                        <a:pt x="983" y="334"/>
                        <a:pt x="982" y="359"/>
                        <a:pt x="979" y="385"/>
                      </a:cubicBezTo>
                      <a:lnTo>
                        <a:pt x="333" y="177"/>
                      </a:lnTo>
                      <a:cubicBezTo>
                        <a:pt x="308" y="139"/>
                        <a:pt x="271" y="104"/>
                        <a:pt x="228" y="69"/>
                      </a:cubicBezTo>
                      <a:lnTo>
                        <a:pt x="206" y="136"/>
                      </a:lnTo>
                      <a:lnTo>
                        <a:pt x="0" y="69"/>
                      </a:lnTo>
                      <a:lnTo>
                        <a:pt x="22" y="0"/>
                      </a:lnTo>
                      <a:close/>
                    </a:path>
                  </a:pathLst>
                </a:custGeom>
                <a:solidFill>
                  <a:srgbClr val="FDC3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8" name="Google Shape;658;p20"/>
                <p:cNvSpPr/>
                <p:nvPr/>
              </p:nvSpPr>
              <p:spPr>
                <a:xfrm flipH="1">
                  <a:off x="8491098" y="506728"/>
                  <a:ext cx="111527" cy="43991"/>
                </a:xfrm>
                <a:custGeom>
                  <a:rect b="b" l="l" r="r" t="t"/>
                  <a:pathLst>
                    <a:path extrusionOk="0" h="383" w="971">
                      <a:moveTo>
                        <a:pt x="23" y="0"/>
                      </a:moveTo>
                      <a:lnTo>
                        <a:pt x="968" y="305"/>
                      </a:lnTo>
                      <a:cubicBezTo>
                        <a:pt x="971" y="330"/>
                        <a:pt x="971" y="356"/>
                        <a:pt x="970" y="383"/>
                      </a:cubicBezTo>
                      <a:lnTo>
                        <a:pt x="272" y="158"/>
                      </a:lnTo>
                      <a:cubicBezTo>
                        <a:pt x="255" y="141"/>
                        <a:pt x="236" y="124"/>
                        <a:pt x="216" y="108"/>
                      </a:cubicBezTo>
                      <a:lnTo>
                        <a:pt x="206" y="136"/>
                      </a:lnTo>
                      <a:lnTo>
                        <a:pt x="0" y="70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solidFill>
                  <a:srgbClr val="FDC45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9" name="Google Shape;659;p20"/>
                <p:cNvSpPr/>
                <p:nvPr/>
              </p:nvSpPr>
              <p:spPr>
                <a:xfrm flipH="1">
                  <a:off x="8491213" y="499607"/>
                  <a:ext cx="115662" cy="46174"/>
                </a:xfrm>
                <a:custGeom>
                  <a:rect b="b" l="l" r="r" t="t"/>
                  <a:pathLst>
                    <a:path extrusionOk="0" h="402" w="1007">
                      <a:moveTo>
                        <a:pt x="66" y="42"/>
                      </a:moveTo>
                      <a:cubicBezTo>
                        <a:pt x="45" y="28"/>
                        <a:pt x="22" y="14"/>
                        <a:pt x="0" y="0"/>
                      </a:cubicBezTo>
                      <a:lnTo>
                        <a:pt x="999" y="322"/>
                      </a:lnTo>
                      <a:cubicBezTo>
                        <a:pt x="1004" y="348"/>
                        <a:pt x="1007" y="374"/>
                        <a:pt x="1007" y="402"/>
                      </a:cubicBezTo>
                      <a:lnTo>
                        <a:pt x="50" y="93"/>
                      </a:lnTo>
                      <a:lnTo>
                        <a:pt x="66" y="42"/>
                      </a:lnTo>
                      <a:close/>
                    </a:path>
                  </a:pathLst>
                </a:custGeom>
                <a:solidFill>
                  <a:srgbClr val="FDC454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0" name="Google Shape;660;p20"/>
                <p:cNvSpPr/>
                <p:nvPr/>
              </p:nvSpPr>
              <p:spPr>
                <a:xfrm flipH="1">
                  <a:off x="8491557" y="490073"/>
                  <a:ext cx="129674" cy="50653"/>
                </a:xfrm>
                <a:custGeom>
                  <a:rect b="b" l="l" r="r" t="t"/>
                  <a:pathLst>
                    <a:path extrusionOk="0" h="441" w="1129">
                      <a:moveTo>
                        <a:pt x="191" y="125"/>
                      </a:moveTo>
                      <a:cubicBezTo>
                        <a:pt x="129" y="85"/>
                        <a:pt x="63" y="44"/>
                        <a:pt x="0" y="0"/>
                      </a:cubicBezTo>
                      <a:lnTo>
                        <a:pt x="1114" y="359"/>
                      </a:lnTo>
                      <a:cubicBezTo>
                        <a:pt x="1121" y="385"/>
                        <a:pt x="1126" y="412"/>
                        <a:pt x="1129" y="441"/>
                      </a:cubicBezTo>
                      <a:lnTo>
                        <a:pt x="187" y="137"/>
                      </a:lnTo>
                      <a:lnTo>
                        <a:pt x="191" y="125"/>
                      </a:lnTo>
                      <a:close/>
                    </a:path>
                  </a:pathLst>
                </a:custGeom>
                <a:solidFill>
                  <a:srgbClr val="FDC55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1" name="Google Shape;661;p20"/>
                <p:cNvSpPr/>
                <p:nvPr/>
              </p:nvSpPr>
              <p:spPr>
                <a:xfrm flipH="1">
                  <a:off x="8492361" y="481229"/>
                  <a:ext cx="140815" cy="54329"/>
                </a:xfrm>
                <a:custGeom>
                  <a:rect b="b" l="l" r="r" t="t"/>
                  <a:pathLst>
                    <a:path extrusionOk="0" h="473" w="1226">
                      <a:moveTo>
                        <a:pt x="0" y="0"/>
                      </a:moveTo>
                      <a:lnTo>
                        <a:pt x="1202" y="387"/>
                      </a:lnTo>
                      <a:cubicBezTo>
                        <a:pt x="1212" y="414"/>
                        <a:pt x="1221" y="443"/>
                        <a:pt x="1226" y="473"/>
                      </a:cubicBezTo>
                      <a:lnTo>
                        <a:pt x="201" y="142"/>
                      </a:lnTo>
                      <a:cubicBezTo>
                        <a:pt x="133" y="98"/>
                        <a:pt x="64" y="51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2" name="Google Shape;662;p20"/>
                <p:cNvSpPr/>
                <p:nvPr/>
              </p:nvSpPr>
              <p:spPr>
                <a:xfrm flipH="1">
                  <a:off x="8493625" y="473419"/>
                  <a:ext cx="148626" cy="56741"/>
                </a:xfrm>
                <a:custGeom>
                  <a:rect b="b" l="l" r="r" t="t"/>
                  <a:pathLst>
                    <a:path extrusionOk="0" h="494" w="1294">
                      <a:moveTo>
                        <a:pt x="0" y="0"/>
                      </a:moveTo>
                      <a:lnTo>
                        <a:pt x="1259" y="406"/>
                      </a:lnTo>
                      <a:cubicBezTo>
                        <a:pt x="1273" y="434"/>
                        <a:pt x="1285" y="463"/>
                        <a:pt x="1294" y="494"/>
                      </a:cubicBezTo>
                      <a:lnTo>
                        <a:pt x="157" y="127"/>
                      </a:lnTo>
                      <a:cubicBezTo>
                        <a:pt x="102" y="88"/>
                        <a:pt x="48" y="46"/>
                        <a:pt x="0" y="0"/>
                      </a:cubicBezTo>
                      <a:close/>
                    </a:path>
                  </a:pathLst>
                </a:custGeom>
                <a:solidFill>
                  <a:srgbClr val="FDC656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3" name="Google Shape;663;p20"/>
                <p:cNvSpPr/>
                <p:nvPr/>
              </p:nvSpPr>
              <p:spPr>
                <a:xfrm flipH="1">
                  <a:off x="8495577" y="466183"/>
                  <a:ext cx="153679" cy="58349"/>
                </a:xfrm>
                <a:custGeom>
                  <a:rect b="b" l="l" r="r" t="t"/>
                  <a:pathLst>
                    <a:path extrusionOk="0" h="508" w="1338">
                      <a:moveTo>
                        <a:pt x="0" y="0"/>
                      </a:moveTo>
                      <a:lnTo>
                        <a:pt x="1290" y="417"/>
                      </a:lnTo>
                      <a:cubicBezTo>
                        <a:pt x="1309" y="446"/>
                        <a:pt x="1325" y="476"/>
                        <a:pt x="1338" y="508"/>
                      </a:cubicBezTo>
                      <a:lnTo>
                        <a:pt x="122" y="117"/>
                      </a:lnTo>
                      <a:cubicBezTo>
                        <a:pt x="78" y="81"/>
                        <a:pt x="37" y="42"/>
                        <a:pt x="0" y="0"/>
                      </a:cubicBezTo>
                      <a:close/>
                    </a:path>
                  </a:pathLst>
                </a:custGeom>
                <a:solidFill>
                  <a:srgbClr val="FDC757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4" name="Google Shape;664;p20"/>
                <p:cNvSpPr/>
                <p:nvPr/>
              </p:nvSpPr>
              <p:spPr>
                <a:xfrm flipH="1">
                  <a:off x="8498334" y="459636"/>
                  <a:ext cx="156206" cy="59153"/>
                </a:xfrm>
                <a:custGeom>
                  <a:rect b="b" l="l" r="r" t="t"/>
                  <a:pathLst>
                    <a:path extrusionOk="0" h="515" w="1360">
                      <a:moveTo>
                        <a:pt x="0" y="0"/>
                      </a:moveTo>
                      <a:lnTo>
                        <a:pt x="1297" y="418"/>
                      </a:lnTo>
                      <a:cubicBezTo>
                        <a:pt x="1321" y="449"/>
                        <a:pt x="1342" y="481"/>
                        <a:pt x="1360" y="515"/>
                      </a:cubicBezTo>
                      <a:lnTo>
                        <a:pt x="93" y="106"/>
                      </a:lnTo>
                      <a:cubicBezTo>
                        <a:pt x="59" y="73"/>
                        <a:pt x="27" y="38"/>
                        <a:pt x="0" y="0"/>
                      </a:cubicBezTo>
                      <a:close/>
                    </a:path>
                  </a:pathLst>
                </a:custGeom>
                <a:solidFill>
                  <a:srgbClr val="FDC8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5" name="Google Shape;665;p20"/>
                <p:cNvSpPr/>
                <p:nvPr/>
              </p:nvSpPr>
              <p:spPr>
                <a:xfrm flipH="1">
                  <a:off x="8332480" y="237843"/>
                  <a:ext cx="493428" cy="493324"/>
                </a:xfrm>
                <a:custGeom>
                  <a:rect b="b" l="l" r="r" t="t"/>
                  <a:pathLst>
                    <a:path extrusionOk="0" h="4295" w="4296">
                      <a:moveTo>
                        <a:pt x="3667" y="629"/>
                      </a:moveTo>
                      <a:cubicBezTo>
                        <a:pt x="3934" y="895"/>
                        <a:pt x="4125" y="1228"/>
                        <a:pt x="4223" y="1592"/>
                      </a:cubicBezTo>
                      <a:cubicBezTo>
                        <a:pt x="4320" y="1957"/>
                        <a:pt x="4320" y="2339"/>
                        <a:pt x="4223" y="2703"/>
                      </a:cubicBezTo>
                      <a:cubicBezTo>
                        <a:pt x="4125" y="3068"/>
                        <a:pt x="3933" y="3400"/>
                        <a:pt x="3667" y="3666"/>
                      </a:cubicBezTo>
                      <a:cubicBezTo>
                        <a:pt x="3400" y="3933"/>
                        <a:pt x="3068" y="4125"/>
                        <a:pt x="2704" y="4222"/>
                      </a:cubicBezTo>
                      <a:cubicBezTo>
                        <a:pt x="2339" y="4320"/>
                        <a:pt x="1956" y="4320"/>
                        <a:pt x="1592" y="4222"/>
                      </a:cubicBezTo>
                      <a:cubicBezTo>
                        <a:pt x="1227" y="4125"/>
                        <a:pt x="895" y="3933"/>
                        <a:pt x="629" y="3666"/>
                      </a:cubicBezTo>
                      <a:cubicBezTo>
                        <a:pt x="362" y="3400"/>
                        <a:pt x="171" y="3068"/>
                        <a:pt x="74" y="2703"/>
                      </a:cubicBezTo>
                      <a:cubicBezTo>
                        <a:pt x="-24" y="2339"/>
                        <a:pt x="-24" y="1956"/>
                        <a:pt x="74" y="1592"/>
                      </a:cubicBezTo>
                      <a:cubicBezTo>
                        <a:pt x="171" y="1227"/>
                        <a:pt x="362" y="896"/>
                        <a:pt x="629" y="629"/>
                      </a:cubicBezTo>
                      <a:cubicBezTo>
                        <a:pt x="895" y="363"/>
                        <a:pt x="1228" y="170"/>
                        <a:pt x="1592" y="73"/>
                      </a:cubicBezTo>
                      <a:cubicBezTo>
                        <a:pt x="1957" y="-25"/>
                        <a:pt x="2340" y="-25"/>
                        <a:pt x="2704" y="73"/>
                      </a:cubicBezTo>
                      <a:cubicBezTo>
                        <a:pt x="3069" y="170"/>
                        <a:pt x="3401" y="362"/>
                        <a:pt x="3667" y="62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6" name="Google Shape;666;p20"/>
                <p:cNvSpPr txBox="1"/>
                <p:nvPr/>
              </p:nvSpPr>
              <p:spPr>
                <a:xfrm>
                  <a:off x="8316399" y="231845"/>
                  <a:ext cx="517500" cy="517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900"/>
                    <a:buFont typeface="Arial"/>
                    <a:buNone/>
                  </a:pPr>
                  <a:r>
                    <a:rPr b="1" i="0" lang="en-US" sz="1900" u="none" cap="none" strike="noStrike">
                      <a:solidFill>
                        <a:schemeClr val="dk1"/>
                      </a:solidFill>
                      <a:latin typeface="Be Vietnam Pro"/>
                      <a:ea typeface="Be Vietnam Pro"/>
                      <a:cs typeface="Be Vietnam Pro"/>
                      <a:sym typeface="Be Vietnam Pro"/>
                    </a:rPr>
                    <a:t>$</a:t>
                  </a:r>
                  <a:endParaRPr b="1" i="0" sz="1900" u="none" cap="none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endParaRPr>
                </a:p>
              </p:txBody>
            </p:sp>
          </p:grpSp>
          <p:sp>
            <p:nvSpPr>
              <p:cNvPr id="667" name="Google Shape;667;p20"/>
              <p:cNvSpPr/>
              <p:nvPr/>
            </p:nvSpPr>
            <p:spPr>
              <a:xfrm flipH="1">
                <a:off x="94971" y="4646357"/>
                <a:ext cx="751204" cy="66468"/>
              </a:xfrm>
              <a:custGeom>
                <a:rect b="b" l="l" r="r" t="t"/>
                <a:pathLst>
                  <a:path extrusionOk="0" h="227" w="5369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0000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68" name="Google Shape;668;p20"/>
              <p:cNvGrpSpPr/>
              <p:nvPr/>
            </p:nvGrpSpPr>
            <p:grpSpPr>
              <a:xfrm>
                <a:off x="132262" y="4248579"/>
                <a:ext cx="650740" cy="416762"/>
                <a:chOff x="7504675" y="948450"/>
                <a:chExt cx="1903305" cy="1218960"/>
              </a:xfrm>
            </p:grpSpPr>
            <p:sp>
              <p:nvSpPr>
                <p:cNvPr id="669" name="Google Shape;669;p20"/>
                <p:cNvSpPr/>
                <p:nvPr/>
              </p:nvSpPr>
              <p:spPr>
                <a:xfrm>
                  <a:off x="7740108" y="119469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70" name="Google Shape;670;p20"/>
                <p:cNvGrpSpPr/>
                <p:nvPr/>
              </p:nvGrpSpPr>
              <p:grpSpPr>
                <a:xfrm>
                  <a:off x="7849188" y="1194690"/>
                  <a:ext cx="1222560" cy="248760"/>
                  <a:chOff x="7849188" y="1194690"/>
                  <a:chExt cx="1222560" cy="248760"/>
                </a:xfrm>
              </p:grpSpPr>
              <p:sp>
                <p:nvSpPr>
                  <p:cNvPr id="671" name="Google Shape;671;p20"/>
                  <p:cNvSpPr/>
                  <p:nvPr/>
                </p:nvSpPr>
                <p:spPr>
                  <a:xfrm>
                    <a:off x="784918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2" name="Google Shape;672;p20"/>
                  <p:cNvSpPr/>
                  <p:nvPr/>
                </p:nvSpPr>
                <p:spPr>
                  <a:xfrm>
                    <a:off x="80396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3" name="Google Shape;673;p20"/>
                  <p:cNvSpPr/>
                  <p:nvPr/>
                </p:nvSpPr>
                <p:spPr>
                  <a:xfrm>
                    <a:off x="82304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4" name="Google Shape;674;p20"/>
                  <p:cNvSpPr/>
                  <p:nvPr/>
                </p:nvSpPr>
                <p:spPr>
                  <a:xfrm>
                    <a:off x="84212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5" name="Google Shape;675;p20"/>
                  <p:cNvSpPr/>
                  <p:nvPr/>
                </p:nvSpPr>
                <p:spPr>
                  <a:xfrm>
                    <a:off x="8612028" y="119469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6" name="Google Shape;676;p20"/>
                  <p:cNvSpPr/>
                  <p:nvPr/>
                </p:nvSpPr>
                <p:spPr>
                  <a:xfrm>
                    <a:off x="88028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7" name="Google Shape;677;p20"/>
                  <p:cNvSpPr/>
                  <p:nvPr/>
                </p:nvSpPr>
                <p:spPr>
                  <a:xfrm>
                    <a:off x="8993628" y="119469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78" name="Google Shape;678;p20"/>
                <p:cNvSpPr/>
                <p:nvPr/>
              </p:nvSpPr>
              <p:spPr>
                <a:xfrm>
                  <a:off x="7960420" y="94845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79" name="Google Shape;679;p20"/>
                <p:cNvGrpSpPr/>
                <p:nvPr/>
              </p:nvGrpSpPr>
              <p:grpSpPr>
                <a:xfrm>
                  <a:off x="8069500" y="948450"/>
                  <a:ext cx="1222920" cy="248760"/>
                  <a:chOff x="8069500" y="948450"/>
                  <a:chExt cx="1222920" cy="248760"/>
                </a:xfrm>
              </p:grpSpPr>
              <p:sp>
                <p:nvSpPr>
                  <p:cNvPr id="680" name="Google Shape;680;p20"/>
                  <p:cNvSpPr/>
                  <p:nvPr/>
                </p:nvSpPr>
                <p:spPr>
                  <a:xfrm>
                    <a:off x="806950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1" name="Google Shape;681;p20"/>
                  <p:cNvSpPr/>
                  <p:nvPr/>
                </p:nvSpPr>
                <p:spPr>
                  <a:xfrm>
                    <a:off x="82603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2" name="Google Shape;682;p20"/>
                  <p:cNvSpPr/>
                  <p:nvPr/>
                </p:nvSpPr>
                <p:spPr>
                  <a:xfrm>
                    <a:off x="84511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3" name="Google Shape;683;p20"/>
                  <p:cNvSpPr/>
                  <p:nvPr/>
                </p:nvSpPr>
                <p:spPr>
                  <a:xfrm>
                    <a:off x="8641900" y="94845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4" name="Google Shape;684;p20"/>
                  <p:cNvSpPr/>
                  <p:nvPr/>
                </p:nvSpPr>
                <p:spPr>
                  <a:xfrm>
                    <a:off x="88323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5" name="Google Shape;685;p20"/>
                  <p:cNvSpPr/>
                  <p:nvPr/>
                </p:nvSpPr>
                <p:spPr>
                  <a:xfrm>
                    <a:off x="90231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6" name="Google Shape;686;p20"/>
                  <p:cNvSpPr/>
                  <p:nvPr/>
                </p:nvSpPr>
                <p:spPr>
                  <a:xfrm>
                    <a:off x="9213940" y="94845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87" name="Google Shape;687;p20"/>
                <p:cNvSpPr/>
                <p:nvPr/>
              </p:nvSpPr>
              <p:spPr>
                <a:xfrm>
                  <a:off x="7778268" y="1442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8" name="Google Shape;688;p20"/>
                <p:cNvSpPr/>
                <p:nvPr/>
              </p:nvSpPr>
              <p:spPr>
                <a:xfrm>
                  <a:off x="7504675" y="1678530"/>
                  <a:ext cx="1447560" cy="248760"/>
                </a:xfrm>
                <a:custGeom>
                  <a:rect b="b" l="l" r="r" t="t"/>
                  <a:pathLst>
                    <a:path extrusionOk="0" h="691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1"/>
                      </a:lnTo>
                      <a:lnTo>
                        <a:pt x="0" y="6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9" name="Google Shape;689;p20"/>
                <p:cNvSpPr/>
                <p:nvPr/>
              </p:nvSpPr>
              <p:spPr>
                <a:xfrm>
                  <a:off x="7778268" y="1919010"/>
                  <a:ext cx="1447560" cy="248400"/>
                </a:xfrm>
                <a:custGeom>
                  <a:rect b="b" l="l" r="r" t="t"/>
                  <a:pathLst>
                    <a:path extrusionOk="0" h="690" w="4021">
                      <a:moveTo>
                        <a:pt x="0" y="0"/>
                      </a:moveTo>
                      <a:lnTo>
                        <a:pt x="4021" y="0"/>
                      </a:lnTo>
                      <a:lnTo>
                        <a:pt x="4021" y="690"/>
                      </a:lnTo>
                      <a:lnTo>
                        <a:pt x="0" y="6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90" name="Google Shape;690;p20"/>
                <p:cNvGrpSpPr/>
                <p:nvPr/>
              </p:nvGrpSpPr>
              <p:grpSpPr>
                <a:xfrm>
                  <a:off x="7613755" y="1442010"/>
                  <a:ext cx="1496513" cy="725400"/>
                  <a:chOff x="7613755" y="1442010"/>
                  <a:chExt cx="1496513" cy="725400"/>
                </a:xfrm>
              </p:grpSpPr>
              <p:sp>
                <p:nvSpPr>
                  <p:cNvPr id="691" name="Google Shape;691;p20"/>
                  <p:cNvSpPr/>
                  <p:nvPr/>
                </p:nvSpPr>
                <p:spPr>
                  <a:xfrm>
                    <a:off x="78873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2" name="Google Shape;692;p20"/>
                  <p:cNvSpPr/>
                  <p:nvPr/>
                </p:nvSpPr>
                <p:spPr>
                  <a:xfrm>
                    <a:off x="807814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3" name="Google Shape;693;p20"/>
                  <p:cNvSpPr/>
                  <p:nvPr/>
                </p:nvSpPr>
                <p:spPr>
                  <a:xfrm>
                    <a:off x="82689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4" name="Google Shape;694;p20"/>
                  <p:cNvSpPr/>
                  <p:nvPr/>
                </p:nvSpPr>
                <p:spPr>
                  <a:xfrm>
                    <a:off x="8459748" y="1442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5" name="Google Shape;695;p20"/>
                  <p:cNvSpPr/>
                  <p:nvPr/>
                </p:nvSpPr>
                <p:spPr>
                  <a:xfrm>
                    <a:off x="86501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6" name="Google Shape;696;p20"/>
                  <p:cNvSpPr/>
                  <p:nvPr/>
                </p:nvSpPr>
                <p:spPr>
                  <a:xfrm>
                    <a:off x="88409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7" name="Google Shape;697;p20"/>
                  <p:cNvSpPr/>
                  <p:nvPr/>
                </p:nvSpPr>
                <p:spPr>
                  <a:xfrm>
                    <a:off x="9031788" y="1442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8" name="Google Shape;698;p20"/>
                  <p:cNvSpPr/>
                  <p:nvPr/>
                </p:nvSpPr>
                <p:spPr>
                  <a:xfrm>
                    <a:off x="76137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9" name="Google Shape;699;p20"/>
                  <p:cNvSpPr/>
                  <p:nvPr/>
                </p:nvSpPr>
                <p:spPr>
                  <a:xfrm>
                    <a:off x="78045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0" name="Google Shape;700;p20"/>
                  <p:cNvSpPr/>
                  <p:nvPr/>
                </p:nvSpPr>
                <p:spPr>
                  <a:xfrm>
                    <a:off x="7995355" y="1678530"/>
                    <a:ext cx="78120" cy="248760"/>
                  </a:xfrm>
                  <a:custGeom>
                    <a:rect b="b" l="l" r="r" t="t"/>
                    <a:pathLst>
                      <a:path extrusionOk="0" h="691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1" name="Google Shape;701;p20"/>
                  <p:cNvSpPr/>
                  <p:nvPr/>
                </p:nvSpPr>
                <p:spPr>
                  <a:xfrm>
                    <a:off x="81857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2" name="Google Shape;702;p20"/>
                  <p:cNvSpPr/>
                  <p:nvPr/>
                </p:nvSpPr>
                <p:spPr>
                  <a:xfrm>
                    <a:off x="83765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3" name="Google Shape;703;p20"/>
                  <p:cNvSpPr/>
                  <p:nvPr/>
                </p:nvSpPr>
                <p:spPr>
                  <a:xfrm>
                    <a:off x="85673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4" name="Google Shape;704;p20"/>
                  <p:cNvSpPr/>
                  <p:nvPr/>
                </p:nvSpPr>
                <p:spPr>
                  <a:xfrm>
                    <a:off x="8758195" y="1678530"/>
                    <a:ext cx="78480" cy="248760"/>
                  </a:xfrm>
                  <a:custGeom>
                    <a:rect b="b" l="l" r="r" t="t"/>
                    <a:pathLst>
                      <a:path extrusionOk="0" h="691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1"/>
                        </a:lnTo>
                        <a:lnTo>
                          <a:pt x="0" y="69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5" name="Google Shape;705;p20"/>
                  <p:cNvSpPr/>
                  <p:nvPr/>
                </p:nvSpPr>
                <p:spPr>
                  <a:xfrm>
                    <a:off x="78873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6" name="Google Shape;706;p20"/>
                  <p:cNvSpPr/>
                  <p:nvPr/>
                </p:nvSpPr>
                <p:spPr>
                  <a:xfrm>
                    <a:off x="807814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7" name="Google Shape;707;p20"/>
                  <p:cNvSpPr/>
                  <p:nvPr/>
                </p:nvSpPr>
                <p:spPr>
                  <a:xfrm>
                    <a:off x="82689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8" name="Google Shape;708;p20"/>
                  <p:cNvSpPr/>
                  <p:nvPr/>
                </p:nvSpPr>
                <p:spPr>
                  <a:xfrm>
                    <a:off x="8459748" y="1919010"/>
                    <a:ext cx="78120" cy="248400"/>
                  </a:xfrm>
                  <a:custGeom>
                    <a:rect b="b" l="l" r="r" t="t"/>
                    <a:pathLst>
                      <a:path extrusionOk="0" h="690" w="217">
                        <a:moveTo>
                          <a:pt x="0" y="0"/>
                        </a:moveTo>
                        <a:lnTo>
                          <a:pt x="217" y="0"/>
                        </a:lnTo>
                        <a:lnTo>
                          <a:pt x="217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9" name="Google Shape;709;p20"/>
                  <p:cNvSpPr/>
                  <p:nvPr/>
                </p:nvSpPr>
                <p:spPr>
                  <a:xfrm>
                    <a:off x="86501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0" name="Google Shape;710;p20"/>
                  <p:cNvSpPr/>
                  <p:nvPr/>
                </p:nvSpPr>
                <p:spPr>
                  <a:xfrm>
                    <a:off x="88409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1" name="Google Shape;711;p20"/>
                  <p:cNvSpPr/>
                  <p:nvPr/>
                </p:nvSpPr>
                <p:spPr>
                  <a:xfrm>
                    <a:off x="9031788" y="1919010"/>
                    <a:ext cx="78480" cy="248400"/>
                  </a:xfrm>
                  <a:custGeom>
                    <a:rect b="b" l="l" r="r" t="t"/>
                    <a:pathLst>
                      <a:path extrusionOk="0" h="690" w="218">
                        <a:moveTo>
                          <a:pt x="0" y="0"/>
                        </a:moveTo>
                        <a:lnTo>
                          <a:pt x="218" y="0"/>
                        </a:lnTo>
                        <a:lnTo>
                          <a:pt x="218" y="690"/>
                        </a:lnTo>
                        <a:lnTo>
                          <a:pt x="0" y="69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1" anchor="ctr" bIns="45000" lIns="90000" spcFirstLastPara="1" rIns="90000" wrap="square" tIns="450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712" name="Google Shape;712;p20"/>
                <p:cNvGrpSpPr/>
                <p:nvPr/>
              </p:nvGrpSpPr>
              <p:grpSpPr>
                <a:xfrm>
                  <a:off x="7541395" y="1194690"/>
                  <a:ext cx="1683353" cy="772200"/>
                  <a:chOff x="7541395" y="1194690"/>
                  <a:chExt cx="1683353" cy="772200"/>
                </a:xfrm>
              </p:grpSpPr>
              <p:sp>
                <p:nvSpPr>
                  <p:cNvPr id="713" name="Google Shape;713;p20"/>
                  <p:cNvSpPr/>
                  <p:nvPr/>
                </p:nvSpPr>
                <p:spPr>
                  <a:xfrm>
                    <a:off x="7776828" y="1194690"/>
                    <a:ext cx="1409400" cy="48240"/>
                  </a:xfrm>
                  <a:custGeom>
                    <a:rect b="b" l="l" r="r" t="t"/>
                    <a:pathLst>
                      <a:path extrusionOk="0" h="134" w="3915">
                        <a:moveTo>
                          <a:pt x="0" y="0"/>
                        </a:moveTo>
                        <a:lnTo>
                          <a:pt x="3915" y="0"/>
                        </a:lnTo>
                        <a:lnTo>
                          <a:pt x="3915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4" name="Google Shape;714;p20"/>
                  <p:cNvSpPr/>
                  <p:nvPr/>
                </p:nvSpPr>
                <p:spPr>
                  <a:xfrm>
                    <a:off x="7814988" y="1442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5" name="Google Shape;715;p20"/>
                  <p:cNvSpPr/>
                  <p:nvPr/>
                </p:nvSpPr>
                <p:spPr>
                  <a:xfrm>
                    <a:off x="7541395" y="1678530"/>
                    <a:ext cx="1409760" cy="48240"/>
                  </a:xfrm>
                  <a:custGeom>
                    <a:rect b="b" l="l" r="r" t="t"/>
                    <a:pathLst>
                      <a:path extrusionOk="0" h="134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4"/>
                        </a:lnTo>
                        <a:lnTo>
                          <a:pt x="0" y="13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3225" lIns="90000" spcFirstLastPara="1" rIns="90000" wrap="square" tIns="32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16" name="Google Shape;716;p20"/>
                  <p:cNvSpPr/>
                  <p:nvPr/>
                </p:nvSpPr>
                <p:spPr>
                  <a:xfrm>
                    <a:off x="7814988" y="1919010"/>
                    <a:ext cx="1409760" cy="47880"/>
                  </a:xfrm>
                  <a:custGeom>
                    <a:rect b="b" l="l" r="r" t="t"/>
                    <a:pathLst>
                      <a:path extrusionOk="0" h="133" w="3916">
                        <a:moveTo>
                          <a:pt x="0" y="0"/>
                        </a:moveTo>
                        <a:lnTo>
                          <a:pt x="3916" y="0"/>
                        </a:lnTo>
                        <a:lnTo>
                          <a:pt x="3916" y="133"/>
                        </a:lnTo>
                        <a:lnTo>
                          <a:pt x="0" y="13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1" anchor="ctr" bIns="2875" lIns="90000" spcFirstLastPara="1" rIns="90000" wrap="square" tIns="287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717" name="Google Shape;717;p20"/>
            <p:cNvGrpSpPr/>
            <p:nvPr/>
          </p:nvGrpSpPr>
          <p:grpSpPr>
            <a:xfrm>
              <a:off x="8544017" y="186671"/>
              <a:ext cx="497217" cy="497064"/>
              <a:chOff x="7329443" y="3322343"/>
              <a:chExt cx="777751" cy="777634"/>
            </a:xfrm>
          </p:grpSpPr>
          <p:sp>
            <p:nvSpPr>
              <p:cNvPr id="718" name="Google Shape;718;p20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20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20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20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1" i="0" lang="en-US" sz="2500" u="none" cap="none" strike="noStrike">
                    <a:solidFill>
                      <a:schemeClr val="dk1"/>
                    </a:solidFill>
                    <a:latin typeface="Be Vietnam Pro"/>
                    <a:ea typeface="Be Vietnam Pro"/>
                    <a:cs typeface="Be Vietnam Pro"/>
                    <a:sym typeface="Be Vietnam Pro"/>
                  </a:rPr>
                  <a:t>$</a:t>
                </a:r>
                <a:endParaRPr b="1" i="0" sz="2500" u="none" cap="none" strike="noStrike">
                  <a:solidFill>
                    <a:schemeClr val="dk1"/>
                  </a:solidFill>
                  <a:latin typeface="Be Vietnam Pro"/>
                  <a:ea typeface="Be Vietnam Pro"/>
                  <a:cs typeface="Be Vietnam Pro"/>
                  <a:sym typeface="Be Vietnam Pr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1"/>
          <p:cNvSpPr txBox="1"/>
          <p:nvPr>
            <p:ph type="title"/>
          </p:nvPr>
        </p:nvSpPr>
        <p:spPr>
          <a:xfrm>
            <a:off x="2945525" y="1740450"/>
            <a:ext cx="5485200" cy="16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grpSp>
        <p:nvGrpSpPr>
          <p:cNvPr id="724" name="Google Shape;724;p21"/>
          <p:cNvGrpSpPr/>
          <p:nvPr/>
        </p:nvGrpSpPr>
        <p:grpSpPr>
          <a:xfrm>
            <a:off x="8307179" y="137398"/>
            <a:ext cx="760653" cy="810305"/>
            <a:chOff x="8307179" y="137398"/>
            <a:chExt cx="760653" cy="810305"/>
          </a:xfrm>
        </p:grpSpPr>
        <p:grpSp>
          <p:nvGrpSpPr>
            <p:cNvPr id="725" name="Google Shape;725;p21"/>
            <p:cNvGrpSpPr/>
            <p:nvPr/>
          </p:nvGrpSpPr>
          <p:grpSpPr>
            <a:xfrm>
              <a:off x="8307179" y="137398"/>
              <a:ext cx="585048" cy="584953"/>
              <a:chOff x="8269423" y="174900"/>
              <a:chExt cx="619426" cy="619325"/>
            </a:xfrm>
          </p:grpSpPr>
          <p:sp>
            <p:nvSpPr>
              <p:cNvPr id="726" name="Google Shape;726;p21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21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21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21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21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21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21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1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1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1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1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1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1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1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1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1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1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1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1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1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1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1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1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1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1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1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1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1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1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1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1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1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21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21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21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21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21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21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1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21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21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21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21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21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21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en-US" sz="25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25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771" name="Google Shape;771;p21"/>
            <p:cNvGrpSpPr/>
            <p:nvPr/>
          </p:nvGrpSpPr>
          <p:grpSpPr>
            <a:xfrm>
              <a:off x="8635101" y="515042"/>
              <a:ext cx="432731" cy="432661"/>
              <a:chOff x="8269423" y="174900"/>
              <a:chExt cx="619426" cy="619325"/>
            </a:xfrm>
          </p:grpSpPr>
          <p:sp>
            <p:nvSpPr>
              <p:cNvPr id="772" name="Google Shape;772;p21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21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21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21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1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1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1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1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1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1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1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1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1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1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1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1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1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1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1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1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1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1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1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21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1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1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1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1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1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1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1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21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" name="Google Shape;804;p21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1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6" name="Google Shape;806;p21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7" name="Google Shape;807;p21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8" name="Google Shape;808;p21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9" name="Google Shape;809;p21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21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21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21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21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21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21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21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2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  <p:sp>
        <p:nvSpPr>
          <p:cNvPr id="817" name="Google Shape;817;p21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18" name="Google Shape;818;p21"/>
          <p:cNvGrpSpPr/>
          <p:nvPr/>
        </p:nvGrpSpPr>
        <p:grpSpPr>
          <a:xfrm>
            <a:off x="-4" y="-645119"/>
            <a:ext cx="1754813" cy="5795620"/>
            <a:chOff x="-4" y="-645119"/>
            <a:chExt cx="1754813" cy="5795620"/>
          </a:xfrm>
        </p:grpSpPr>
        <p:grpSp>
          <p:nvGrpSpPr>
            <p:cNvPr id="819" name="Google Shape;819;p21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820" name="Google Shape;820;p21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1" name="Google Shape;821;p21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2" name="Google Shape;822;p21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3" name="Google Shape;823;p21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4" name="Google Shape;824;p21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5" name="Google Shape;825;p21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26" name="Google Shape;826;p21"/>
            <p:cNvGrpSpPr/>
            <p:nvPr/>
          </p:nvGrpSpPr>
          <p:grpSpPr>
            <a:xfrm>
              <a:off x="-4" y="-645119"/>
              <a:ext cx="1754448" cy="5556144"/>
              <a:chOff x="-4" y="-645119"/>
              <a:chExt cx="1754448" cy="5556144"/>
            </a:xfrm>
          </p:grpSpPr>
          <p:grpSp>
            <p:nvGrpSpPr>
              <p:cNvPr id="827" name="Google Shape;827;p21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28" name="Google Shape;828;p2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29" name="Google Shape;829;p2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0" name="Google Shape;830;p2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1" name="Google Shape;831;p2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2" name="Google Shape;832;p2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3" name="Google Shape;833;p2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4" name="Google Shape;834;p2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5" name="Google Shape;835;p2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36" name="Google Shape;836;p21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37" name="Google Shape;837;p21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8" name="Google Shape;838;p21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39" name="Google Shape;839;p21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0" name="Google Shape;840;p21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1" name="Google Shape;841;p21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2" name="Google Shape;842;p21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3" name="Google Shape;843;p21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4" name="Google Shape;844;p21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45" name="Google Shape;845;p21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22"/>
          <p:cNvSpPr txBox="1"/>
          <p:nvPr>
            <p:ph type="title"/>
          </p:nvPr>
        </p:nvSpPr>
        <p:spPr>
          <a:xfrm>
            <a:off x="1066125" y="1445250"/>
            <a:ext cx="5650500" cy="196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848" name="Google Shape;848;p22"/>
          <p:cNvSpPr txBox="1"/>
          <p:nvPr>
            <p:ph idx="1" type="subTitle"/>
          </p:nvPr>
        </p:nvSpPr>
        <p:spPr>
          <a:xfrm>
            <a:off x="1193825" y="3409650"/>
            <a:ext cx="3336000" cy="28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9" name="Google Shape;849;p22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50" name="Google Shape;850;p22"/>
          <p:cNvGrpSpPr/>
          <p:nvPr/>
        </p:nvGrpSpPr>
        <p:grpSpPr>
          <a:xfrm flipH="1">
            <a:off x="7387570" y="-645119"/>
            <a:ext cx="1754813" cy="5795620"/>
            <a:chOff x="-4" y="-645119"/>
            <a:chExt cx="1754813" cy="5795620"/>
          </a:xfrm>
        </p:grpSpPr>
        <p:grpSp>
          <p:nvGrpSpPr>
            <p:cNvPr id="851" name="Google Shape;851;p22"/>
            <p:cNvGrpSpPr/>
            <p:nvPr/>
          </p:nvGrpSpPr>
          <p:grpSpPr>
            <a:xfrm>
              <a:off x="292641" y="-200"/>
              <a:ext cx="1462167" cy="5150701"/>
              <a:chOff x="1387483" y="0"/>
              <a:chExt cx="1462167" cy="5143500"/>
            </a:xfrm>
          </p:grpSpPr>
          <p:cxnSp>
            <p:nvCxnSpPr>
              <p:cNvPr id="852" name="Google Shape;852;p22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3" name="Google Shape;853;p22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4" name="Google Shape;854;p22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5" name="Google Shape;855;p22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6" name="Google Shape;856;p22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7" name="Google Shape;857;p22"/>
              <p:cNvCxnSpPr/>
              <p:nvPr/>
            </p:nvCxnSpPr>
            <p:spPr>
              <a:xfrm>
                <a:off x="28496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58" name="Google Shape;858;p22"/>
            <p:cNvGrpSpPr/>
            <p:nvPr/>
          </p:nvGrpSpPr>
          <p:grpSpPr>
            <a:xfrm>
              <a:off x="-4" y="-645119"/>
              <a:ext cx="1754448" cy="5556144"/>
              <a:chOff x="-4" y="-645119"/>
              <a:chExt cx="1754448" cy="5556144"/>
            </a:xfrm>
          </p:grpSpPr>
          <p:grpSp>
            <p:nvGrpSpPr>
              <p:cNvPr id="859" name="Google Shape;859;p22"/>
              <p:cNvGrpSpPr/>
              <p:nvPr/>
            </p:nvGrpSpPr>
            <p:grpSpPr>
              <a:xfrm rot="-5400000">
                <a:off x="-146297" y="670807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60" name="Google Shape;860;p2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1" name="Google Shape;861;p2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2" name="Google Shape;862;p2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3" name="Google Shape;863;p2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4" name="Google Shape;864;p2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5" name="Google Shape;865;p2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6" name="Google Shape;866;p2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" name="Google Shape;867;p2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" name="Google Shape;868;p22"/>
              <p:cNvGrpSpPr/>
              <p:nvPr/>
            </p:nvGrpSpPr>
            <p:grpSpPr>
              <a:xfrm rot="-5400000">
                <a:off x="-146297" y="3010285"/>
                <a:ext cx="2047033" cy="1754448"/>
                <a:chOff x="217750" y="0"/>
                <a:chExt cx="2047033" cy="5143500"/>
              </a:xfrm>
            </p:grpSpPr>
            <p:cxnSp>
              <p:nvCxnSpPr>
                <p:cNvPr id="869" name="Google Shape;869;p22"/>
                <p:cNvCxnSpPr/>
                <p:nvPr/>
              </p:nvCxnSpPr>
              <p:spPr>
                <a:xfrm>
                  <a:off x="2177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0" name="Google Shape;870;p22"/>
                <p:cNvCxnSpPr/>
                <p:nvPr/>
              </p:nvCxnSpPr>
              <p:spPr>
                <a:xfrm>
                  <a:off x="5101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1" name="Google Shape;871;p22"/>
                <p:cNvCxnSpPr/>
                <p:nvPr/>
              </p:nvCxnSpPr>
              <p:spPr>
                <a:xfrm>
                  <a:off x="8026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2" name="Google Shape;872;p22"/>
                <p:cNvCxnSpPr/>
                <p:nvPr/>
              </p:nvCxnSpPr>
              <p:spPr>
                <a:xfrm>
                  <a:off x="10950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3" name="Google Shape;873;p22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4" name="Google Shape;874;p22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5" name="Google Shape;875;p22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6" name="Google Shape;876;p22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77" name="Google Shape;877;p22"/>
              <p:cNvCxnSpPr/>
              <p:nvPr/>
            </p:nvCxnSpPr>
            <p:spPr>
              <a:xfrm rot="10800000">
                <a:off x="877196" y="-645119"/>
                <a:ext cx="0" cy="175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3"/>
          <p:cNvSpPr/>
          <p:nvPr>
            <p:ph idx="2" type="pic"/>
          </p:nvPr>
        </p:nvSpPr>
        <p:spPr>
          <a:xfrm>
            <a:off x="225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23"/>
          <p:cNvSpPr txBox="1"/>
          <p:nvPr>
            <p:ph type="title"/>
          </p:nvPr>
        </p:nvSpPr>
        <p:spPr>
          <a:xfrm>
            <a:off x="1445475" y="4014450"/>
            <a:ext cx="6253200" cy="57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5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84" name="Google Shape;884;p25"/>
          <p:cNvGrpSpPr/>
          <p:nvPr/>
        </p:nvGrpSpPr>
        <p:grpSpPr>
          <a:xfrm>
            <a:off x="25" y="4618550"/>
            <a:ext cx="9144629" cy="532352"/>
            <a:chOff x="25" y="4618550"/>
            <a:chExt cx="9144629" cy="532352"/>
          </a:xfrm>
        </p:grpSpPr>
        <p:grpSp>
          <p:nvGrpSpPr>
            <p:cNvPr id="885" name="Google Shape;885;p25"/>
            <p:cNvGrpSpPr/>
            <p:nvPr/>
          </p:nvGrpSpPr>
          <p:grpSpPr>
            <a:xfrm rot="-5400000">
              <a:off x="4426108" y="192467"/>
              <a:ext cx="292463" cy="9144629"/>
              <a:chOff x="217750" y="0"/>
              <a:chExt cx="292433" cy="5143500"/>
            </a:xfrm>
          </p:grpSpPr>
          <p:cxnSp>
            <p:nvCxnSpPr>
              <p:cNvPr id="886" name="Google Shape;886;p25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7" name="Google Shape;887;p25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88" name="Google Shape;888;p25"/>
            <p:cNvGrpSpPr/>
            <p:nvPr/>
          </p:nvGrpSpPr>
          <p:grpSpPr>
            <a:xfrm>
              <a:off x="292691" y="4618550"/>
              <a:ext cx="2924317" cy="532352"/>
              <a:chOff x="292691" y="4618550"/>
              <a:chExt cx="2924317" cy="532352"/>
            </a:xfrm>
          </p:grpSpPr>
          <p:grpSp>
            <p:nvGrpSpPr>
              <p:cNvPr id="889" name="Google Shape;889;p25"/>
              <p:cNvGrpSpPr/>
              <p:nvPr/>
            </p:nvGrpSpPr>
            <p:grpSpPr>
              <a:xfrm>
                <a:off x="292691" y="4618550"/>
                <a:ext cx="1169734" cy="532352"/>
                <a:chOff x="1387483" y="0"/>
                <a:chExt cx="1169734" cy="5143500"/>
              </a:xfrm>
            </p:grpSpPr>
            <p:cxnSp>
              <p:nvCxnSpPr>
                <p:cNvPr id="890" name="Google Shape;890;p2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" name="Google Shape;891;p2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" name="Google Shape;892;p2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3" name="Google Shape;893;p2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4" name="Google Shape;894;p2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5" name="Google Shape;895;p2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896" name="Google Shape;896;p2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7" name="Google Shape;897;p2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8" name="Google Shape;898;p2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9" name="Google Shape;899;p2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0" name="Google Shape;900;p2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1" name="Google Shape;901;p2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902" name="Google Shape;902;p25"/>
            <p:cNvGrpSpPr/>
            <p:nvPr/>
          </p:nvGrpSpPr>
          <p:grpSpPr>
            <a:xfrm>
              <a:off x="3509424" y="4618550"/>
              <a:ext cx="2631884" cy="532352"/>
              <a:chOff x="585124" y="4618550"/>
              <a:chExt cx="2631884" cy="532352"/>
            </a:xfrm>
          </p:grpSpPr>
          <p:grpSp>
            <p:nvGrpSpPr>
              <p:cNvPr id="903" name="Google Shape;903;p25"/>
              <p:cNvGrpSpPr/>
              <p:nvPr/>
            </p:nvGrpSpPr>
            <p:grpSpPr>
              <a:xfrm>
                <a:off x="585124" y="4618550"/>
                <a:ext cx="877300" cy="532352"/>
                <a:chOff x="1679917" y="0"/>
                <a:chExt cx="877300" cy="5143500"/>
              </a:xfrm>
            </p:grpSpPr>
            <p:cxnSp>
              <p:nvCxnSpPr>
                <p:cNvPr id="904" name="Google Shape;904;p2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5" name="Google Shape;905;p2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6" name="Google Shape;906;p2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07" name="Google Shape;907;p2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08" name="Google Shape;908;p2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909" name="Google Shape;909;p2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0" name="Google Shape;910;p2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1" name="Google Shape;911;p2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2" name="Google Shape;912;p2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3" name="Google Shape;913;p2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4" name="Google Shape;914;p2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915" name="Google Shape;915;p25"/>
            <p:cNvGrpSpPr/>
            <p:nvPr/>
          </p:nvGrpSpPr>
          <p:grpSpPr>
            <a:xfrm>
              <a:off x="6433732" y="4618550"/>
              <a:ext cx="2339451" cy="532352"/>
              <a:chOff x="877557" y="4618550"/>
              <a:chExt cx="2339451" cy="532352"/>
            </a:xfrm>
          </p:grpSpPr>
          <p:grpSp>
            <p:nvGrpSpPr>
              <p:cNvPr id="916" name="Google Shape;916;p25"/>
              <p:cNvGrpSpPr/>
              <p:nvPr/>
            </p:nvGrpSpPr>
            <p:grpSpPr>
              <a:xfrm>
                <a:off x="877557" y="4618550"/>
                <a:ext cx="584867" cy="532352"/>
                <a:chOff x="1972350" y="0"/>
                <a:chExt cx="584867" cy="5143500"/>
              </a:xfrm>
            </p:grpSpPr>
            <p:cxnSp>
              <p:nvCxnSpPr>
                <p:cNvPr id="917" name="Google Shape;917;p2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8" name="Google Shape;918;p2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19" name="Google Shape;919;p2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920" name="Google Shape;920;p25"/>
              <p:cNvGrpSpPr/>
              <p:nvPr/>
            </p:nvGrpSpPr>
            <p:grpSpPr>
              <a:xfrm>
                <a:off x="1754841" y="4618550"/>
                <a:ext cx="1462167" cy="532352"/>
                <a:chOff x="1387483" y="0"/>
                <a:chExt cx="1462167" cy="5143500"/>
              </a:xfrm>
            </p:grpSpPr>
            <p:cxnSp>
              <p:nvCxnSpPr>
                <p:cNvPr id="921" name="Google Shape;921;p25"/>
                <p:cNvCxnSpPr/>
                <p:nvPr/>
              </p:nvCxnSpPr>
              <p:spPr>
                <a:xfrm>
                  <a:off x="13874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22" name="Google Shape;922;p25"/>
                <p:cNvCxnSpPr/>
                <p:nvPr/>
              </p:nvCxnSpPr>
              <p:spPr>
                <a:xfrm>
                  <a:off x="19723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23" name="Google Shape;923;p25"/>
                <p:cNvCxnSpPr/>
                <p:nvPr/>
              </p:nvCxnSpPr>
              <p:spPr>
                <a:xfrm>
                  <a:off x="16799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24" name="Google Shape;924;p25"/>
                <p:cNvCxnSpPr/>
                <p:nvPr/>
              </p:nvCxnSpPr>
              <p:spPr>
                <a:xfrm>
                  <a:off x="2264783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25" name="Google Shape;925;p25"/>
                <p:cNvCxnSpPr/>
                <p:nvPr/>
              </p:nvCxnSpPr>
              <p:spPr>
                <a:xfrm>
                  <a:off x="2557217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26" name="Google Shape;926;p25"/>
                <p:cNvCxnSpPr/>
                <p:nvPr/>
              </p:nvCxnSpPr>
              <p:spPr>
                <a:xfrm>
                  <a:off x="2849650" y="0"/>
                  <a:ext cx="0" cy="5143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927" name="Google Shape;927;p25"/>
            <p:cNvGrpSpPr/>
            <p:nvPr/>
          </p:nvGrpSpPr>
          <p:grpSpPr>
            <a:xfrm>
              <a:off x="8773182" y="4618550"/>
              <a:ext cx="292433" cy="532352"/>
              <a:chOff x="1972350" y="0"/>
              <a:chExt cx="292433" cy="5143500"/>
            </a:xfrm>
          </p:grpSpPr>
          <p:cxnSp>
            <p:nvCxnSpPr>
              <p:cNvPr id="928" name="Google Shape;928;p25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9" name="Google Shape;929;p25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30" name="Google Shape;930;p25"/>
          <p:cNvGrpSpPr/>
          <p:nvPr/>
        </p:nvGrpSpPr>
        <p:grpSpPr>
          <a:xfrm>
            <a:off x="100867" y="123169"/>
            <a:ext cx="9153546" cy="4702778"/>
            <a:chOff x="100867" y="199369"/>
            <a:chExt cx="9153546" cy="4702778"/>
          </a:xfrm>
        </p:grpSpPr>
        <p:grpSp>
          <p:nvGrpSpPr>
            <p:cNvPr id="931" name="Google Shape;931;p25"/>
            <p:cNvGrpSpPr/>
            <p:nvPr/>
          </p:nvGrpSpPr>
          <p:grpSpPr>
            <a:xfrm>
              <a:off x="100867" y="199369"/>
              <a:ext cx="466707" cy="693575"/>
              <a:chOff x="5450121" y="3289279"/>
              <a:chExt cx="919800" cy="1366920"/>
            </a:xfrm>
          </p:grpSpPr>
          <p:sp>
            <p:nvSpPr>
              <p:cNvPr id="932" name="Google Shape;932;p25"/>
              <p:cNvSpPr/>
              <p:nvPr/>
            </p:nvSpPr>
            <p:spPr>
              <a:xfrm>
                <a:off x="5652801" y="3289279"/>
                <a:ext cx="320040" cy="754920"/>
              </a:xfrm>
              <a:custGeom>
                <a:rect b="b" l="l" r="r" t="t"/>
                <a:pathLst>
                  <a:path extrusionOk="0" h="2097" w="889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25"/>
              <p:cNvSpPr/>
              <p:nvPr/>
            </p:nvSpPr>
            <p:spPr>
              <a:xfrm>
                <a:off x="5450121" y="4149319"/>
                <a:ext cx="919800" cy="86040"/>
              </a:xfrm>
              <a:custGeom>
                <a:rect b="b" l="l" r="r" t="t"/>
                <a:pathLst>
                  <a:path extrusionOk="0" h="239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25"/>
              <p:cNvSpPr/>
              <p:nvPr/>
            </p:nvSpPr>
            <p:spPr>
              <a:xfrm>
                <a:off x="5450121" y="4289719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25"/>
              <p:cNvSpPr/>
              <p:nvPr/>
            </p:nvSpPr>
            <p:spPr>
              <a:xfrm>
                <a:off x="5450121" y="4430119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25"/>
              <p:cNvSpPr/>
              <p:nvPr/>
            </p:nvSpPr>
            <p:spPr>
              <a:xfrm>
                <a:off x="5450121" y="4570519"/>
                <a:ext cx="467640" cy="85680"/>
              </a:xfrm>
              <a:custGeom>
                <a:rect b="b" l="l" r="r" t="t"/>
                <a:pathLst>
                  <a:path extrusionOk="0" h="238" w="1299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7" name="Google Shape;937;p25"/>
            <p:cNvSpPr/>
            <p:nvPr/>
          </p:nvSpPr>
          <p:spPr>
            <a:xfrm flipH="1">
              <a:off x="8430782" y="4867324"/>
              <a:ext cx="823631" cy="34823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058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8" name="Google Shape;938;p25"/>
            <p:cNvGrpSpPr/>
            <p:nvPr/>
          </p:nvGrpSpPr>
          <p:grpSpPr>
            <a:xfrm>
              <a:off x="7681704" y="3962131"/>
              <a:ext cx="1336163" cy="912988"/>
              <a:chOff x="1641665" y="2480629"/>
              <a:chExt cx="2989178" cy="2042479"/>
            </a:xfrm>
          </p:grpSpPr>
          <p:sp>
            <p:nvSpPr>
              <p:cNvPr id="939" name="Google Shape;939;p25"/>
              <p:cNvSpPr/>
              <p:nvPr/>
            </p:nvSpPr>
            <p:spPr>
              <a:xfrm flipH="1">
                <a:off x="1642008" y="4301585"/>
                <a:ext cx="1842574" cy="77904"/>
              </a:xfrm>
              <a:custGeom>
                <a:rect b="b" l="l" r="r" t="t"/>
                <a:pathLst>
                  <a:path extrusionOk="0" h="227" w="5369">
                    <a:moveTo>
                      <a:pt x="5369" y="114"/>
                    </a:moveTo>
                    <a:cubicBezTo>
                      <a:pt x="5369" y="134"/>
                      <a:pt x="5245" y="154"/>
                      <a:pt x="5010" y="171"/>
                    </a:cubicBezTo>
                    <a:cubicBezTo>
                      <a:pt x="4774" y="189"/>
                      <a:pt x="4435" y="202"/>
                      <a:pt x="4027" y="212"/>
                    </a:cubicBezTo>
                    <a:cubicBezTo>
                      <a:pt x="3619" y="222"/>
                      <a:pt x="3155" y="227"/>
                      <a:pt x="2684" y="227"/>
                    </a:cubicBezTo>
                    <a:cubicBezTo>
                      <a:pt x="2212" y="227"/>
                      <a:pt x="1750" y="222"/>
                      <a:pt x="1342" y="212"/>
                    </a:cubicBezTo>
                    <a:cubicBezTo>
                      <a:pt x="934" y="202"/>
                      <a:pt x="594" y="189"/>
                      <a:pt x="359" y="171"/>
                    </a:cubicBezTo>
                    <a:cubicBezTo>
                      <a:pt x="123" y="154"/>
                      <a:pt x="0" y="134"/>
                      <a:pt x="0" y="114"/>
                    </a:cubicBezTo>
                    <a:cubicBezTo>
                      <a:pt x="0" y="94"/>
                      <a:pt x="124" y="74"/>
                      <a:pt x="359" y="57"/>
                    </a:cubicBezTo>
                    <a:cubicBezTo>
                      <a:pt x="595" y="40"/>
                      <a:pt x="934" y="25"/>
                      <a:pt x="1342" y="15"/>
                    </a:cubicBezTo>
                    <a:cubicBezTo>
                      <a:pt x="1750" y="5"/>
                      <a:pt x="2213" y="0"/>
                      <a:pt x="2684" y="0"/>
                    </a:cubicBezTo>
                    <a:cubicBezTo>
                      <a:pt x="3156" y="0"/>
                      <a:pt x="3619" y="5"/>
                      <a:pt x="4027" y="15"/>
                    </a:cubicBezTo>
                    <a:cubicBezTo>
                      <a:pt x="4435" y="25"/>
                      <a:pt x="4774" y="40"/>
                      <a:pt x="5010" y="57"/>
                    </a:cubicBezTo>
                    <a:cubicBezTo>
                      <a:pt x="5245" y="74"/>
                      <a:pt x="5369" y="94"/>
                      <a:pt x="5369" y="114"/>
                    </a:cubicBezTo>
                    <a:close/>
                  </a:path>
                </a:pathLst>
              </a:custGeom>
              <a:solidFill>
                <a:srgbClr val="61795F">
                  <a:alpha val="27058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0" name="Google Shape;940;p25"/>
              <p:cNvSpPr/>
              <p:nvPr/>
            </p:nvSpPr>
            <p:spPr>
              <a:xfrm flipH="1">
                <a:off x="1641665" y="2480629"/>
                <a:ext cx="1850810" cy="1850467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25"/>
              <p:cNvSpPr/>
              <p:nvPr/>
            </p:nvSpPr>
            <p:spPr>
              <a:xfrm flipH="1">
                <a:off x="1737414" y="2576379"/>
                <a:ext cx="1659655" cy="1658968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25"/>
              <p:cNvSpPr/>
              <p:nvPr/>
            </p:nvSpPr>
            <p:spPr>
              <a:xfrm flipH="1">
                <a:off x="2688386" y="3874659"/>
                <a:ext cx="72413" cy="28141"/>
              </a:xfrm>
              <a:custGeom>
                <a:rect b="b" l="l" r="r" t="t"/>
                <a:pathLst>
                  <a:path extrusionOk="0" h="82" w="211">
                    <a:moveTo>
                      <a:pt x="206" y="82"/>
                    </a:moveTo>
                    <a:lnTo>
                      <a:pt x="0" y="15"/>
                    </a:lnTo>
                    <a:lnTo>
                      <a:pt x="5" y="0"/>
                    </a:lnTo>
                    <a:lnTo>
                      <a:pt x="211" y="66"/>
                    </a:lnTo>
                    <a:lnTo>
                      <a:pt x="206" y="82"/>
                    </a:lnTo>
                    <a:close/>
                  </a:path>
                </a:pathLst>
              </a:custGeom>
              <a:solidFill>
                <a:srgbClr val="FDD568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25"/>
              <p:cNvSpPr/>
              <p:nvPr/>
            </p:nvSpPr>
            <p:spPr>
              <a:xfrm flipH="1">
                <a:off x="2686327" y="3868139"/>
                <a:ext cx="74472" cy="34662"/>
              </a:xfrm>
              <a:custGeom>
                <a:rect b="b" l="l" r="r" t="t"/>
                <a:pathLst>
                  <a:path extrusionOk="0" h="101" w="217">
                    <a:moveTo>
                      <a:pt x="206" y="101"/>
                    </a:moveTo>
                    <a:lnTo>
                      <a:pt x="0" y="34"/>
                    </a:lnTo>
                    <a:lnTo>
                      <a:pt x="11" y="0"/>
                    </a:lnTo>
                    <a:lnTo>
                      <a:pt x="217" y="67"/>
                    </a:lnTo>
                    <a:lnTo>
                      <a:pt x="206" y="101"/>
                    </a:lnTo>
                    <a:close/>
                  </a:path>
                </a:pathLst>
              </a:custGeom>
              <a:solidFill>
                <a:srgbClr val="FDD467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25"/>
              <p:cNvSpPr/>
              <p:nvPr/>
            </p:nvSpPr>
            <p:spPr>
              <a:xfrm flipH="1">
                <a:off x="2684268" y="3861961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" name="Google Shape;945;p25"/>
              <p:cNvSpPr/>
              <p:nvPr/>
            </p:nvSpPr>
            <p:spPr>
              <a:xfrm flipH="1">
                <a:off x="2682209" y="3855441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366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" name="Google Shape;946;p25"/>
              <p:cNvSpPr/>
              <p:nvPr/>
            </p:nvSpPr>
            <p:spPr>
              <a:xfrm flipH="1">
                <a:off x="2680149" y="3849263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265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25"/>
              <p:cNvSpPr/>
              <p:nvPr/>
            </p:nvSpPr>
            <p:spPr>
              <a:xfrm flipH="1">
                <a:off x="2678090" y="3842743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164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25"/>
              <p:cNvSpPr/>
              <p:nvPr/>
            </p:nvSpPr>
            <p:spPr>
              <a:xfrm flipH="1">
                <a:off x="2676031" y="3836565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D163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9" name="Google Shape;949;p25"/>
              <p:cNvSpPr/>
              <p:nvPr/>
            </p:nvSpPr>
            <p:spPr>
              <a:xfrm flipH="1">
                <a:off x="2673972" y="3830045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D06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25"/>
              <p:cNvSpPr/>
              <p:nvPr/>
            </p:nvSpPr>
            <p:spPr>
              <a:xfrm flipH="1">
                <a:off x="2671913" y="3823524"/>
                <a:ext cx="76188" cy="39810"/>
              </a:xfrm>
              <a:custGeom>
                <a:rect b="b" l="l" r="r" t="t"/>
                <a:pathLst>
                  <a:path extrusionOk="0" h="116" w="222">
                    <a:moveTo>
                      <a:pt x="206" y="116"/>
                    </a:moveTo>
                    <a:lnTo>
                      <a:pt x="0" y="50"/>
                    </a:lnTo>
                    <a:lnTo>
                      <a:pt x="15" y="0"/>
                    </a:lnTo>
                    <a:lnTo>
                      <a:pt x="222" y="67"/>
                    </a:lnTo>
                    <a:lnTo>
                      <a:pt x="206" y="116"/>
                    </a:lnTo>
                    <a:close/>
                  </a:path>
                </a:pathLst>
              </a:custGeom>
              <a:solidFill>
                <a:srgbClr val="FDCF6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25"/>
              <p:cNvSpPr/>
              <p:nvPr/>
            </p:nvSpPr>
            <p:spPr>
              <a:xfrm flipH="1">
                <a:off x="2669854" y="3817347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F61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25"/>
              <p:cNvSpPr/>
              <p:nvPr/>
            </p:nvSpPr>
            <p:spPr>
              <a:xfrm flipH="1">
                <a:off x="2667795" y="3810826"/>
                <a:ext cx="76531" cy="39810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50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E60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25"/>
              <p:cNvSpPr/>
              <p:nvPr/>
            </p:nvSpPr>
            <p:spPr>
              <a:xfrm flipH="1">
                <a:off x="2665736" y="3804649"/>
                <a:ext cx="76188" cy="39467"/>
              </a:xfrm>
              <a:custGeom>
                <a:rect b="b" l="l" r="r" t="t"/>
                <a:pathLst>
                  <a:path extrusionOk="0" h="115" w="222">
                    <a:moveTo>
                      <a:pt x="206" y="115"/>
                    </a:moveTo>
                    <a:lnTo>
                      <a:pt x="0" y="49"/>
                    </a:lnTo>
                    <a:lnTo>
                      <a:pt x="15" y="0"/>
                    </a:lnTo>
                    <a:lnTo>
                      <a:pt x="222" y="66"/>
                    </a:lnTo>
                    <a:lnTo>
                      <a:pt x="206" y="115"/>
                    </a:lnTo>
                    <a:close/>
                  </a:path>
                </a:pathLst>
              </a:custGeom>
              <a:solidFill>
                <a:srgbClr val="FDCD5F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25"/>
              <p:cNvSpPr/>
              <p:nvPr/>
            </p:nvSpPr>
            <p:spPr>
              <a:xfrm flipH="1">
                <a:off x="2663676" y="3798128"/>
                <a:ext cx="76531" cy="39810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25"/>
              <p:cNvSpPr/>
              <p:nvPr/>
            </p:nvSpPr>
            <p:spPr>
              <a:xfrm flipH="1">
                <a:off x="2611169" y="3775135"/>
                <a:ext cx="150659" cy="50105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25"/>
              <p:cNvSpPr/>
              <p:nvPr/>
            </p:nvSpPr>
            <p:spPr>
              <a:xfrm flipH="1">
                <a:off x="2578909" y="3758662"/>
                <a:ext cx="212776" cy="68638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25"/>
              <p:cNvSpPr/>
              <p:nvPr/>
            </p:nvSpPr>
            <p:spPr>
              <a:xfrm flipH="1">
                <a:off x="2554200" y="3744591"/>
                <a:ext cx="259450" cy="83738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25"/>
              <p:cNvSpPr/>
              <p:nvPr/>
            </p:nvSpPr>
            <p:spPr>
              <a:xfrm flipH="1">
                <a:off x="2534295" y="3732236"/>
                <a:ext cx="296171" cy="96093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25"/>
              <p:cNvSpPr/>
              <p:nvPr/>
            </p:nvSpPr>
            <p:spPr>
              <a:xfrm flipH="1">
                <a:off x="2517822" y="3720568"/>
                <a:ext cx="326371" cy="107761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25"/>
              <p:cNvSpPr/>
              <p:nvPr/>
            </p:nvSpPr>
            <p:spPr>
              <a:xfrm flipH="1">
                <a:off x="2502378" y="3709929"/>
                <a:ext cx="353483" cy="118057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25"/>
              <p:cNvSpPr/>
              <p:nvPr/>
            </p:nvSpPr>
            <p:spPr>
              <a:xfrm flipH="1">
                <a:off x="2489337" y="3699633"/>
                <a:ext cx="376477" cy="12732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25"/>
              <p:cNvSpPr/>
              <p:nvPr/>
            </p:nvSpPr>
            <p:spPr>
              <a:xfrm flipH="1">
                <a:off x="2476639" y="3690024"/>
                <a:ext cx="398097" cy="135216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" name="Google Shape;963;p25"/>
              <p:cNvSpPr/>
              <p:nvPr/>
            </p:nvSpPr>
            <p:spPr>
              <a:xfrm flipH="1">
                <a:off x="2465657" y="3680415"/>
                <a:ext cx="416973" cy="142423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" name="Google Shape;964;p25"/>
              <p:cNvSpPr/>
              <p:nvPr/>
            </p:nvSpPr>
            <p:spPr>
              <a:xfrm flipH="1">
                <a:off x="2455019" y="3670805"/>
                <a:ext cx="434475" cy="149287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25"/>
              <p:cNvSpPr/>
              <p:nvPr/>
            </p:nvSpPr>
            <p:spPr>
              <a:xfrm flipH="1">
                <a:off x="2445409" y="3662226"/>
                <a:ext cx="449919" cy="154778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" name="Google Shape;966;p25"/>
              <p:cNvSpPr/>
              <p:nvPr/>
            </p:nvSpPr>
            <p:spPr>
              <a:xfrm flipH="1">
                <a:off x="2435800" y="3653303"/>
                <a:ext cx="465019" cy="160269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" name="Google Shape;967;p25"/>
              <p:cNvSpPr/>
              <p:nvPr/>
            </p:nvSpPr>
            <p:spPr>
              <a:xfrm flipH="1">
                <a:off x="2427564" y="3644723"/>
                <a:ext cx="478060" cy="165073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25"/>
              <p:cNvSpPr/>
              <p:nvPr/>
            </p:nvSpPr>
            <p:spPr>
              <a:xfrm flipH="1">
                <a:off x="2419327" y="3636143"/>
                <a:ext cx="490415" cy="169535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25"/>
              <p:cNvSpPr/>
              <p:nvPr/>
            </p:nvSpPr>
            <p:spPr>
              <a:xfrm flipH="1">
                <a:off x="2411434" y="3628250"/>
                <a:ext cx="502083" cy="173653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25"/>
              <p:cNvSpPr/>
              <p:nvPr/>
            </p:nvSpPr>
            <p:spPr>
              <a:xfrm flipH="1">
                <a:off x="2404227" y="3620014"/>
                <a:ext cx="512722" cy="177428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1" name="Google Shape;971;p25"/>
              <p:cNvSpPr/>
              <p:nvPr/>
            </p:nvSpPr>
            <p:spPr>
              <a:xfrm flipH="1">
                <a:off x="2397363" y="3612120"/>
                <a:ext cx="522331" cy="180860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" name="Google Shape;972;p25"/>
              <p:cNvSpPr/>
              <p:nvPr/>
            </p:nvSpPr>
            <p:spPr>
              <a:xfrm flipH="1">
                <a:off x="2391186" y="3604227"/>
                <a:ext cx="531254" cy="183949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25"/>
              <p:cNvSpPr/>
              <p:nvPr/>
            </p:nvSpPr>
            <p:spPr>
              <a:xfrm flipH="1">
                <a:off x="2384665" y="3596677"/>
                <a:ext cx="539834" cy="18669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4" name="Google Shape;974;p25"/>
              <p:cNvSpPr/>
              <p:nvPr/>
            </p:nvSpPr>
            <p:spPr>
              <a:xfrm flipH="1">
                <a:off x="2379174" y="3588784"/>
                <a:ext cx="547041" cy="190126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" name="Google Shape;975;p25"/>
              <p:cNvSpPr/>
              <p:nvPr/>
            </p:nvSpPr>
            <p:spPr>
              <a:xfrm flipH="1">
                <a:off x="2373340" y="3581233"/>
                <a:ext cx="554591" cy="192528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25"/>
              <p:cNvSpPr/>
              <p:nvPr/>
            </p:nvSpPr>
            <p:spPr>
              <a:xfrm flipH="1">
                <a:off x="2368192" y="3574026"/>
                <a:ext cx="561112" cy="194587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7" name="Google Shape;977;p25"/>
              <p:cNvSpPr/>
              <p:nvPr/>
            </p:nvSpPr>
            <p:spPr>
              <a:xfrm flipH="1">
                <a:off x="2363044" y="3566476"/>
                <a:ext cx="567289" cy="19699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8" name="Google Shape;978;p25"/>
              <p:cNvSpPr/>
              <p:nvPr/>
            </p:nvSpPr>
            <p:spPr>
              <a:xfrm flipH="1">
                <a:off x="2353092" y="3551033"/>
                <a:ext cx="578271" cy="20728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9" name="Google Shape;979;p25"/>
              <p:cNvSpPr/>
              <p:nvPr/>
            </p:nvSpPr>
            <p:spPr>
              <a:xfrm flipH="1">
                <a:off x="2344512" y="3536619"/>
                <a:ext cx="587194" cy="210374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25"/>
              <p:cNvSpPr/>
              <p:nvPr/>
            </p:nvSpPr>
            <p:spPr>
              <a:xfrm flipH="1">
                <a:off x="2336962" y="3522205"/>
                <a:ext cx="594744" cy="213119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25"/>
              <p:cNvSpPr/>
              <p:nvPr/>
            </p:nvSpPr>
            <p:spPr>
              <a:xfrm flipH="1">
                <a:off x="2330098" y="3507791"/>
                <a:ext cx="601608" cy="21552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25"/>
              <p:cNvSpPr/>
              <p:nvPr/>
            </p:nvSpPr>
            <p:spPr>
              <a:xfrm flipH="1">
                <a:off x="2324264" y="3493720"/>
                <a:ext cx="606412" cy="217238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" name="Google Shape;983;p25"/>
              <p:cNvSpPr/>
              <p:nvPr/>
            </p:nvSpPr>
            <p:spPr>
              <a:xfrm flipH="1">
                <a:off x="2319116" y="3479993"/>
                <a:ext cx="610187" cy="218267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" name="Google Shape;984;p25"/>
              <p:cNvSpPr/>
              <p:nvPr/>
            </p:nvSpPr>
            <p:spPr>
              <a:xfrm flipH="1">
                <a:off x="2310880" y="3469011"/>
                <a:ext cx="612933" cy="203510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25"/>
              <p:cNvSpPr/>
              <p:nvPr/>
            </p:nvSpPr>
            <p:spPr>
              <a:xfrm flipH="1">
                <a:off x="2307791" y="3525294"/>
                <a:ext cx="346619" cy="133843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6" name="Google Shape;986;p25"/>
              <p:cNvSpPr/>
              <p:nvPr/>
            </p:nvSpPr>
            <p:spPr>
              <a:xfrm flipH="1">
                <a:off x="2305732" y="3512253"/>
                <a:ext cx="344217" cy="133157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7" name="Google Shape;987;p25"/>
              <p:cNvSpPr/>
              <p:nvPr/>
            </p:nvSpPr>
            <p:spPr>
              <a:xfrm flipH="1">
                <a:off x="2304016" y="3485484"/>
                <a:ext cx="337353" cy="132127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" name="Google Shape;988;p25"/>
              <p:cNvSpPr/>
              <p:nvPr/>
            </p:nvSpPr>
            <p:spPr>
              <a:xfrm flipH="1">
                <a:off x="2304016" y="3472100"/>
                <a:ext cx="333235" cy="13144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25"/>
              <p:cNvSpPr/>
              <p:nvPr/>
            </p:nvSpPr>
            <p:spPr>
              <a:xfrm flipH="1">
                <a:off x="2304359" y="3450822"/>
                <a:ext cx="345590" cy="137961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" name="Google Shape;990;p25"/>
              <p:cNvSpPr/>
              <p:nvPr/>
            </p:nvSpPr>
            <p:spPr>
              <a:xfrm flipH="1">
                <a:off x="2305389" y="3422337"/>
                <a:ext cx="387459" cy="151346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1" name="Google Shape;991;p25"/>
              <p:cNvSpPr/>
              <p:nvPr/>
            </p:nvSpPr>
            <p:spPr>
              <a:xfrm flipH="1">
                <a:off x="2307791" y="3395912"/>
                <a:ext cx="420748" cy="162328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" name="Google Shape;992;p25"/>
              <p:cNvSpPr/>
              <p:nvPr/>
            </p:nvSpPr>
            <p:spPr>
              <a:xfrm flipH="1">
                <a:off x="2311566" y="3372575"/>
                <a:ext cx="444085" cy="169535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" name="Google Shape;993;p25"/>
              <p:cNvSpPr/>
              <p:nvPr/>
            </p:nvSpPr>
            <p:spPr>
              <a:xfrm flipH="1">
                <a:off x="2317400" y="3350954"/>
                <a:ext cx="459185" cy="17433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25"/>
              <p:cNvSpPr/>
              <p:nvPr/>
            </p:nvSpPr>
            <p:spPr>
              <a:xfrm flipH="1">
                <a:off x="2325637" y="3331393"/>
                <a:ext cx="466735" cy="176742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25"/>
              <p:cNvSpPr/>
              <p:nvPr/>
            </p:nvSpPr>
            <p:spPr>
              <a:xfrm flipH="1">
                <a:off x="1830075" y="2668697"/>
                <a:ext cx="1474334" cy="1473990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25"/>
              <p:cNvSpPr txBox="1"/>
              <p:nvPr/>
            </p:nvSpPr>
            <p:spPr>
              <a:xfrm>
                <a:off x="1782025" y="2650775"/>
                <a:ext cx="1546500" cy="1546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Arial"/>
                  <a:buNone/>
                </a:pPr>
                <a:r>
                  <a:rPr b="0" i="0" lang="en-US" sz="4000" u="none" cap="none" strike="noStrike">
                    <a:solidFill>
                      <a:schemeClr val="dk1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4000" u="none" cap="none" strike="noStrike">
                  <a:solidFill>
                    <a:schemeClr val="dk1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  <p:grpSp>
            <p:nvGrpSpPr>
              <p:cNvPr id="997" name="Google Shape;997;p25"/>
              <p:cNvGrpSpPr/>
              <p:nvPr/>
            </p:nvGrpSpPr>
            <p:grpSpPr>
              <a:xfrm>
                <a:off x="3426940" y="3003815"/>
                <a:ext cx="1203903" cy="1519293"/>
                <a:chOff x="7426940" y="3153878"/>
                <a:chExt cx="1203903" cy="1519293"/>
              </a:xfrm>
            </p:grpSpPr>
            <p:sp>
              <p:nvSpPr>
                <p:cNvPr id="998" name="Google Shape;998;p25"/>
                <p:cNvSpPr/>
                <p:nvPr/>
              </p:nvSpPr>
              <p:spPr>
                <a:xfrm flipH="1">
                  <a:off x="8530632" y="4527659"/>
                  <a:ext cx="75844" cy="78933"/>
                </a:xfrm>
                <a:custGeom>
                  <a:rect b="b" l="l" r="r" t="t"/>
                  <a:pathLst>
                    <a:path extrusionOk="0" h="230" w="221">
                      <a:moveTo>
                        <a:pt x="154" y="230"/>
                      </a:moveTo>
                      <a:cubicBezTo>
                        <a:pt x="145" y="205"/>
                        <a:pt x="138" y="182"/>
                        <a:pt x="138" y="182"/>
                      </a:cubicBezTo>
                      <a:lnTo>
                        <a:pt x="221" y="101"/>
                      </a:lnTo>
                      <a:lnTo>
                        <a:pt x="84" y="0"/>
                      </a:lnTo>
                      <a:lnTo>
                        <a:pt x="3" y="92"/>
                      </a:lnTo>
                      <a:cubicBezTo>
                        <a:pt x="3" y="92"/>
                        <a:pt x="2" y="92"/>
                        <a:pt x="0" y="92"/>
                      </a:cubicBezTo>
                      <a:cubicBezTo>
                        <a:pt x="0" y="105"/>
                        <a:pt x="0" y="117"/>
                        <a:pt x="0" y="129"/>
                      </a:cubicBezTo>
                      <a:cubicBezTo>
                        <a:pt x="42" y="171"/>
                        <a:pt x="95" y="213"/>
                        <a:pt x="154" y="2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37800" lIns="90000" spcFirstLastPara="1" rIns="90000" wrap="square" tIns="37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Google Shape;999;p25"/>
                <p:cNvSpPr/>
                <p:nvPr/>
              </p:nvSpPr>
              <p:spPr>
                <a:xfrm flipH="1">
                  <a:off x="8484645" y="4559576"/>
                  <a:ext cx="146198" cy="103643"/>
                </a:xfrm>
                <a:custGeom>
                  <a:rect b="b" l="l" r="r" t="t"/>
                  <a:pathLst>
                    <a:path extrusionOk="0" h="302" w="426">
                      <a:moveTo>
                        <a:pt x="400" y="232"/>
                      </a:moveTo>
                      <a:cubicBezTo>
                        <a:pt x="373" y="221"/>
                        <a:pt x="275" y="201"/>
                        <a:pt x="256" y="193"/>
                      </a:cubicBezTo>
                      <a:cubicBezTo>
                        <a:pt x="247" y="188"/>
                        <a:pt x="235" y="162"/>
                        <a:pt x="225" y="137"/>
                      </a:cubicBezTo>
                      <a:cubicBezTo>
                        <a:pt x="166" y="120"/>
                        <a:pt x="113" y="78"/>
                        <a:pt x="71" y="36"/>
                      </a:cubicBezTo>
                      <a:cubicBezTo>
                        <a:pt x="71" y="24"/>
                        <a:pt x="71" y="12"/>
                        <a:pt x="71" y="0"/>
                      </a:cubicBezTo>
                      <a:cubicBezTo>
                        <a:pt x="59" y="3"/>
                        <a:pt x="19" y="17"/>
                        <a:pt x="2" y="76"/>
                      </a:cubicBezTo>
                      <a:cubicBezTo>
                        <a:pt x="-19" y="146"/>
                        <a:pt x="132" y="266"/>
                        <a:pt x="132" y="266"/>
                      </a:cubicBezTo>
                      <a:cubicBezTo>
                        <a:pt x="132" y="266"/>
                        <a:pt x="155" y="297"/>
                        <a:pt x="188" y="300"/>
                      </a:cubicBezTo>
                      <a:cubicBezTo>
                        <a:pt x="221" y="304"/>
                        <a:pt x="426" y="300"/>
                        <a:pt x="426" y="300"/>
                      </a:cubicBezTo>
                      <a:cubicBezTo>
                        <a:pt x="426" y="300"/>
                        <a:pt x="427" y="243"/>
                        <a:pt x="400" y="23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25"/>
                <p:cNvSpPr/>
                <p:nvPr/>
              </p:nvSpPr>
              <p:spPr>
                <a:xfrm flipH="1">
                  <a:off x="7780080" y="4595267"/>
                  <a:ext cx="76874" cy="56283"/>
                </a:xfrm>
                <a:custGeom>
                  <a:rect b="b" l="l" r="r" t="t"/>
                  <a:pathLst>
                    <a:path extrusionOk="0" h="164" w="224">
                      <a:moveTo>
                        <a:pt x="224" y="69"/>
                      </a:moveTo>
                      <a:cubicBezTo>
                        <a:pt x="223" y="69"/>
                        <a:pt x="222" y="69"/>
                        <a:pt x="221" y="68"/>
                      </a:cubicBezTo>
                      <a:cubicBezTo>
                        <a:pt x="190" y="61"/>
                        <a:pt x="163" y="0"/>
                        <a:pt x="163" y="0"/>
                      </a:cubicBezTo>
                      <a:lnTo>
                        <a:pt x="0" y="57"/>
                      </a:lnTo>
                      <a:lnTo>
                        <a:pt x="18" y="125"/>
                      </a:lnTo>
                      <a:cubicBezTo>
                        <a:pt x="18" y="125"/>
                        <a:pt x="17" y="139"/>
                        <a:pt x="17" y="156"/>
                      </a:cubicBezTo>
                      <a:cubicBezTo>
                        <a:pt x="90" y="180"/>
                        <a:pt x="185" y="146"/>
                        <a:pt x="224" y="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14025" lIns="90000" spcFirstLastPara="1" rIns="90000" wrap="square" tIns="140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1" name="Google Shape;1001;p25"/>
                <p:cNvSpPr/>
                <p:nvPr/>
              </p:nvSpPr>
              <p:spPr>
                <a:xfrm flipH="1">
                  <a:off x="7697715" y="4615172"/>
                  <a:ext cx="153405" cy="57999"/>
                </a:xfrm>
                <a:custGeom>
                  <a:rect b="b" l="l" r="r" t="t"/>
                  <a:pathLst>
                    <a:path extrusionOk="0" h="169" w="447">
                      <a:moveTo>
                        <a:pt x="425" y="0"/>
                      </a:moveTo>
                      <a:cubicBezTo>
                        <a:pt x="405" y="0"/>
                        <a:pt x="243" y="17"/>
                        <a:pt x="207" y="11"/>
                      </a:cubicBezTo>
                      <a:cubicBezTo>
                        <a:pt x="168" y="88"/>
                        <a:pt x="73" y="122"/>
                        <a:pt x="0" y="98"/>
                      </a:cubicBezTo>
                      <a:cubicBezTo>
                        <a:pt x="0" y="117"/>
                        <a:pt x="2" y="140"/>
                        <a:pt x="10" y="154"/>
                      </a:cubicBezTo>
                      <a:cubicBezTo>
                        <a:pt x="25" y="179"/>
                        <a:pt x="165" y="167"/>
                        <a:pt x="212" y="154"/>
                      </a:cubicBezTo>
                      <a:cubicBezTo>
                        <a:pt x="259" y="141"/>
                        <a:pt x="384" y="83"/>
                        <a:pt x="423" y="69"/>
                      </a:cubicBezTo>
                      <a:cubicBezTo>
                        <a:pt x="463" y="54"/>
                        <a:pt x="445" y="0"/>
                        <a:pt x="42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15825" lIns="90000" spcFirstLastPara="1" rIns="90000" wrap="square" tIns="158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2" name="Google Shape;1002;p25"/>
                <p:cNvSpPr/>
                <p:nvPr/>
              </p:nvSpPr>
              <p:spPr>
                <a:xfrm flipH="1">
                  <a:off x="7818174" y="3199865"/>
                  <a:ext cx="135216" cy="161298"/>
                </a:xfrm>
                <a:custGeom>
                  <a:rect b="b" l="l" r="r" t="t"/>
                  <a:pathLst>
                    <a:path extrusionOk="0" h="470" w="394">
                      <a:moveTo>
                        <a:pt x="53" y="340"/>
                      </a:moveTo>
                      <a:lnTo>
                        <a:pt x="0" y="329"/>
                      </a:lnTo>
                      <a:cubicBezTo>
                        <a:pt x="0" y="329"/>
                        <a:pt x="77" y="253"/>
                        <a:pt x="84" y="216"/>
                      </a:cubicBezTo>
                      <a:cubicBezTo>
                        <a:pt x="91" y="178"/>
                        <a:pt x="135" y="12"/>
                        <a:pt x="135" y="12"/>
                      </a:cubicBezTo>
                      <a:cubicBezTo>
                        <a:pt x="135" y="12"/>
                        <a:pt x="305" y="-18"/>
                        <a:pt x="358" y="16"/>
                      </a:cubicBezTo>
                      <a:cubicBezTo>
                        <a:pt x="411" y="49"/>
                        <a:pt x="395" y="239"/>
                        <a:pt x="378" y="313"/>
                      </a:cubicBezTo>
                      <a:cubicBezTo>
                        <a:pt x="360" y="388"/>
                        <a:pt x="255" y="370"/>
                        <a:pt x="255" y="370"/>
                      </a:cubicBezTo>
                      <a:cubicBezTo>
                        <a:pt x="255" y="370"/>
                        <a:pt x="220" y="400"/>
                        <a:pt x="224" y="458"/>
                      </a:cubicBezTo>
                      <a:cubicBezTo>
                        <a:pt x="227" y="517"/>
                        <a:pt x="53" y="340"/>
                        <a:pt x="53" y="340"/>
                      </a:cubicBez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25"/>
                <p:cNvSpPr/>
                <p:nvPr/>
              </p:nvSpPr>
              <p:spPr>
                <a:xfrm flipH="1">
                  <a:off x="7857984" y="3304194"/>
                  <a:ext cx="117713" cy="97465"/>
                </a:xfrm>
                <a:custGeom>
                  <a:rect b="b" l="l" r="r" t="t"/>
                  <a:pathLst>
                    <a:path extrusionOk="0" h="284" w="343">
                      <a:moveTo>
                        <a:pt x="0" y="41"/>
                      </a:moveTo>
                      <a:cubicBezTo>
                        <a:pt x="0" y="41"/>
                        <a:pt x="44" y="-1"/>
                        <a:pt x="79" y="0"/>
                      </a:cubicBezTo>
                      <a:cubicBezTo>
                        <a:pt x="114" y="1"/>
                        <a:pt x="287" y="110"/>
                        <a:pt x="305" y="139"/>
                      </a:cubicBezTo>
                      <a:cubicBezTo>
                        <a:pt x="323" y="168"/>
                        <a:pt x="343" y="284"/>
                        <a:pt x="343" y="284"/>
                      </a:cubicBezTo>
                      <a:cubicBezTo>
                        <a:pt x="343" y="284"/>
                        <a:pt x="193" y="106"/>
                        <a:pt x="0" y="4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25"/>
                <p:cNvSpPr/>
                <p:nvPr/>
              </p:nvSpPr>
              <p:spPr>
                <a:xfrm flipH="1">
                  <a:off x="8058063" y="3884182"/>
                  <a:ext cx="525420" cy="692896"/>
                </a:xfrm>
                <a:custGeom>
                  <a:rect b="b" l="l" r="r" t="t"/>
                  <a:pathLst>
                    <a:path extrusionOk="0" h="2019" w="1531">
                      <a:moveTo>
                        <a:pt x="994" y="0"/>
                      </a:moveTo>
                      <a:lnTo>
                        <a:pt x="606" y="1071"/>
                      </a:lnTo>
                      <a:lnTo>
                        <a:pt x="1" y="1856"/>
                      </a:lnTo>
                      <a:cubicBezTo>
                        <a:pt x="-10" y="1936"/>
                        <a:pt x="59" y="1983"/>
                        <a:pt x="154" y="2019"/>
                      </a:cubicBezTo>
                      <a:lnTo>
                        <a:pt x="1003" y="1247"/>
                      </a:lnTo>
                      <a:lnTo>
                        <a:pt x="1531" y="136"/>
                      </a:lnTo>
                      <a:lnTo>
                        <a:pt x="994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5" name="Google Shape;1005;p25"/>
                <p:cNvSpPr/>
                <p:nvPr/>
              </p:nvSpPr>
              <p:spPr>
                <a:xfrm flipH="1">
                  <a:off x="7791406" y="3771959"/>
                  <a:ext cx="460214" cy="848360"/>
                </a:xfrm>
                <a:custGeom>
                  <a:rect b="b" l="l" r="r" t="t"/>
                  <a:pathLst>
                    <a:path extrusionOk="0" h="2472" w="1341">
                      <a:moveTo>
                        <a:pt x="81" y="0"/>
                      </a:moveTo>
                      <a:cubicBezTo>
                        <a:pt x="81" y="0"/>
                        <a:pt x="16" y="142"/>
                        <a:pt x="2" y="266"/>
                      </a:cubicBezTo>
                      <a:cubicBezTo>
                        <a:pt x="-2" y="297"/>
                        <a:pt x="2" y="330"/>
                        <a:pt x="8" y="363"/>
                      </a:cubicBezTo>
                      <a:cubicBezTo>
                        <a:pt x="30" y="466"/>
                        <a:pt x="86" y="559"/>
                        <a:pt x="164" y="630"/>
                      </a:cubicBezTo>
                      <a:lnTo>
                        <a:pt x="221" y="683"/>
                      </a:lnTo>
                      <a:lnTo>
                        <a:pt x="752" y="1493"/>
                      </a:lnTo>
                      <a:lnTo>
                        <a:pt x="1096" y="2457"/>
                      </a:lnTo>
                      <a:cubicBezTo>
                        <a:pt x="1107" y="2501"/>
                        <a:pt x="1352" y="2439"/>
                        <a:pt x="1341" y="2395"/>
                      </a:cubicBezTo>
                      <a:cubicBezTo>
                        <a:pt x="1341" y="2395"/>
                        <a:pt x="1149" y="1543"/>
                        <a:pt x="1085" y="1335"/>
                      </a:cubicBezTo>
                      <a:cubicBezTo>
                        <a:pt x="1020" y="1128"/>
                        <a:pt x="709" y="432"/>
                        <a:pt x="709" y="432"/>
                      </a:cubicBezTo>
                      <a:lnTo>
                        <a:pt x="689" y="292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6" name="Google Shape;1006;p25"/>
                <p:cNvSpPr/>
                <p:nvPr/>
              </p:nvSpPr>
              <p:spPr>
                <a:xfrm flipH="1">
                  <a:off x="8012419" y="3825840"/>
                  <a:ext cx="231995" cy="96436"/>
                </a:xfrm>
                <a:custGeom>
                  <a:rect b="b" l="l" r="r" t="t"/>
                  <a:pathLst>
                    <a:path extrusionOk="0" h="281" w="676">
                      <a:moveTo>
                        <a:pt x="0" y="0"/>
                      </a:moveTo>
                      <a:cubicBezTo>
                        <a:pt x="0" y="0"/>
                        <a:pt x="89" y="154"/>
                        <a:pt x="294" y="220"/>
                      </a:cubicBezTo>
                      <a:cubicBezTo>
                        <a:pt x="499" y="286"/>
                        <a:pt x="676" y="281"/>
                        <a:pt x="676" y="281"/>
                      </a:cubicBezTo>
                      <a:lnTo>
                        <a:pt x="665" y="1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25"/>
                <p:cNvSpPr/>
                <p:nvPr/>
              </p:nvSpPr>
              <p:spPr>
                <a:xfrm flipH="1">
                  <a:off x="7843227" y="3315176"/>
                  <a:ext cx="423837" cy="594058"/>
                </a:xfrm>
                <a:custGeom>
                  <a:rect b="b" l="l" r="r" t="t"/>
                  <a:pathLst>
                    <a:path extrusionOk="0" h="1731" w="1235">
                      <a:moveTo>
                        <a:pt x="842" y="0"/>
                      </a:moveTo>
                      <a:cubicBezTo>
                        <a:pt x="840" y="1"/>
                        <a:pt x="839" y="1"/>
                        <a:pt x="838" y="2"/>
                      </a:cubicBezTo>
                      <a:cubicBezTo>
                        <a:pt x="667" y="71"/>
                        <a:pt x="539" y="216"/>
                        <a:pt x="485" y="392"/>
                      </a:cubicBezTo>
                      <a:cubicBezTo>
                        <a:pt x="426" y="583"/>
                        <a:pt x="358" y="825"/>
                        <a:pt x="358" y="825"/>
                      </a:cubicBezTo>
                      <a:lnTo>
                        <a:pt x="0" y="1441"/>
                      </a:lnTo>
                      <a:cubicBezTo>
                        <a:pt x="0" y="1441"/>
                        <a:pt x="430" y="1786"/>
                        <a:pt x="793" y="1723"/>
                      </a:cubicBezTo>
                      <a:cubicBezTo>
                        <a:pt x="857" y="1552"/>
                        <a:pt x="1027" y="1010"/>
                        <a:pt x="1027" y="1010"/>
                      </a:cubicBezTo>
                      <a:cubicBezTo>
                        <a:pt x="1027" y="1010"/>
                        <a:pt x="1273" y="722"/>
                        <a:pt x="1230" y="344"/>
                      </a:cubicBezTo>
                      <a:cubicBezTo>
                        <a:pt x="1220" y="259"/>
                        <a:pt x="1153" y="181"/>
                        <a:pt x="1098" y="122"/>
                      </a:cubicBezTo>
                      <a:cubicBezTo>
                        <a:pt x="991" y="8"/>
                        <a:pt x="842" y="0"/>
                        <a:pt x="84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25"/>
                <p:cNvSpPr/>
                <p:nvPr/>
              </p:nvSpPr>
              <p:spPr>
                <a:xfrm flipH="1">
                  <a:off x="7987709" y="3523148"/>
                  <a:ext cx="146198" cy="329460"/>
                </a:xfrm>
                <a:custGeom>
                  <a:rect b="b" l="l" r="r" t="t"/>
                  <a:pathLst>
                    <a:path extrusionOk="0" h="960" w="426">
                      <a:moveTo>
                        <a:pt x="4" y="960"/>
                      </a:moveTo>
                      <a:cubicBezTo>
                        <a:pt x="3" y="960"/>
                        <a:pt x="3" y="960"/>
                        <a:pt x="2" y="960"/>
                      </a:cubicBezTo>
                      <a:cubicBezTo>
                        <a:pt x="0" y="959"/>
                        <a:pt x="-1" y="956"/>
                        <a:pt x="0" y="954"/>
                      </a:cubicBezTo>
                      <a:lnTo>
                        <a:pt x="321" y="316"/>
                      </a:lnTo>
                      <a:lnTo>
                        <a:pt x="417" y="3"/>
                      </a:lnTo>
                      <a:cubicBezTo>
                        <a:pt x="418" y="0"/>
                        <a:pt x="421" y="-1"/>
                        <a:pt x="423" y="0"/>
                      </a:cubicBezTo>
                      <a:cubicBezTo>
                        <a:pt x="425" y="0"/>
                        <a:pt x="427" y="3"/>
                        <a:pt x="426" y="5"/>
                      </a:cubicBezTo>
                      <a:lnTo>
                        <a:pt x="329" y="320"/>
                      </a:lnTo>
                      <a:lnTo>
                        <a:pt x="8" y="958"/>
                      </a:lnTo>
                      <a:cubicBezTo>
                        <a:pt x="7" y="959"/>
                        <a:pt x="6" y="960"/>
                        <a:pt x="4" y="9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9" name="Google Shape;1009;p25"/>
                <p:cNvSpPr/>
                <p:nvPr/>
              </p:nvSpPr>
              <p:spPr>
                <a:xfrm flipH="1">
                  <a:off x="7989082" y="3620957"/>
                  <a:ext cx="52851" cy="19218"/>
                </a:xfrm>
                <a:custGeom>
                  <a:rect b="b" l="l" r="r" t="t"/>
                  <a:pathLst>
                    <a:path extrusionOk="0" h="56" w="154">
                      <a:moveTo>
                        <a:pt x="149" y="56"/>
                      </a:moveTo>
                      <a:lnTo>
                        <a:pt x="149" y="56"/>
                      </a:lnTo>
                      <a:cubicBezTo>
                        <a:pt x="67" y="49"/>
                        <a:pt x="5" y="10"/>
                        <a:pt x="2" y="8"/>
                      </a:cubicBezTo>
                      <a:cubicBezTo>
                        <a:pt x="0" y="7"/>
                        <a:pt x="-1" y="4"/>
                        <a:pt x="1" y="2"/>
                      </a:cubicBezTo>
                      <a:cubicBezTo>
                        <a:pt x="2" y="0"/>
                        <a:pt x="5" y="-1"/>
                        <a:pt x="7" y="1"/>
                      </a:cubicBezTo>
                      <a:cubicBezTo>
                        <a:pt x="8" y="1"/>
                        <a:pt x="70" y="40"/>
                        <a:pt x="150" y="47"/>
                      </a:cubicBezTo>
                      <a:cubicBezTo>
                        <a:pt x="152" y="47"/>
                        <a:pt x="154" y="49"/>
                        <a:pt x="154" y="52"/>
                      </a:cubicBezTo>
                      <a:cubicBezTo>
                        <a:pt x="154" y="54"/>
                        <a:pt x="152" y="56"/>
                        <a:pt x="149" y="5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0" lIns="90000" spcFirstLastPara="1" rIns="90000" wrap="square" tIns="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0" name="Google Shape;1010;p25"/>
                <p:cNvSpPr/>
                <p:nvPr/>
              </p:nvSpPr>
              <p:spPr>
                <a:xfrm flipH="1">
                  <a:off x="7800328" y="3153878"/>
                  <a:ext cx="147227" cy="127323"/>
                </a:xfrm>
                <a:custGeom>
                  <a:rect b="b" l="l" r="r" t="t"/>
                  <a:pathLst>
                    <a:path extrusionOk="0" h="371" w="429">
                      <a:moveTo>
                        <a:pt x="6" y="133"/>
                      </a:moveTo>
                      <a:cubicBezTo>
                        <a:pt x="6" y="133"/>
                        <a:pt x="-6" y="214"/>
                        <a:pt x="4" y="257"/>
                      </a:cubicBezTo>
                      <a:cubicBezTo>
                        <a:pt x="14" y="301"/>
                        <a:pt x="62" y="366"/>
                        <a:pt x="62" y="366"/>
                      </a:cubicBezTo>
                      <a:lnTo>
                        <a:pt x="103" y="371"/>
                      </a:lnTo>
                      <a:cubicBezTo>
                        <a:pt x="103" y="371"/>
                        <a:pt x="158" y="229"/>
                        <a:pt x="197" y="233"/>
                      </a:cubicBezTo>
                      <a:cubicBezTo>
                        <a:pt x="236" y="237"/>
                        <a:pt x="236" y="303"/>
                        <a:pt x="236" y="303"/>
                      </a:cubicBezTo>
                      <a:lnTo>
                        <a:pt x="234" y="320"/>
                      </a:lnTo>
                      <a:lnTo>
                        <a:pt x="261" y="320"/>
                      </a:lnTo>
                      <a:cubicBezTo>
                        <a:pt x="261" y="320"/>
                        <a:pt x="261" y="262"/>
                        <a:pt x="286" y="240"/>
                      </a:cubicBezTo>
                      <a:cubicBezTo>
                        <a:pt x="311" y="218"/>
                        <a:pt x="352" y="205"/>
                        <a:pt x="367" y="199"/>
                      </a:cubicBezTo>
                      <a:cubicBezTo>
                        <a:pt x="419" y="179"/>
                        <a:pt x="423" y="148"/>
                        <a:pt x="423" y="148"/>
                      </a:cubicBezTo>
                      <a:cubicBezTo>
                        <a:pt x="423" y="148"/>
                        <a:pt x="435" y="95"/>
                        <a:pt x="425" y="48"/>
                      </a:cubicBezTo>
                      <a:cubicBezTo>
                        <a:pt x="415" y="0"/>
                        <a:pt x="348" y="-17"/>
                        <a:pt x="280" y="19"/>
                      </a:cubicBezTo>
                      <a:cubicBezTo>
                        <a:pt x="248" y="36"/>
                        <a:pt x="190" y="41"/>
                        <a:pt x="157" y="49"/>
                      </a:cubicBezTo>
                      <a:cubicBezTo>
                        <a:pt x="124" y="58"/>
                        <a:pt x="32" y="29"/>
                        <a:pt x="6" y="13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25"/>
                <p:cNvSpPr/>
                <p:nvPr/>
              </p:nvSpPr>
              <p:spPr>
                <a:xfrm flipH="1">
                  <a:off x="7426940" y="3471327"/>
                  <a:ext cx="118743" cy="99868"/>
                </a:xfrm>
                <a:custGeom>
                  <a:rect b="b" l="l" r="r" t="t"/>
                  <a:pathLst>
                    <a:path extrusionOk="0" h="291" w="346">
                      <a:moveTo>
                        <a:pt x="4" y="169"/>
                      </a:moveTo>
                      <a:lnTo>
                        <a:pt x="88" y="152"/>
                      </a:lnTo>
                      <a:cubicBezTo>
                        <a:pt x="88" y="152"/>
                        <a:pt x="141" y="71"/>
                        <a:pt x="164" y="49"/>
                      </a:cubicBezTo>
                      <a:cubicBezTo>
                        <a:pt x="187" y="27"/>
                        <a:pt x="242" y="27"/>
                        <a:pt x="281" y="17"/>
                      </a:cubicBezTo>
                      <a:cubicBezTo>
                        <a:pt x="320" y="7"/>
                        <a:pt x="337" y="-8"/>
                        <a:pt x="346" y="6"/>
                      </a:cubicBezTo>
                      <a:cubicBezTo>
                        <a:pt x="354" y="21"/>
                        <a:pt x="274" y="67"/>
                        <a:pt x="266" y="77"/>
                      </a:cubicBezTo>
                      <a:cubicBezTo>
                        <a:pt x="258" y="87"/>
                        <a:pt x="215" y="176"/>
                        <a:pt x="176" y="211"/>
                      </a:cubicBezTo>
                      <a:cubicBezTo>
                        <a:pt x="137" y="246"/>
                        <a:pt x="0" y="291"/>
                        <a:pt x="0" y="291"/>
                      </a:cubicBezTo>
                      <a:lnTo>
                        <a:pt x="4" y="16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25"/>
                <p:cNvSpPr/>
                <p:nvPr/>
              </p:nvSpPr>
              <p:spPr>
                <a:xfrm flipH="1">
                  <a:off x="7532299" y="3396168"/>
                  <a:ext cx="460214" cy="193215"/>
                </a:xfrm>
                <a:custGeom>
                  <a:rect b="b" l="l" r="r" t="t"/>
                  <a:pathLst>
                    <a:path extrusionOk="0" h="563" w="1341">
                      <a:moveTo>
                        <a:pt x="116" y="404"/>
                      </a:moveTo>
                      <a:cubicBezTo>
                        <a:pt x="116" y="404"/>
                        <a:pt x="562" y="524"/>
                        <a:pt x="685" y="554"/>
                      </a:cubicBezTo>
                      <a:cubicBezTo>
                        <a:pt x="808" y="585"/>
                        <a:pt x="1337" y="525"/>
                        <a:pt x="1337" y="525"/>
                      </a:cubicBezTo>
                      <a:cubicBezTo>
                        <a:pt x="1346" y="458"/>
                        <a:pt x="1340" y="399"/>
                        <a:pt x="1302" y="354"/>
                      </a:cubicBezTo>
                      <a:cubicBezTo>
                        <a:pt x="1302" y="354"/>
                        <a:pt x="873" y="297"/>
                        <a:pt x="801" y="290"/>
                      </a:cubicBezTo>
                      <a:cubicBezTo>
                        <a:pt x="729" y="284"/>
                        <a:pt x="297" y="12"/>
                        <a:pt x="297" y="12"/>
                      </a:cubicBezTo>
                      <a:cubicBezTo>
                        <a:pt x="297" y="12"/>
                        <a:pt x="127" y="-50"/>
                        <a:pt x="29" y="105"/>
                      </a:cubicBezTo>
                      <a:cubicBezTo>
                        <a:pt x="-69" y="260"/>
                        <a:pt x="116" y="404"/>
                        <a:pt x="116" y="40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3" name="Google Shape;1013;p25"/>
                <p:cNvSpPr/>
                <p:nvPr/>
              </p:nvSpPr>
              <p:spPr>
                <a:xfrm flipH="1">
                  <a:off x="7431745" y="3421907"/>
                  <a:ext cx="111879" cy="110163"/>
                </a:xfrm>
                <a:custGeom>
                  <a:rect b="b" l="l" r="r" t="t"/>
                  <a:pathLst>
                    <a:path extrusionOk="0" h="321" w="326">
                      <a:moveTo>
                        <a:pt x="0" y="199"/>
                      </a:moveTo>
                      <a:lnTo>
                        <a:pt x="82" y="174"/>
                      </a:lnTo>
                      <a:cubicBezTo>
                        <a:pt x="82" y="174"/>
                        <a:pt x="128" y="89"/>
                        <a:pt x="149" y="64"/>
                      </a:cubicBezTo>
                      <a:cubicBezTo>
                        <a:pt x="169" y="40"/>
                        <a:pt x="224" y="36"/>
                        <a:pt x="262" y="22"/>
                      </a:cubicBezTo>
                      <a:cubicBezTo>
                        <a:pt x="299" y="8"/>
                        <a:pt x="315" y="-8"/>
                        <a:pt x="325" y="5"/>
                      </a:cubicBezTo>
                      <a:cubicBezTo>
                        <a:pt x="335" y="19"/>
                        <a:pt x="259" y="73"/>
                        <a:pt x="252" y="83"/>
                      </a:cubicBezTo>
                      <a:cubicBezTo>
                        <a:pt x="244" y="94"/>
                        <a:pt x="210" y="187"/>
                        <a:pt x="175" y="225"/>
                      </a:cubicBezTo>
                      <a:cubicBezTo>
                        <a:pt x="139" y="263"/>
                        <a:pt x="7" y="321"/>
                        <a:pt x="7" y="321"/>
                      </a:cubicBezTo>
                      <a:lnTo>
                        <a:pt x="0" y="199"/>
                      </a:lnTo>
                      <a:close/>
                    </a:path>
                  </a:pathLst>
                </a:custGeom>
                <a:solidFill>
                  <a:srgbClr val="886E58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4" name="Google Shape;1014;p25"/>
                <p:cNvSpPr/>
                <p:nvPr/>
              </p:nvSpPr>
              <p:spPr>
                <a:xfrm flipH="1">
                  <a:off x="7500726" y="3392393"/>
                  <a:ext cx="491101" cy="184635"/>
                </a:xfrm>
                <a:custGeom>
                  <a:rect b="b" l="l" r="r" t="t"/>
                  <a:pathLst>
                    <a:path extrusionOk="0" h="538" w="1431">
                      <a:moveTo>
                        <a:pt x="143" y="433"/>
                      </a:moveTo>
                      <a:cubicBezTo>
                        <a:pt x="143" y="433"/>
                        <a:pt x="622" y="516"/>
                        <a:pt x="754" y="536"/>
                      </a:cubicBezTo>
                      <a:cubicBezTo>
                        <a:pt x="886" y="556"/>
                        <a:pt x="1430" y="420"/>
                        <a:pt x="1430" y="420"/>
                      </a:cubicBezTo>
                      <a:cubicBezTo>
                        <a:pt x="1434" y="348"/>
                        <a:pt x="1421" y="286"/>
                        <a:pt x="1377" y="243"/>
                      </a:cubicBezTo>
                      <a:cubicBezTo>
                        <a:pt x="1377" y="243"/>
                        <a:pt x="926" y="249"/>
                        <a:pt x="850" y="249"/>
                      </a:cubicBezTo>
                      <a:cubicBezTo>
                        <a:pt x="774" y="249"/>
                        <a:pt x="295" y="6"/>
                        <a:pt x="295" y="6"/>
                      </a:cubicBezTo>
                      <a:cubicBezTo>
                        <a:pt x="295" y="6"/>
                        <a:pt x="110" y="-43"/>
                        <a:pt x="22" y="129"/>
                      </a:cubicBezTo>
                      <a:cubicBezTo>
                        <a:pt x="-66" y="301"/>
                        <a:pt x="143" y="433"/>
                        <a:pt x="143" y="43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25"/>
                <p:cNvSpPr/>
                <p:nvPr/>
              </p:nvSpPr>
              <p:spPr>
                <a:xfrm flipH="1">
                  <a:off x="7892646" y="3365281"/>
                  <a:ext cx="107074" cy="149630"/>
                </a:xfrm>
                <a:custGeom>
                  <a:rect b="b" l="l" r="r" t="t"/>
                  <a:pathLst>
                    <a:path extrusionOk="0" h="436" w="312">
                      <a:moveTo>
                        <a:pt x="129" y="436"/>
                      </a:moveTo>
                      <a:cubicBezTo>
                        <a:pt x="128" y="436"/>
                        <a:pt x="127" y="435"/>
                        <a:pt x="127" y="435"/>
                      </a:cubicBezTo>
                      <a:cubicBezTo>
                        <a:pt x="59" y="397"/>
                        <a:pt x="9" y="319"/>
                        <a:pt x="1" y="236"/>
                      </a:cubicBezTo>
                      <a:cubicBezTo>
                        <a:pt x="-6" y="164"/>
                        <a:pt x="19" y="100"/>
                        <a:pt x="70" y="56"/>
                      </a:cubicBezTo>
                      <a:cubicBezTo>
                        <a:pt x="195" y="-52"/>
                        <a:pt x="309" y="28"/>
                        <a:pt x="310" y="28"/>
                      </a:cubicBezTo>
                      <a:cubicBezTo>
                        <a:pt x="312" y="30"/>
                        <a:pt x="312" y="33"/>
                        <a:pt x="311" y="34"/>
                      </a:cubicBezTo>
                      <a:cubicBezTo>
                        <a:pt x="309" y="36"/>
                        <a:pt x="307" y="37"/>
                        <a:pt x="305" y="36"/>
                      </a:cubicBezTo>
                      <a:cubicBezTo>
                        <a:pt x="301" y="32"/>
                        <a:pt x="196" y="-41"/>
                        <a:pt x="76" y="62"/>
                      </a:cubicBezTo>
                      <a:cubicBezTo>
                        <a:pt x="27" y="105"/>
                        <a:pt x="3" y="166"/>
                        <a:pt x="10" y="236"/>
                      </a:cubicBezTo>
                      <a:cubicBezTo>
                        <a:pt x="18" y="315"/>
                        <a:pt x="65" y="390"/>
                        <a:pt x="131" y="427"/>
                      </a:cubicBezTo>
                      <a:cubicBezTo>
                        <a:pt x="133" y="429"/>
                        <a:pt x="134" y="431"/>
                        <a:pt x="133" y="433"/>
                      </a:cubicBezTo>
                      <a:cubicBezTo>
                        <a:pt x="132" y="435"/>
                        <a:pt x="130" y="436"/>
                        <a:pt x="129" y="4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26"/>
          <p:cNvSpPr/>
          <p:nvPr/>
        </p:nvSpPr>
        <p:spPr>
          <a:xfrm>
            <a:off x="0" y="4911025"/>
            <a:ext cx="9144000" cy="23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18" name="Google Shape;1018;p26"/>
          <p:cNvGrpSpPr/>
          <p:nvPr/>
        </p:nvGrpSpPr>
        <p:grpSpPr>
          <a:xfrm flipH="1">
            <a:off x="8559066" y="232074"/>
            <a:ext cx="584934" cy="4678945"/>
            <a:chOff x="2338692" y="232081"/>
            <a:chExt cx="584817" cy="4678945"/>
          </a:xfrm>
        </p:grpSpPr>
        <p:grpSp>
          <p:nvGrpSpPr>
            <p:cNvPr id="1019" name="Google Shape;1019;p26"/>
            <p:cNvGrpSpPr/>
            <p:nvPr/>
          </p:nvGrpSpPr>
          <p:grpSpPr>
            <a:xfrm rot="-5400000">
              <a:off x="1461367" y="1109406"/>
              <a:ext cx="2339467" cy="584816"/>
              <a:chOff x="217750" y="0"/>
              <a:chExt cx="2339467" cy="5143500"/>
            </a:xfrm>
          </p:grpSpPr>
          <p:cxnSp>
            <p:nvCxnSpPr>
              <p:cNvPr id="1020" name="Google Shape;1020;p26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1" name="Google Shape;1021;p26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2" name="Google Shape;1022;p26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3" name="Google Shape;1023;p26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4" name="Google Shape;1024;p26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26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6" name="Google Shape;1026;p26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7" name="Google Shape;1027;p26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8" name="Google Shape;1028;p26"/>
              <p:cNvCxnSpPr/>
              <p:nvPr/>
            </p:nvCxnSpPr>
            <p:spPr>
              <a:xfrm>
                <a:off x="25572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29" name="Google Shape;1029;p26"/>
            <p:cNvGrpSpPr/>
            <p:nvPr/>
          </p:nvGrpSpPr>
          <p:grpSpPr>
            <a:xfrm rot="-5400000">
              <a:off x="1607583" y="3595101"/>
              <a:ext cx="2047033" cy="584816"/>
              <a:chOff x="217750" y="0"/>
              <a:chExt cx="2047033" cy="5143500"/>
            </a:xfrm>
          </p:grpSpPr>
          <p:cxnSp>
            <p:nvCxnSpPr>
              <p:cNvPr id="1030" name="Google Shape;1030;p26"/>
              <p:cNvCxnSpPr/>
              <p:nvPr/>
            </p:nvCxnSpPr>
            <p:spPr>
              <a:xfrm>
                <a:off x="2177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1" name="Google Shape;1031;p26"/>
              <p:cNvCxnSpPr/>
              <p:nvPr/>
            </p:nvCxnSpPr>
            <p:spPr>
              <a:xfrm>
                <a:off x="5101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2" name="Google Shape;1032;p26"/>
              <p:cNvCxnSpPr/>
              <p:nvPr/>
            </p:nvCxnSpPr>
            <p:spPr>
              <a:xfrm>
                <a:off x="8026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3" name="Google Shape;1033;p26"/>
              <p:cNvCxnSpPr/>
              <p:nvPr/>
            </p:nvCxnSpPr>
            <p:spPr>
              <a:xfrm>
                <a:off x="10950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4" name="Google Shape;1034;p26"/>
              <p:cNvCxnSpPr/>
              <p:nvPr/>
            </p:nvCxnSpPr>
            <p:spPr>
              <a:xfrm>
                <a:off x="13874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5" name="Google Shape;1035;p26"/>
              <p:cNvCxnSpPr/>
              <p:nvPr/>
            </p:nvCxnSpPr>
            <p:spPr>
              <a:xfrm>
                <a:off x="1972350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6" name="Google Shape;1036;p26"/>
              <p:cNvCxnSpPr/>
              <p:nvPr/>
            </p:nvCxnSpPr>
            <p:spPr>
              <a:xfrm>
                <a:off x="1679917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7" name="Google Shape;1037;p26"/>
              <p:cNvCxnSpPr/>
              <p:nvPr/>
            </p:nvCxnSpPr>
            <p:spPr>
              <a:xfrm>
                <a:off x="2264783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038" name="Google Shape;1038;p26"/>
          <p:cNvGrpSpPr/>
          <p:nvPr/>
        </p:nvGrpSpPr>
        <p:grpSpPr>
          <a:xfrm flipH="1">
            <a:off x="8558958" y="-200"/>
            <a:ext cx="292433" cy="5143500"/>
            <a:chOff x="2557217" y="0"/>
            <a:chExt cx="292433" cy="5143500"/>
          </a:xfrm>
        </p:grpSpPr>
        <p:cxnSp>
          <p:nvCxnSpPr>
            <p:cNvPr id="1039" name="Google Shape;1039;p26"/>
            <p:cNvCxnSpPr/>
            <p:nvPr/>
          </p:nvCxnSpPr>
          <p:spPr>
            <a:xfrm>
              <a:off x="255721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40" name="Google Shape;1040;p26"/>
            <p:cNvCxnSpPr/>
            <p:nvPr/>
          </p:nvCxnSpPr>
          <p:spPr>
            <a:xfrm>
              <a:off x="284965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41" name="Google Shape;1041;p26"/>
          <p:cNvGrpSpPr/>
          <p:nvPr/>
        </p:nvGrpSpPr>
        <p:grpSpPr>
          <a:xfrm>
            <a:off x="94879" y="169267"/>
            <a:ext cx="8677603" cy="4846534"/>
            <a:chOff x="94879" y="169267"/>
            <a:chExt cx="8677603" cy="4846534"/>
          </a:xfrm>
        </p:grpSpPr>
        <p:grpSp>
          <p:nvGrpSpPr>
            <p:cNvPr id="1042" name="Google Shape;1042;p26"/>
            <p:cNvGrpSpPr/>
            <p:nvPr/>
          </p:nvGrpSpPr>
          <p:grpSpPr>
            <a:xfrm>
              <a:off x="94879" y="4430848"/>
              <a:ext cx="585048" cy="584953"/>
              <a:chOff x="8269423" y="174900"/>
              <a:chExt cx="619426" cy="619325"/>
            </a:xfrm>
          </p:grpSpPr>
          <p:sp>
            <p:nvSpPr>
              <p:cNvPr id="1043" name="Google Shape;1043;p26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26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" name="Google Shape;1045;p26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" name="Google Shape;1046;p26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26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26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26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0" name="Google Shape;1050;p26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1" name="Google Shape;1051;p26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2" name="Google Shape;1052;p26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26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26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26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26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26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26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26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26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26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" name="Google Shape;1062;p26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26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26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5" name="Google Shape;1065;p26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26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26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26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26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26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26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26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26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26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5" name="Google Shape;1075;p26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" name="Google Shape;1076;p26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26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" name="Google Shape;1078;p26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" name="Google Shape;1079;p26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0" name="Google Shape;1080;p26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26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26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26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26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5" name="Google Shape;1085;p26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26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" name="Google Shape;1087;p26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500"/>
                  <a:buFont typeface="Arial"/>
                  <a:buNone/>
                </a:pPr>
                <a:r>
                  <a:rPr b="0" i="0" lang="en-US" sz="25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25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088" name="Google Shape;1088;p26"/>
            <p:cNvGrpSpPr/>
            <p:nvPr/>
          </p:nvGrpSpPr>
          <p:grpSpPr>
            <a:xfrm>
              <a:off x="8339751" y="169267"/>
              <a:ext cx="432731" cy="432661"/>
              <a:chOff x="8269423" y="174900"/>
              <a:chExt cx="619426" cy="619325"/>
            </a:xfrm>
          </p:grpSpPr>
          <p:sp>
            <p:nvSpPr>
              <p:cNvPr id="1089" name="Google Shape;1089;p26"/>
              <p:cNvSpPr/>
              <p:nvPr/>
            </p:nvSpPr>
            <p:spPr>
              <a:xfrm flipH="1">
                <a:off x="8269423" y="174900"/>
                <a:ext cx="619426" cy="619325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26"/>
              <p:cNvSpPr/>
              <p:nvPr/>
            </p:nvSpPr>
            <p:spPr>
              <a:xfrm flipH="1">
                <a:off x="8301469" y="206946"/>
                <a:ext cx="555451" cy="555233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1" name="Google Shape;1091;p26"/>
              <p:cNvSpPr/>
              <p:nvPr/>
            </p:nvSpPr>
            <p:spPr>
              <a:xfrm flipH="1">
                <a:off x="8611469" y="615844"/>
                <a:ext cx="25613" cy="13324"/>
              </a:xfrm>
              <a:custGeom>
                <a:rect b="b" l="l" r="r" t="t"/>
                <a:pathLst>
                  <a:path extrusionOk="0" h="116" w="223">
                    <a:moveTo>
                      <a:pt x="207" y="116"/>
                    </a:moveTo>
                    <a:lnTo>
                      <a:pt x="0" y="49"/>
                    </a:lnTo>
                    <a:lnTo>
                      <a:pt x="16" y="0"/>
                    </a:lnTo>
                    <a:lnTo>
                      <a:pt x="223" y="67"/>
                    </a:lnTo>
                    <a:lnTo>
                      <a:pt x="207" y="116"/>
                    </a:lnTo>
                    <a:close/>
                  </a:path>
                </a:pathLst>
              </a:custGeom>
              <a:solidFill>
                <a:srgbClr val="FDCD5E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2" name="Google Shape;1092;p26"/>
              <p:cNvSpPr/>
              <p:nvPr/>
            </p:nvSpPr>
            <p:spPr>
              <a:xfrm flipH="1">
                <a:off x="8593895" y="608148"/>
                <a:ext cx="50422" cy="16770"/>
              </a:xfrm>
              <a:custGeom>
                <a:rect b="b" l="l" r="r" t="t"/>
                <a:pathLst>
                  <a:path extrusionOk="0" h="146" w="439">
                    <a:moveTo>
                      <a:pt x="88" y="41"/>
                    </a:moveTo>
                    <a:cubicBezTo>
                      <a:pt x="57" y="28"/>
                      <a:pt x="28" y="15"/>
                      <a:pt x="0" y="0"/>
                    </a:cubicBezTo>
                    <a:lnTo>
                      <a:pt x="439" y="142"/>
                    </a:lnTo>
                    <a:cubicBezTo>
                      <a:pt x="392" y="135"/>
                      <a:pt x="343" y="125"/>
                      <a:pt x="293" y="111"/>
                    </a:cubicBezTo>
                    <a:lnTo>
                      <a:pt x="282" y="146"/>
                    </a:lnTo>
                    <a:lnTo>
                      <a:pt x="75" y="79"/>
                    </a:lnTo>
                    <a:lnTo>
                      <a:pt x="88" y="41"/>
                    </a:lnTo>
                    <a:close/>
                  </a:path>
                </a:pathLst>
              </a:custGeom>
              <a:solidFill>
                <a:srgbClr val="FDCB5D"/>
              </a:solidFill>
              <a:ln>
                <a:noFill/>
              </a:ln>
            </p:spPr>
            <p:txBody>
              <a:bodyPr anchorCtr="1" anchor="ctr" bIns="7550" lIns="90000" spcFirstLastPara="1" rIns="90000" wrap="square" tIns="75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26"/>
              <p:cNvSpPr/>
              <p:nvPr/>
            </p:nvSpPr>
            <p:spPr>
              <a:xfrm flipH="1">
                <a:off x="8583099" y="602635"/>
                <a:ext cx="71212" cy="22972"/>
              </a:xfrm>
              <a:custGeom>
                <a:rect b="b" l="l" r="r" t="t"/>
                <a:pathLst>
                  <a:path extrusionOk="0" h="200" w="620">
                    <a:moveTo>
                      <a:pt x="175" y="89"/>
                    </a:moveTo>
                    <a:cubicBezTo>
                      <a:pt x="112" y="63"/>
                      <a:pt x="54" y="33"/>
                      <a:pt x="0" y="0"/>
                    </a:cubicBezTo>
                    <a:lnTo>
                      <a:pt x="620" y="200"/>
                    </a:lnTo>
                    <a:cubicBezTo>
                      <a:pt x="544" y="195"/>
                      <a:pt x="464" y="182"/>
                      <a:pt x="380" y="159"/>
                    </a:cubicBezTo>
                    <a:lnTo>
                      <a:pt x="375" y="175"/>
                    </a:lnTo>
                    <a:lnTo>
                      <a:pt x="168" y="109"/>
                    </a:lnTo>
                    <a:lnTo>
                      <a:pt x="175" y="89"/>
                    </a:lnTo>
                    <a:close/>
                  </a:path>
                </a:pathLst>
              </a:custGeom>
              <a:solidFill>
                <a:srgbClr val="FDCB5C"/>
              </a:solidFill>
              <a:ln>
                <a:noFill/>
              </a:ln>
            </p:spPr>
            <p:txBody>
              <a:bodyPr anchorCtr="1" anchor="ctr" bIns="27000" lIns="90000" spcFirstLastPara="1" rIns="90000" wrap="square" tIns="2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26"/>
              <p:cNvSpPr/>
              <p:nvPr/>
            </p:nvSpPr>
            <p:spPr>
              <a:xfrm flipH="1">
                <a:off x="8574829" y="597926"/>
                <a:ext cx="86832" cy="28026"/>
              </a:xfrm>
              <a:custGeom>
                <a:rect b="b" l="l" r="r" t="t"/>
                <a:pathLst>
                  <a:path extrusionOk="0" h="244" w="756">
                    <a:moveTo>
                      <a:pt x="239" y="130"/>
                    </a:moveTo>
                    <a:cubicBezTo>
                      <a:pt x="151" y="93"/>
                      <a:pt x="71" y="49"/>
                      <a:pt x="0" y="0"/>
                    </a:cubicBezTo>
                    <a:lnTo>
                      <a:pt x="756" y="244"/>
                    </a:lnTo>
                    <a:cubicBezTo>
                      <a:pt x="670" y="244"/>
                      <a:pt x="578" y="233"/>
                      <a:pt x="480" y="209"/>
                    </a:cubicBezTo>
                    <a:lnTo>
                      <a:pt x="238" y="131"/>
                    </a:lnTo>
                    <a:lnTo>
                      <a:pt x="239" y="130"/>
                    </a:lnTo>
                    <a:close/>
                  </a:path>
                </a:pathLst>
              </a:custGeom>
              <a:solidFill>
                <a:srgbClr val="FDCA5B"/>
              </a:solidFill>
              <a:ln>
                <a:noFill/>
              </a:ln>
            </p:spPr>
            <p:txBody>
              <a:bodyPr anchorCtr="1" anchor="ctr" bIns="42825" lIns="90000" spcFirstLastPara="1" rIns="90000" wrap="square" tIns="42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26"/>
              <p:cNvSpPr/>
              <p:nvPr/>
            </p:nvSpPr>
            <p:spPr>
              <a:xfrm flipH="1">
                <a:off x="8568167" y="593791"/>
                <a:ext cx="99122" cy="32161"/>
              </a:xfrm>
              <a:custGeom>
                <a:rect b="b" l="l" r="r" t="t"/>
                <a:pathLst>
                  <a:path extrusionOk="0" h="280" w="863">
                    <a:moveTo>
                      <a:pt x="0" y="0"/>
                    </a:moveTo>
                    <a:lnTo>
                      <a:pt x="863" y="278"/>
                    </a:lnTo>
                    <a:cubicBezTo>
                      <a:pt x="803" y="282"/>
                      <a:pt x="740" y="280"/>
                      <a:pt x="675" y="272"/>
                    </a:cubicBezTo>
                    <a:lnTo>
                      <a:pt x="166" y="108"/>
                    </a:lnTo>
                    <a:cubicBezTo>
                      <a:pt x="106" y="75"/>
                      <a:pt x="50" y="39"/>
                      <a:pt x="0" y="0"/>
                    </a:cubicBezTo>
                    <a:close/>
                  </a:path>
                </a:pathLst>
              </a:custGeom>
              <a:solidFill>
                <a:srgbClr val="FDC95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26"/>
              <p:cNvSpPr/>
              <p:nvPr/>
            </p:nvSpPr>
            <p:spPr>
              <a:xfrm flipH="1">
                <a:off x="8562654" y="589886"/>
                <a:ext cx="109229" cy="36066"/>
              </a:xfrm>
              <a:custGeom>
                <a:rect b="b" l="l" r="r" t="t"/>
                <a:pathLst>
                  <a:path extrusionOk="0" h="314" w="951">
                    <a:moveTo>
                      <a:pt x="0" y="0"/>
                    </a:moveTo>
                    <a:lnTo>
                      <a:pt x="951" y="307"/>
                    </a:lnTo>
                    <a:cubicBezTo>
                      <a:pt x="903" y="313"/>
                      <a:pt x="853" y="315"/>
                      <a:pt x="801" y="313"/>
                    </a:cubicBezTo>
                    <a:lnTo>
                      <a:pt x="127" y="95"/>
                    </a:lnTo>
                    <a:cubicBezTo>
                      <a:pt x="81" y="66"/>
                      <a:pt x="39" y="34"/>
                      <a:pt x="0" y="0"/>
                    </a:cubicBezTo>
                    <a:close/>
                  </a:path>
                </a:pathLst>
              </a:custGeom>
              <a:solidFill>
                <a:srgbClr val="FDC9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26"/>
              <p:cNvSpPr/>
              <p:nvPr/>
            </p:nvSpPr>
            <p:spPr>
              <a:xfrm flipH="1">
                <a:off x="8557486" y="586325"/>
                <a:ext cx="118303" cy="39512"/>
              </a:xfrm>
              <a:custGeom>
                <a:rect b="b" l="l" r="r" t="t"/>
                <a:pathLst>
                  <a:path extrusionOk="0" h="344" w="1030">
                    <a:moveTo>
                      <a:pt x="0" y="0"/>
                    </a:moveTo>
                    <a:lnTo>
                      <a:pt x="1030" y="332"/>
                    </a:lnTo>
                    <a:cubicBezTo>
                      <a:pt x="988" y="339"/>
                      <a:pt x="944" y="343"/>
                      <a:pt x="898" y="344"/>
                    </a:cubicBezTo>
                    <a:lnTo>
                      <a:pt x="106" y="89"/>
                    </a:lnTo>
                    <a:cubicBezTo>
                      <a:pt x="68" y="61"/>
                      <a:pt x="32" y="32"/>
                      <a:pt x="0" y="0"/>
                    </a:cubicBezTo>
                    <a:close/>
                  </a:path>
                </a:pathLst>
              </a:custGeom>
              <a:solidFill>
                <a:srgbClr val="FDC859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26"/>
              <p:cNvSpPr/>
              <p:nvPr/>
            </p:nvSpPr>
            <p:spPr>
              <a:xfrm flipH="1">
                <a:off x="8553121" y="582879"/>
                <a:ext cx="125999" cy="42613"/>
              </a:xfrm>
              <a:custGeom>
                <a:rect b="b" l="l" r="r" t="t"/>
                <a:pathLst>
                  <a:path extrusionOk="0" h="371" w="1097">
                    <a:moveTo>
                      <a:pt x="0" y="0"/>
                    </a:moveTo>
                    <a:lnTo>
                      <a:pt x="1097" y="354"/>
                    </a:lnTo>
                    <a:cubicBezTo>
                      <a:pt x="1061" y="362"/>
                      <a:pt x="1023" y="368"/>
                      <a:pt x="983" y="371"/>
                    </a:cubicBezTo>
                    <a:lnTo>
                      <a:pt x="88" y="83"/>
                    </a:lnTo>
                    <a:cubicBezTo>
                      <a:pt x="56" y="56"/>
                      <a:pt x="27" y="29"/>
                      <a:pt x="0" y="0"/>
                    </a:cubicBezTo>
                    <a:close/>
                  </a:path>
                </a:pathLst>
              </a:custGeom>
              <a:solidFill>
                <a:srgbClr val="FDC7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26"/>
              <p:cNvSpPr/>
              <p:nvPr/>
            </p:nvSpPr>
            <p:spPr>
              <a:xfrm flipH="1">
                <a:off x="8548871" y="579663"/>
                <a:ext cx="133235" cy="45255"/>
              </a:xfrm>
              <a:custGeom>
                <a:rect b="b" l="l" r="r" t="t"/>
                <a:pathLst>
                  <a:path extrusionOk="0" h="394" w="1160">
                    <a:moveTo>
                      <a:pt x="0" y="0"/>
                    </a:moveTo>
                    <a:lnTo>
                      <a:pt x="1160" y="373"/>
                    </a:lnTo>
                    <a:cubicBezTo>
                      <a:pt x="1126" y="382"/>
                      <a:pt x="1091" y="389"/>
                      <a:pt x="1055" y="394"/>
                    </a:cubicBezTo>
                    <a:lnTo>
                      <a:pt x="77" y="79"/>
                    </a:lnTo>
                    <a:cubicBezTo>
                      <a:pt x="49" y="54"/>
                      <a:pt x="24" y="27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26"/>
              <p:cNvSpPr/>
              <p:nvPr/>
            </p:nvSpPr>
            <p:spPr>
              <a:xfrm flipH="1">
                <a:off x="8545196" y="576447"/>
                <a:ext cx="139552" cy="47667"/>
              </a:xfrm>
              <a:custGeom>
                <a:rect b="b" l="l" r="r" t="t"/>
                <a:pathLst>
                  <a:path extrusionOk="0" h="415" w="1215">
                    <a:moveTo>
                      <a:pt x="0" y="0"/>
                    </a:moveTo>
                    <a:lnTo>
                      <a:pt x="1215" y="391"/>
                    </a:lnTo>
                    <a:cubicBezTo>
                      <a:pt x="1185" y="401"/>
                      <a:pt x="1154" y="409"/>
                      <a:pt x="1121" y="415"/>
                    </a:cubicBezTo>
                    <a:lnTo>
                      <a:pt x="67" y="75"/>
                    </a:lnTo>
                    <a:cubicBezTo>
                      <a:pt x="43" y="51"/>
                      <a:pt x="21" y="2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26"/>
              <p:cNvSpPr/>
              <p:nvPr/>
            </p:nvSpPr>
            <p:spPr>
              <a:xfrm flipH="1">
                <a:off x="8541635" y="573231"/>
                <a:ext cx="145410" cy="49964"/>
              </a:xfrm>
              <a:custGeom>
                <a:rect b="b" l="l" r="r" t="t"/>
                <a:pathLst>
                  <a:path extrusionOk="0" h="435" w="1266">
                    <a:moveTo>
                      <a:pt x="0" y="0"/>
                    </a:moveTo>
                    <a:lnTo>
                      <a:pt x="1266" y="409"/>
                    </a:lnTo>
                    <a:cubicBezTo>
                      <a:pt x="1239" y="419"/>
                      <a:pt x="1210" y="428"/>
                      <a:pt x="1180" y="435"/>
                    </a:cubicBezTo>
                    <a:lnTo>
                      <a:pt x="59" y="74"/>
                    </a:lnTo>
                    <a:cubicBezTo>
                      <a:pt x="38" y="50"/>
                      <a:pt x="18" y="26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26"/>
              <p:cNvSpPr/>
              <p:nvPr/>
            </p:nvSpPr>
            <p:spPr>
              <a:xfrm flipH="1">
                <a:off x="8538419" y="570360"/>
                <a:ext cx="150578" cy="51802"/>
              </a:xfrm>
              <a:custGeom>
                <a:rect b="b" l="l" r="r" t="t"/>
                <a:pathLst>
                  <a:path extrusionOk="0" h="451" w="1311">
                    <a:moveTo>
                      <a:pt x="0" y="0"/>
                    </a:moveTo>
                    <a:lnTo>
                      <a:pt x="1311" y="423"/>
                    </a:lnTo>
                    <a:cubicBezTo>
                      <a:pt x="1286" y="434"/>
                      <a:pt x="1259" y="443"/>
                      <a:pt x="1231" y="451"/>
                    </a:cubicBezTo>
                    <a:lnTo>
                      <a:pt x="51" y="70"/>
                    </a:lnTo>
                    <a:cubicBezTo>
                      <a:pt x="33" y="47"/>
                      <a:pt x="15" y="24"/>
                      <a:pt x="0" y="0"/>
                    </a:cubicBez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26"/>
              <p:cNvSpPr/>
              <p:nvPr/>
            </p:nvSpPr>
            <p:spPr>
              <a:xfrm flipH="1">
                <a:off x="8535203" y="567374"/>
                <a:ext cx="155632" cy="53640"/>
              </a:xfrm>
              <a:custGeom>
                <a:rect b="b" l="l" r="r" t="t"/>
                <a:pathLst>
                  <a:path extrusionOk="0" h="467" w="1355">
                    <a:moveTo>
                      <a:pt x="0" y="0"/>
                    </a:moveTo>
                    <a:lnTo>
                      <a:pt x="1355" y="437"/>
                    </a:lnTo>
                    <a:cubicBezTo>
                      <a:pt x="1331" y="448"/>
                      <a:pt x="1306" y="458"/>
                      <a:pt x="1280" y="467"/>
                    </a:cubicBezTo>
                    <a:lnTo>
                      <a:pt x="47" y="70"/>
                    </a:lnTo>
                    <a:cubicBezTo>
                      <a:pt x="29" y="47"/>
                      <a:pt x="14" y="24"/>
                      <a:pt x="0" y="0"/>
                    </a:cubicBez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26"/>
              <p:cNvSpPr/>
              <p:nvPr/>
            </p:nvSpPr>
            <p:spPr>
              <a:xfrm flipH="1">
                <a:off x="8532447" y="564502"/>
                <a:ext cx="159996" cy="55248"/>
              </a:xfrm>
              <a:custGeom>
                <a:rect b="b" l="l" r="r" t="t"/>
                <a:pathLst>
                  <a:path extrusionOk="0" h="481" w="1393">
                    <a:moveTo>
                      <a:pt x="0" y="0"/>
                    </a:moveTo>
                    <a:lnTo>
                      <a:pt x="1393" y="450"/>
                    </a:lnTo>
                    <a:cubicBezTo>
                      <a:pt x="1371" y="461"/>
                      <a:pt x="1347" y="472"/>
                      <a:pt x="1323" y="481"/>
                    </a:cubicBezTo>
                    <a:lnTo>
                      <a:pt x="41" y="68"/>
                    </a:lnTo>
                    <a:cubicBezTo>
                      <a:pt x="26" y="46"/>
                      <a:pt x="12" y="23"/>
                      <a:pt x="0" y="0"/>
                    </a:cubicBez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26"/>
              <p:cNvSpPr/>
              <p:nvPr/>
            </p:nvSpPr>
            <p:spPr>
              <a:xfrm flipH="1">
                <a:off x="8529690" y="561631"/>
                <a:ext cx="164131" cy="56741"/>
              </a:xfrm>
              <a:custGeom>
                <a:rect b="b" l="l" r="r" t="t"/>
                <a:pathLst>
                  <a:path extrusionOk="0" h="494" w="1429">
                    <a:moveTo>
                      <a:pt x="0" y="0"/>
                    </a:moveTo>
                    <a:lnTo>
                      <a:pt x="1429" y="461"/>
                    </a:lnTo>
                    <a:cubicBezTo>
                      <a:pt x="1408" y="473"/>
                      <a:pt x="1386" y="484"/>
                      <a:pt x="1363" y="494"/>
                    </a:cubicBezTo>
                    <a:lnTo>
                      <a:pt x="36" y="67"/>
                    </a:lnTo>
                    <a:cubicBezTo>
                      <a:pt x="23" y="45"/>
                      <a:pt x="10" y="23"/>
                      <a:pt x="0" y="0"/>
                    </a:cubicBezTo>
                    <a:close/>
                  </a:path>
                </a:pathLst>
              </a:custGeom>
              <a:solidFill>
                <a:srgbClr val="FDC35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26"/>
              <p:cNvSpPr/>
              <p:nvPr/>
            </p:nvSpPr>
            <p:spPr>
              <a:xfrm flipH="1">
                <a:off x="8527048" y="558989"/>
                <a:ext cx="168037" cy="58119"/>
              </a:xfrm>
              <a:custGeom>
                <a:rect b="b" l="l" r="r" t="t"/>
                <a:pathLst>
                  <a:path extrusionOk="0" h="506" w="1463">
                    <a:moveTo>
                      <a:pt x="0" y="0"/>
                    </a:moveTo>
                    <a:lnTo>
                      <a:pt x="1463" y="471"/>
                    </a:lnTo>
                    <a:cubicBezTo>
                      <a:pt x="1443" y="483"/>
                      <a:pt x="1422" y="495"/>
                      <a:pt x="1400" y="506"/>
                    </a:cubicBezTo>
                    <a:lnTo>
                      <a:pt x="32" y="64"/>
                    </a:lnTo>
                    <a:cubicBezTo>
                      <a:pt x="20" y="43"/>
                      <a:pt x="9" y="22"/>
                      <a:pt x="0" y="0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26"/>
              <p:cNvSpPr/>
              <p:nvPr/>
            </p:nvSpPr>
            <p:spPr>
              <a:xfrm flipH="1">
                <a:off x="8524636" y="556232"/>
                <a:ext cx="171597" cy="59383"/>
              </a:xfrm>
              <a:custGeom>
                <a:rect b="b" l="l" r="r" t="t"/>
                <a:pathLst>
                  <a:path extrusionOk="0" h="517" w="1494">
                    <a:moveTo>
                      <a:pt x="0" y="0"/>
                    </a:moveTo>
                    <a:lnTo>
                      <a:pt x="1494" y="482"/>
                    </a:lnTo>
                    <a:cubicBezTo>
                      <a:pt x="1475" y="494"/>
                      <a:pt x="1455" y="506"/>
                      <a:pt x="1435" y="517"/>
                    </a:cubicBezTo>
                    <a:lnTo>
                      <a:pt x="28" y="63"/>
                    </a:lnTo>
                    <a:cubicBezTo>
                      <a:pt x="18" y="42"/>
                      <a:pt x="8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26"/>
              <p:cNvSpPr/>
              <p:nvPr/>
            </p:nvSpPr>
            <p:spPr>
              <a:xfrm flipH="1">
                <a:off x="8522339" y="553590"/>
                <a:ext cx="174813" cy="60531"/>
              </a:xfrm>
              <a:custGeom>
                <a:rect b="b" l="l" r="r" t="t"/>
                <a:pathLst>
                  <a:path extrusionOk="0" h="527" w="1522">
                    <a:moveTo>
                      <a:pt x="0" y="0"/>
                    </a:moveTo>
                    <a:lnTo>
                      <a:pt x="1522" y="490"/>
                    </a:lnTo>
                    <a:cubicBezTo>
                      <a:pt x="1504" y="503"/>
                      <a:pt x="1485" y="516"/>
                      <a:pt x="1466" y="527"/>
                    </a:cubicBezTo>
                    <a:lnTo>
                      <a:pt x="25" y="62"/>
                    </a:lnTo>
                    <a:cubicBezTo>
                      <a:pt x="15" y="42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26"/>
              <p:cNvSpPr/>
              <p:nvPr/>
            </p:nvSpPr>
            <p:spPr>
              <a:xfrm flipH="1">
                <a:off x="8520272" y="550949"/>
                <a:ext cx="177799" cy="61565"/>
              </a:xfrm>
              <a:custGeom>
                <a:rect b="b" l="l" r="r" t="t"/>
                <a:pathLst>
                  <a:path extrusionOk="0" h="536" w="1548">
                    <a:moveTo>
                      <a:pt x="0" y="0"/>
                    </a:moveTo>
                    <a:lnTo>
                      <a:pt x="1548" y="499"/>
                    </a:lnTo>
                    <a:cubicBezTo>
                      <a:pt x="1532" y="512"/>
                      <a:pt x="1514" y="525"/>
                      <a:pt x="1496" y="536"/>
                    </a:cubicBezTo>
                    <a:lnTo>
                      <a:pt x="22" y="61"/>
                    </a:lnTo>
                    <a:cubicBezTo>
                      <a:pt x="14" y="41"/>
                      <a:pt x="7" y="21"/>
                      <a:pt x="0" y="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26"/>
              <p:cNvSpPr/>
              <p:nvPr/>
            </p:nvSpPr>
            <p:spPr>
              <a:xfrm flipH="1">
                <a:off x="8518089" y="548422"/>
                <a:ext cx="180671" cy="62484"/>
              </a:xfrm>
              <a:custGeom>
                <a:rect b="b" l="l" r="r" t="t"/>
                <a:pathLst>
                  <a:path extrusionOk="0" h="544" w="1573">
                    <a:moveTo>
                      <a:pt x="0" y="0"/>
                    </a:moveTo>
                    <a:lnTo>
                      <a:pt x="1573" y="506"/>
                    </a:lnTo>
                    <a:cubicBezTo>
                      <a:pt x="1557" y="520"/>
                      <a:pt x="1540" y="532"/>
                      <a:pt x="1523" y="544"/>
                    </a:cubicBezTo>
                    <a:lnTo>
                      <a:pt x="19" y="60"/>
                    </a:lnTo>
                    <a:cubicBezTo>
                      <a:pt x="12" y="40"/>
                      <a:pt x="5" y="20"/>
                      <a:pt x="0" y="0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26"/>
              <p:cNvSpPr/>
              <p:nvPr/>
            </p:nvSpPr>
            <p:spPr>
              <a:xfrm flipH="1">
                <a:off x="8516252" y="545780"/>
                <a:ext cx="183083" cy="63632"/>
              </a:xfrm>
              <a:custGeom>
                <a:rect b="b" l="l" r="r" t="t"/>
                <a:pathLst>
                  <a:path extrusionOk="0" h="554" w="1594">
                    <a:moveTo>
                      <a:pt x="0" y="0"/>
                    </a:moveTo>
                    <a:lnTo>
                      <a:pt x="1594" y="515"/>
                    </a:lnTo>
                    <a:cubicBezTo>
                      <a:pt x="1579" y="528"/>
                      <a:pt x="1564" y="541"/>
                      <a:pt x="1547" y="554"/>
                    </a:cubicBezTo>
                    <a:lnTo>
                      <a:pt x="16" y="60"/>
                    </a:lnTo>
                    <a:cubicBezTo>
                      <a:pt x="10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26"/>
              <p:cNvSpPr/>
              <p:nvPr/>
            </p:nvSpPr>
            <p:spPr>
              <a:xfrm flipH="1">
                <a:off x="8514299" y="543253"/>
                <a:ext cx="185610" cy="64436"/>
              </a:xfrm>
              <a:custGeom>
                <a:rect b="b" l="l" r="r" t="t"/>
                <a:pathLst>
                  <a:path extrusionOk="0" h="561" w="1616">
                    <a:moveTo>
                      <a:pt x="0" y="0"/>
                    </a:moveTo>
                    <a:lnTo>
                      <a:pt x="1616" y="521"/>
                    </a:lnTo>
                    <a:cubicBezTo>
                      <a:pt x="1602" y="535"/>
                      <a:pt x="1587" y="548"/>
                      <a:pt x="1571" y="561"/>
                    </a:cubicBezTo>
                    <a:lnTo>
                      <a:pt x="14" y="59"/>
                    </a:lnTo>
                    <a:cubicBezTo>
                      <a:pt x="8" y="40"/>
                      <a:pt x="4" y="20"/>
                      <a:pt x="0" y="0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26"/>
              <p:cNvSpPr/>
              <p:nvPr/>
            </p:nvSpPr>
            <p:spPr>
              <a:xfrm flipH="1">
                <a:off x="8512576" y="540841"/>
                <a:ext cx="187792" cy="65126"/>
              </a:xfrm>
              <a:custGeom>
                <a:rect b="b" l="l" r="r" t="t"/>
                <a:pathLst>
                  <a:path extrusionOk="0" h="567" w="1635">
                    <a:moveTo>
                      <a:pt x="0" y="0"/>
                    </a:moveTo>
                    <a:lnTo>
                      <a:pt x="1635" y="527"/>
                    </a:lnTo>
                    <a:cubicBezTo>
                      <a:pt x="1622" y="541"/>
                      <a:pt x="1607" y="555"/>
                      <a:pt x="1592" y="567"/>
                    </a:cubicBezTo>
                    <a:lnTo>
                      <a:pt x="12" y="58"/>
                    </a:lnTo>
                    <a:cubicBezTo>
                      <a:pt x="7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6"/>
              <p:cNvSpPr/>
              <p:nvPr/>
            </p:nvSpPr>
            <p:spPr>
              <a:xfrm flipH="1">
                <a:off x="8510853" y="538314"/>
                <a:ext cx="189859" cy="65930"/>
              </a:xfrm>
              <a:custGeom>
                <a:rect b="b" l="l" r="r" t="t"/>
                <a:pathLst>
                  <a:path extrusionOk="0" h="574" w="1653">
                    <a:moveTo>
                      <a:pt x="0" y="0"/>
                    </a:moveTo>
                    <a:lnTo>
                      <a:pt x="1653" y="533"/>
                    </a:lnTo>
                    <a:cubicBezTo>
                      <a:pt x="1640" y="547"/>
                      <a:pt x="1627" y="561"/>
                      <a:pt x="1613" y="574"/>
                    </a:cubicBezTo>
                    <a:lnTo>
                      <a:pt x="10" y="58"/>
                    </a:lnTo>
                    <a:cubicBezTo>
                      <a:pt x="6" y="39"/>
                      <a:pt x="3" y="19"/>
                      <a:pt x="0" y="0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26"/>
              <p:cNvSpPr/>
              <p:nvPr/>
            </p:nvSpPr>
            <p:spPr>
              <a:xfrm flipH="1">
                <a:off x="8507523" y="533145"/>
                <a:ext cx="193535" cy="69375"/>
              </a:xfrm>
              <a:custGeom>
                <a:rect b="b" l="l" r="r" t="t"/>
                <a:pathLst>
                  <a:path extrusionOk="0" h="604" w="1685">
                    <a:moveTo>
                      <a:pt x="0" y="0"/>
                    </a:moveTo>
                    <a:lnTo>
                      <a:pt x="675" y="218"/>
                    </a:lnTo>
                    <a:cubicBezTo>
                      <a:pt x="689" y="233"/>
                      <a:pt x="705" y="246"/>
                      <a:pt x="722" y="259"/>
                    </a:cubicBezTo>
                    <a:lnTo>
                      <a:pt x="730" y="236"/>
                    </a:lnTo>
                    <a:lnTo>
                      <a:pt x="936" y="302"/>
                    </a:lnTo>
                    <a:lnTo>
                      <a:pt x="925" y="335"/>
                    </a:lnTo>
                    <a:cubicBezTo>
                      <a:pt x="963" y="340"/>
                      <a:pt x="998" y="340"/>
                      <a:pt x="1031" y="333"/>
                    </a:cubicBezTo>
                    <a:lnTo>
                      <a:pt x="1685" y="544"/>
                    </a:lnTo>
                    <a:cubicBezTo>
                      <a:pt x="1668" y="565"/>
                      <a:pt x="1650" y="585"/>
                      <a:pt x="1631" y="604"/>
                    </a:cubicBezTo>
                    <a:lnTo>
                      <a:pt x="9" y="81"/>
                    </a:lnTo>
                    <a:cubicBezTo>
                      <a:pt x="4" y="54"/>
                      <a:pt x="1" y="28"/>
                      <a:pt x="0" y="0"/>
                    </a:cubicBezTo>
                    <a:close/>
                  </a:path>
                </a:pathLst>
              </a:custGeom>
              <a:solidFill>
                <a:srgbClr val="FDBC4A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26"/>
              <p:cNvSpPr/>
              <p:nvPr/>
            </p:nvSpPr>
            <p:spPr>
              <a:xfrm flipH="1">
                <a:off x="8504651" y="528321"/>
                <a:ext cx="196521" cy="70409"/>
              </a:xfrm>
              <a:custGeom>
                <a:rect b="b" l="l" r="r" t="t"/>
                <a:pathLst>
                  <a:path extrusionOk="0" h="613" w="1711">
                    <a:moveTo>
                      <a:pt x="0" y="0"/>
                    </a:moveTo>
                    <a:lnTo>
                      <a:pt x="637" y="205"/>
                    </a:lnTo>
                    <a:cubicBezTo>
                      <a:pt x="656" y="242"/>
                      <a:pt x="685" y="274"/>
                      <a:pt x="723" y="301"/>
                    </a:cubicBezTo>
                    <a:lnTo>
                      <a:pt x="743" y="239"/>
                    </a:lnTo>
                    <a:lnTo>
                      <a:pt x="949" y="306"/>
                    </a:lnTo>
                    <a:lnTo>
                      <a:pt x="927" y="375"/>
                    </a:lnTo>
                    <a:lnTo>
                      <a:pt x="4" y="77"/>
                    </a:lnTo>
                    <a:cubicBezTo>
                      <a:pt x="1" y="52"/>
                      <a:pt x="0" y="26"/>
                      <a:pt x="0" y="0"/>
                    </a:cubicBezTo>
                    <a:moveTo>
                      <a:pt x="1663" y="613"/>
                    </a:moveTo>
                    <a:lnTo>
                      <a:pt x="936" y="378"/>
                    </a:lnTo>
                    <a:cubicBezTo>
                      <a:pt x="996" y="385"/>
                      <a:pt x="1051" y="376"/>
                      <a:pt x="1096" y="353"/>
                    </a:cubicBezTo>
                    <a:lnTo>
                      <a:pt x="1711" y="551"/>
                    </a:lnTo>
                    <a:cubicBezTo>
                      <a:pt x="1696" y="573"/>
                      <a:pt x="1680" y="593"/>
                      <a:pt x="1663" y="613"/>
                    </a:cubicBezTo>
                    <a:close/>
                  </a:path>
                </a:pathLst>
              </a:custGeom>
              <a:solidFill>
                <a:srgbClr val="FDBD4B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26"/>
              <p:cNvSpPr/>
              <p:nvPr/>
            </p:nvSpPr>
            <p:spPr>
              <a:xfrm flipH="1">
                <a:off x="8502124" y="523497"/>
                <a:ext cx="199048" cy="71328"/>
              </a:xfrm>
              <a:custGeom>
                <a:rect b="b" l="l" r="r" t="t"/>
                <a:pathLst>
                  <a:path extrusionOk="0" h="621" w="1733">
                    <a:moveTo>
                      <a:pt x="2" y="0"/>
                    </a:moveTo>
                    <a:lnTo>
                      <a:pt x="617" y="198"/>
                    </a:lnTo>
                    <a:cubicBezTo>
                      <a:pt x="626" y="232"/>
                      <a:pt x="643" y="263"/>
                      <a:pt x="666" y="290"/>
                    </a:cubicBezTo>
                    <a:lnTo>
                      <a:pt x="0" y="76"/>
                    </a:lnTo>
                    <a:cubicBezTo>
                      <a:pt x="0" y="51"/>
                      <a:pt x="0" y="25"/>
                      <a:pt x="2" y="0"/>
                    </a:cubicBezTo>
                    <a:moveTo>
                      <a:pt x="756" y="242"/>
                    </a:moveTo>
                    <a:lnTo>
                      <a:pt x="962" y="309"/>
                    </a:lnTo>
                    <a:lnTo>
                      <a:pt x="939" y="378"/>
                    </a:lnTo>
                    <a:lnTo>
                      <a:pt x="733" y="312"/>
                    </a:lnTo>
                    <a:lnTo>
                      <a:pt x="756" y="242"/>
                    </a:lnTo>
                    <a:moveTo>
                      <a:pt x="1691" y="621"/>
                    </a:moveTo>
                    <a:lnTo>
                      <a:pt x="1048" y="413"/>
                    </a:lnTo>
                    <a:cubicBezTo>
                      <a:pt x="1082" y="404"/>
                      <a:pt x="1113" y="388"/>
                      <a:pt x="1139" y="366"/>
                    </a:cubicBezTo>
                    <a:lnTo>
                      <a:pt x="1733" y="557"/>
                    </a:lnTo>
                    <a:cubicBezTo>
                      <a:pt x="1721" y="579"/>
                      <a:pt x="1706" y="601"/>
                      <a:pt x="1691" y="621"/>
                    </a:cubicBezTo>
                    <a:close/>
                  </a:path>
                </a:pathLst>
              </a:custGeom>
              <a:solidFill>
                <a:srgbClr val="FDBD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26"/>
              <p:cNvSpPr/>
              <p:nvPr/>
            </p:nvSpPr>
            <p:spPr>
              <a:xfrm flipH="1">
                <a:off x="8499827" y="518673"/>
                <a:ext cx="201345" cy="72132"/>
              </a:xfrm>
              <a:custGeom>
                <a:rect b="b" l="l" r="r" t="t"/>
                <a:pathLst>
                  <a:path extrusionOk="0" h="628" w="1753">
                    <a:moveTo>
                      <a:pt x="6" y="0"/>
                    </a:moveTo>
                    <a:lnTo>
                      <a:pt x="608" y="194"/>
                    </a:lnTo>
                    <a:cubicBezTo>
                      <a:pt x="611" y="224"/>
                      <a:pt x="619" y="252"/>
                      <a:pt x="631" y="278"/>
                    </a:cubicBezTo>
                    <a:lnTo>
                      <a:pt x="0" y="74"/>
                    </a:lnTo>
                    <a:cubicBezTo>
                      <a:pt x="1" y="50"/>
                      <a:pt x="3" y="25"/>
                      <a:pt x="6" y="0"/>
                    </a:cubicBezTo>
                    <a:moveTo>
                      <a:pt x="768" y="246"/>
                    </a:moveTo>
                    <a:lnTo>
                      <a:pt x="974" y="312"/>
                    </a:lnTo>
                    <a:lnTo>
                      <a:pt x="952" y="381"/>
                    </a:lnTo>
                    <a:lnTo>
                      <a:pt x="746" y="315"/>
                    </a:lnTo>
                    <a:lnTo>
                      <a:pt x="768" y="246"/>
                    </a:lnTo>
                    <a:moveTo>
                      <a:pt x="1716" y="628"/>
                    </a:moveTo>
                    <a:lnTo>
                      <a:pt x="1106" y="431"/>
                    </a:lnTo>
                    <a:cubicBezTo>
                      <a:pt x="1131" y="417"/>
                      <a:pt x="1152" y="398"/>
                      <a:pt x="1170" y="376"/>
                    </a:cubicBezTo>
                    <a:lnTo>
                      <a:pt x="1753" y="564"/>
                    </a:lnTo>
                    <a:cubicBezTo>
                      <a:pt x="1742" y="586"/>
                      <a:pt x="1729" y="607"/>
                      <a:pt x="1716" y="628"/>
                    </a:cubicBezTo>
                    <a:close/>
                  </a:path>
                </a:pathLst>
              </a:custGeom>
              <a:solidFill>
                <a:srgbClr val="FDBE4C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26"/>
              <p:cNvSpPr/>
              <p:nvPr/>
            </p:nvSpPr>
            <p:spPr>
              <a:xfrm flipH="1">
                <a:off x="8497875" y="513964"/>
                <a:ext cx="202953" cy="72706"/>
              </a:xfrm>
              <a:custGeom>
                <a:rect b="b" l="l" r="r" t="t"/>
                <a:pathLst>
                  <a:path extrusionOk="0" h="633" w="1767">
                    <a:moveTo>
                      <a:pt x="10" y="0"/>
                    </a:moveTo>
                    <a:lnTo>
                      <a:pt x="604" y="192"/>
                    </a:lnTo>
                    <a:cubicBezTo>
                      <a:pt x="603" y="220"/>
                      <a:pt x="605" y="246"/>
                      <a:pt x="611" y="271"/>
                    </a:cubicBezTo>
                    <a:lnTo>
                      <a:pt x="0" y="74"/>
                    </a:lnTo>
                    <a:cubicBezTo>
                      <a:pt x="2" y="50"/>
                      <a:pt x="5" y="25"/>
                      <a:pt x="10" y="0"/>
                    </a:cubicBezTo>
                    <a:moveTo>
                      <a:pt x="778" y="248"/>
                    </a:moveTo>
                    <a:lnTo>
                      <a:pt x="984" y="314"/>
                    </a:lnTo>
                    <a:lnTo>
                      <a:pt x="961" y="384"/>
                    </a:lnTo>
                    <a:lnTo>
                      <a:pt x="755" y="318"/>
                    </a:lnTo>
                    <a:lnTo>
                      <a:pt x="778" y="248"/>
                    </a:lnTo>
                    <a:moveTo>
                      <a:pt x="1735" y="633"/>
                    </a:moveTo>
                    <a:lnTo>
                      <a:pt x="1143" y="443"/>
                    </a:lnTo>
                    <a:cubicBezTo>
                      <a:pt x="1162" y="425"/>
                      <a:pt x="1178" y="405"/>
                      <a:pt x="1190" y="381"/>
                    </a:cubicBezTo>
                    <a:lnTo>
                      <a:pt x="1767" y="567"/>
                    </a:lnTo>
                    <a:cubicBezTo>
                      <a:pt x="1758" y="590"/>
                      <a:pt x="1747" y="612"/>
                      <a:pt x="1735" y="633"/>
                    </a:cubicBezTo>
                    <a:close/>
                  </a:path>
                </a:pathLst>
              </a:custGeom>
              <a:solidFill>
                <a:srgbClr val="FDBF4D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26"/>
              <p:cNvSpPr/>
              <p:nvPr/>
            </p:nvSpPr>
            <p:spPr>
              <a:xfrm flipH="1">
                <a:off x="8496152" y="509370"/>
                <a:ext cx="204217" cy="73051"/>
              </a:xfrm>
              <a:custGeom>
                <a:rect b="b" l="l" r="r" t="t"/>
                <a:pathLst>
                  <a:path extrusionOk="0" h="636" w="1778">
                    <a:moveTo>
                      <a:pt x="14" y="0"/>
                    </a:moveTo>
                    <a:lnTo>
                      <a:pt x="603" y="190"/>
                    </a:lnTo>
                    <a:cubicBezTo>
                      <a:pt x="599" y="217"/>
                      <a:pt x="598" y="242"/>
                      <a:pt x="600" y="266"/>
                    </a:cubicBezTo>
                    <a:lnTo>
                      <a:pt x="0" y="73"/>
                    </a:lnTo>
                    <a:cubicBezTo>
                      <a:pt x="4" y="49"/>
                      <a:pt x="8" y="25"/>
                      <a:pt x="14" y="0"/>
                    </a:cubicBezTo>
                    <a:moveTo>
                      <a:pt x="786" y="249"/>
                    </a:moveTo>
                    <a:lnTo>
                      <a:pt x="992" y="316"/>
                    </a:lnTo>
                    <a:lnTo>
                      <a:pt x="970" y="385"/>
                    </a:lnTo>
                    <a:lnTo>
                      <a:pt x="764" y="318"/>
                    </a:lnTo>
                    <a:lnTo>
                      <a:pt x="786" y="249"/>
                    </a:lnTo>
                    <a:moveTo>
                      <a:pt x="1750" y="636"/>
                    </a:moveTo>
                    <a:lnTo>
                      <a:pt x="1169" y="449"/>
                    </a:lnTo>
                    <a:cubicBezTo>
                      <a:pt x="1183" y="430"/>
                      <a:pt x="1194" y="408"/>
                      <a:pt x="1202" y="383"/>
                    </a:cubicBezTo>
                    <a:lnTo>
                      <a:pt x="1778" y="569"/>
                    </a:lnTo>
                    <a:cubicBezTo>
                      <a:pt x="1770" y="592"/>
                      <a:pt x="1761" y="614"/>
                      <a:pt x="1750" y="636"/>
                    </a:cubicBezTo>
                    <a:close/>
                  </a:path>
                </a:pathLst>
              </a:custGeom>
              <a:solidFill>
                <a:srgbClr val="FDBF4E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26"/>
              <p:cNvSpPr/>
              <p:nvPr/>
            </p:nvSpPr>
            <p:spPr>
              <a:xfrm flipH="1">
                <a:off x="8493395" y="505694"/>
                <a:ext cx="205135" cy="68112"/>
              </a:xfrm>
              <a:custGeom>
                <a:rect b="b" l="l" r="r" t="t"/>
                <a:pathLst>
                  <a:path extrusionOk="0" h="593" w="1786">
                    <a:moveTo>
                      <a:pt x="7" y="0"/>
                    </a:moveTo>
                    <a:lnTo>
                      <a:pt x="593" y="190"/>
                    </a:lnTo>
                    <a:cubicBezTo>
                      <a:pt x="591" y="198"/>
                      <a:pt x="590" y="206"/>
                      <a:pt x="589" y="213"/>
                    </a:cubicBezTo>
                    <a:lnTo>
                      <a:pt x="0" y="24"/>
                    </a:lnTo>
                    <a:cubicBezTo>
                      <a:pt x="2" y="16"/>
                      <a:pt x="4" y="8"/>
                      <a:pt x="7" y="0"/>
                    </a:cubicBezTo>
                    <a:moveTo>
                      <a:pt x="795" y="204"/>
                    </a:moveTo>
                    <a:lnTo>
                      <a:pt x="1001" y="270"/>
                    </a:lnTo>
                    <a:lnTo>
                      <a:pt x="979" y="339"/>
                    </a:lnTo>
                    <a:lnTo>
                      <a:pt x="773" y="273"/>
                    </a:lnTo>
                    <a:lnTo>
                      <a:pt x="795" y="204"/>
                    </a:lnTo>
                    <a:moveTo>
                      <a:pt x="1770" y="580"/>
                    </a:moveTo>
                    <a:cubicBezTo>
                      <a:pt x="1768" y="584"/>
                      <a:pt x="1767" y="589"/>
                      <a:pt x="1765" y="593"/>
                    </a:cubicBezTo>
                    <a:lnTo>
                      <a:pt x="1188" y="407"/>
                    </a:lnTo>
                    <a:cubicBezTo>
                      <a:pt x="1196" y="381"/>
                      <a:pt x="1199" y="357"/>
                      <a:pt x="1197" y="333"/>
                    </a:cubicBezTo>
                    <a:lnTo>
                      <a:pt x="1786" y="523"/>
                    </a:lnTo>
                    <a:cubicBezTo>
                      <a:pt x="1781" y="541"/>
                      <a:pt x="1776" y="560"/>
                      <a:pt x="1770" y="580"/>
                    </a:cubicBezTo>
                    <a:close/>
                  </a:path>
                </a:pathLst>
              </a:custGeom>
              <a:solidFill>
                <a:srgbClr val="FDC04F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26"/>
              <p:cNvSpPr/>
              <p:nvPr/>
            </p:nvSpPr>
            <p:spPr>
              <a:xfrm flipH="1">
                <a:off x="8492361" y="524531"/>
                <a:ext cx="116006" cy="44795"/>
              </a:xfrm>
              <a:custGeom>
                <a:rect b="b" l="l" r="r" t="t"/>
                <a:pathLst>
                  <a:path extrusionOk="0" h="390" w="1010">
                    <a:moveTo>
                      <a:pt x="23" y="0"/>
                    </a:moveTo>
                    <a:lnTo>
                      <a:pt x="229" y="67"/>
                    </a:lnTo>
                    <a:lnTo>
                      <a:pt x="207" y="136"/>
                    </a:lnTo>
                    <a:lnTo>
                      <a:pt x="0" y="70"/>
                    </a:lnTo>
                    <a:lnTo>
                      <a:pt x="23" y="0"/>
                    </a:lnTo>
                    <a:moveTo>
                      <a:pt x="992" y="390"/>
                    </a:moveTo>
                    <a:lnTo>
                      <a:pt x="411" y="203"/>
                    </a:lnTo>
                    <a:cubicBezTo>
                      <a:pt x="414" y="175"/>
                      <a:pt x="411" y="148"/>
                      <a:pt x="403" y="123"/>
                    </a:cubicBezTo>
                    <a:lnTo>
                      <a:pt x="1010" y="318"/>
                    </a:lnTo>
                    <a:cubicBezTo>
                      <a:pt x="1005" y="341"/>
                      <a:pt x="1000" y="365"/>
                      <a:pt x="992" y="390"/>
                    </a:cubicBezTo>
                    <a:close/>
                  </a:path>
                </a:pathLst>
              </a:custGeom>
              <a:solidFill>
                <a:srgbClr val="FDC150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26"/>
              <p:cNvSpPr/>
              <p:nvPr/>
            </p:nvSpPr>
            <p:spPr>
              <a:xfrm flipH="1">
                <a:off x="8491672" y="520166"/>
                <a:ext cx="115202" cy="44566"/>
              </a:xfrm>
              <a:custGeom>
                <a:rect b="b" l="l" r="r" t="t"/>
                <a:pathLst>
                  <a:path extrusionOk="0" h="388" w="1003">
                    <a:moveTo>
                      <a:pt x="22" y="0"/>
                    </a:moveTo>
                    <a:lnTo>
                      <a:pt x="228" y="67"/>
                    </a:lnTo>
                    <a:lnTo>
                      <a:pt x="206" y="135"/>
                    </a:lnTo>
                    <a:lnTo>
                      <a:pt x="0" y="69"/>
                    </a:lnTo>
                    <a:lnTo>
                      <a:pt x="22" y="0"/>
                    </a:lnTo>
                    <a:moveTo>
                      <a:pt x="990" y="388"/>
                    </a:moveTo>
                    <a:lnTo>
                      <a:pt x="398" y="197"/>
                    </a:lnTo>
                    <a:cubicBezTo>
                      <a:pt x="394" y="167"/>
                      <a:pt x="383" y="139"/>
                      <a:pt x="366" y="111"/>
                    </a:cubicBezTo>
                    <a:lnTo>
                      <a:pt x="1003" y="316"/>
                    </a:lnTo>
                    <a:cubicBezTo>
                      <a:pt x="1000" y="340"/>
                      <a:pt x="996" y="364"/>
                      <a:pt x="990" y="388"/>
                    </a:cubicBezTo>
                    <a:close/>
                  </a:path>
                </a:pathLst>
              </a:custGeom>
              <a:solidFill>
                <a:srgbClr val="FDC25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26"/>
              <p:cNvSpPr/>
              <p:nvPr/>
            </p:nvSpPr>
            <p:spPr>
              <a:xfrm flipH="1">
                <a:off x="8491098" y="511207"/>
                <a:ext cx="112905" cy="44221"/>
              </a:xfrm>
              <a:custGeom>
                <a:rect b="b" l="l" r="r" t="t"/>
                <a:pathLst>
                  <a:path extrusionOk="0" h="385" w="983">
                    <a:moveTo>
                      <a:pt x="22" y="0"/>
                    </a:moveTo>
                    <a:lnTo>
                      <a:pt x="983" y="310"/>
                    </a:lnTo>
                    <a:cubicBezTo>
                      <a:pt x="983" y="334"/>
                      <a:pt x="982" y="359"/>
                      <a:pt x="979" y="385"/>
                    </a:cubicBezTo>
                    <a:lnTo>
                      <a:pt x="333" y="177"/>
                    </a:lnTo>
                    <a:cubicBezTo>
                      <a:pt x="308" y="139"/>
                      <a:pt x="271" y="104"/>
                      <a:pt x="228" y="69"/>
                    </a:cubicBezTo>
                    <a:lnTo>
                      <a:pt x="206" y="136"/>
                    </a:lnTo>
                    <a:lnTo>
                      <a:pt x="0" y="69"/>
                    </a:lnTo>
                    <a:lnTo>
                      <a:pt x="22" y="0"/>
                    </a:lnTo>
                    <a:close/>
                  </a:path>
                </a:pathLst>
              </a:custGeom>
              <a:solidFill>
                <a:srgbClr val="FDC3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26"/>
              <p:cNvSpPr/>
              <p:nvPr/>
            </p:nvSpPr>
            <p:spPr>
              <a:xfrm flipH="1">
                <a:off x="8491098" y="506728"/>
                <a:ext cx="111527" cy="43991"/>
              </a:xfrm>
              <a:custGeom>
                <a:rect b="b" l="l" r="r" t="t"/>
                <a:pathLst>
                  <a:path extrusionOk="0" h="383" w="971">
                    <a:moveTo>
                      <a:pt x="23" y="0"/>
                    </a:moveTo>
                    <a:lnTo>
                      <a:pt x="968" y="305"/>
                    </a:lnTo>
                    <a:cubicBezTo>
                      <a:pt x="971" y="330"/>
                      <a:pt x="971" y="356"/>
                      <a:pt x="970" y="383"/>
                    </a:cubicBezTo>
                    <a:lnTo>
                      <a:pt x="272" y="158"/>
                    </a:lnTo>
                    <a:cubicBezTo>
                      <a:pt x="255" y="141"/>
                      <a:pt x="236" y="124"/>
                      <a:pt x="216" y="108"/>
                    </a:cubicBezTo>
                    <a:lnTo>
                      <a:pt x="206" y="136"/>
                    </a:lnTo>
                    <a:lnTo>
                      <a:pt x="0" y="70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DC45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26"/>
              <p:cNvSpPr/>
              <p:nvPr/>
            </p:nvSpPr>
            <p:spPr>
              <a:xfrm flipH="1">
                <a:off x="8491213" y="499607"/>
                <a:ext cx="115662" cy="46174"/>
              </a:xfrm>
              <a:custGeom>
                <a:rect b="b" l="l" r="r" t="t"/>
                <a:pathLst>
                  <a:path extrusionOk="0" h="402" w="1007">
                    <a:moveTo>
                      <a:pt x="66" y="42"/>
                    </a:moveTo>
                    <a:cubicBezTo>
                      <a:pt x="45" y="28"/>
                      <a:pt x="22" y="14"/>
                      <a:pt x="0" y="0"/>
                    </a:cubicBezTo>
                    <a:lnTo>
                      <a:pt x="999" y="322"/>
                    </a:lnTo>
                    <a:cubicBezTo>
                      <a:pt x="1004" y="348"/>
                      <a:pt x="1007" y="374"/>
                      <a:pt x="1007" y="402"/>
                    </a:cubicBezTo>
                    <a:lnTo>
                      <a:pt x="50" y="93"/>
                    </a:lnTo>
                    <a:lnTo>
                      <a:pt x="66" y="42"/>
                    </a:lnTo>
                    <a:close/>
                  </a:path>
                </a:pathLst>
              </a:custGeom>
              <a:solidFill>
                <a:srgbClr val="FDC45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26"/>
              <p:cNvSpPr/>
              <p:nvPr/>
            </p:nvSpPr>
            <p:spPr>
              <a:xfrm flipH="1">
                <a:off x="8491557" y="490073"/>
                <a:ext cx="129674" cy="50653"/>
              </a:xfrm>
              <a:custGeom>
                <a:rect b="b" l="l" r="r" t="t"/>
                <a:pathLst>
                  <a:path extrusionOk="0" h="441" w="1129">
                    <a:moveTo>
                      <a:pt x="191" y="125"/>
                    </a:moveTo>
                    <a:cubicBezTo>
                      <a:pt x="129" y="85"/>
                      <a:pt x="63" y="44"/>
                      <a:pt x="0" y="0"/>
                    </a:cubicBezTo>
                    <a:lnTo>
                      <a:pt x="1114" y="359"/>
                    </a:lnTo>
                    <a:cubicBezTo>
                      <a:pt x="1121" y="385"/>
                      <a:pt x="1126" y="412"/>
                      <a:pt x="1129" y="441"/>
                    </a:cubicBezTo>
                    <a:lnTo>
                      <a:pt x="187" y="137"/>
                    </a:lnTo>
                    <a:lnTo>
                      <a:pt x="191" y="125"/>
                    </a:lnTo>
                    <a:close/>
                  </a:path>
                </a:pathLst>
              </a:custGeom>
              <a:solidFill>
                <a:srgbClr val="FDC55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26"/>
              <p:cNvSpPr/>
              <p:nvPr/>
            </p:nvSpPr>
            <p:spPr>
              <a:xfrm flipH="1">
                <a:off x="8492361" y="481229"/>
                <a:ext cx="140815" cy="54329"/>
              </a:xfrm>
              <a:custGeom>
                <a:rect b="b" l="l" r="r" t="t"/>
                <a:pathLst>
                  <a:path extrusionOk="0" h="473" w="1226">
                    <a:moveTo>
                      <a:pt x="0" y="0"/>
                    </a:moveTo>
                    <a:lnTo>
                      <a:pt x="1202" y="387"/>
                    </a:lnTo>
                    <a:cubicBezTo>
                      <a:pt x="1212" y="414"/>
                      <a:pt x="1221" y="443"/>
                      <a:pt x="1226" y="473"/>
                    </a:cubicBezTo>
                    <a:lnTo>
                      <a:pt x="201" y="142"/>
                    </a:lnTo>
                    <a:cubicBezTo>
                      <a:pt x="133" y="98"/>
                      <a:pt x="64" y="51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26"/>
              <p:cNvSpPr/>
              <p:nvPr/>
            </p:nvSpPr>
            <p:spPr>
              <a:xfrm flipH="1">
                <a:off x="8493625" y="473419"/>
                <a:ext cx="148626" cy="56741"/>
              </a:xfrm>
              <a:custGeom>
                <a:rect b="b" l="l" r="r" t="t"/>
                <a:pathLst>
                  <a:path extrusionOk="0" h="494" w="1294">
                    <a:moveTo>
                      <a:pt x="0" y="0"/>
                    </a:moveTo>
                    <a:lnTo>
                      <a:pt x="1259" y="406"/>
                    </a:lnTo>
                    <a:cubicBezTo>
                      <a:pt x="1273" y="434"/>
                      <a:pt x="1285" y="463"/>
                      <a:pt x="1294" y="494"/>
                    </a:cubicBezTo>
                    <a:lnTo>
                      <a:pt x="157" y="127"/>
                    </a:lnTo>
                    <a:cubicBezTo>
                      <a:pt x="102" y="88"/>
                      <a:pt x="48" y="46"/>
                      <a:pt x="0" y="0"/>
                    </a:cubicBezTo>
                    <a:close/>
                  </a:path>
                </a:pathLst>
              </a:custGeom>
              <a:solidFill>
                <a:srgbClr val="FDC656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26"/>
              <p:cNvSpPr/>
              <p:nvPr/>
            </p:nvSpPr>
            <p:spPr>
              <a:xfrm flipH="1">
                <a:off x="8495577" y="466183"/>
                <a:ext cx="153679" cy="58349"/>
              </a:xfrm>
              <a:custGeom>
                <a:rect b="b" l="l" r="r" t="t"/>
                <a:pathLst>
                  <a:path extrusionOk="0" h="508" w="1338">
                    <a:moveTo>
                      <a:pt x="0" y="0"/>
                    </a:moveTo>
                    <a:lnTo>
                      <a:pt x="1290" y="417"/>
                    </a:lnTo>
                    <a:cubicBezTo>
                      <a:pt x="1309" y="446"/>
                      <a:pt x="1325" y="476"/>
                      <a:pt x="1338" y="508"/>
                    </a:cubicBezTo>
                    <a:lnTo>
                      <a:pt x="122" y="117"/>
                    </a:lnTo>
                    <a:cubicBezTo>
                      <a:pt x="78" y="81"/>
                      <a:pt x="37" y="42"/>
                      <a:pt x="0" y="0"/>
                    </a:cubicBezTo>
                    <a:close/>
                  </a:path>
                </a:pathLst>
              </a:custGeom>
              <a:solidFill>
                <a:srgbClr val="FDC757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26"/>
              <p:cNvSpPr/>
              <p:nvPr/>
            </p:nvSpPr>
            <p:spPr>
              <a:xfrm flipH="1">
                <a:off x="8498334" y="459636"/>
                <a:ext cx="156206" cy="59153"/>
              </a:xfrm>
              <a:custGeom>
                <a:rect b="b" l="l" r="r" t="t"/>
                <a:pathLst>
                  <a:path extrusionOk="0" h="515" w="1360">
                    <a:moveTo>
                      <a:pt x="0" y="0"/>
                    </a:moveTo>
                    <a:lnTo>
                      <a:pt x="1297" y="418"/>
                    </a:lnTo>
                    <a:cubicBezTo>
                      <a:pt x="1321" y="449"/>
                      <a:pt x="1342" y="481"/>
                      <a:pt x="1360" y="515"/>
                    </a:cubicBezTo>
                    <a:lnTo>
                      <a:pt x="93" y="106"/>
                    </a:lnTo>
                    <a:cubicBezTo>
                      <a:pt x="59" y="73"/>
                      <a:pt x="27" y="38"/>
                      <a:pt x="0" y="0"/>
                    </a:cubicBezTo>
                    <a:close/>
                  </a:path>
                </a:pathLst>
              </a:custGeom>
              <a:solidFill>
                <a:srgbClr val="FDC8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26"/>
              <p:cNvSpPr/>
              <p:nvPr/>
            </p:nvSpPr>
            <p:spPr>
              <a:xfrm flipH="1">
                <a:off x="8332480" y="237843"/>
                <a:ext cx="493428" cy="493324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26"/>
              <p:cNvSpPr txBox="1"/>
              <p:nvPr/>
            </p:nvSpPr>
            <p:spPr>
              <a:xfrm>
                <a:off x="8316399" y="231845"/>
                <a:ext cx="517500" cy="51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2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 Vietnam Pro"/>
              <a:buNone/>
              <a:defRPr b="1" i="0" sz="35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b="0" i="0" sz="12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1"/>
          <p:cNvSpPr txBox="1"/>
          <p:nvPr>
            <p:ph type="ctrTitle"/>
          </p:nvPr>
        </p:nvSpPr>
        <p:spPr>
          <a:xfrm>
            <a:off x="4477400" y="205740"/>
            <a:ext cx="4262740" cy="32080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000"/>
              <a:t>Central Banking System</a:t>
            </a:r>
            <a:br>
              <a:rPr b="0" lang="en-US" sz="4000"/>
            </a:br>
            <a:br>
              <a:rPr lang="en-US"/>
            </a:br>
            <a:endParaRPr/>
          </a:p>
        </p:txBody>
      </p:sp>
      <p:sp>
        <p:nvSpPr>
          <p:cNvPr id="1139" name="Google Shape;1139;p1"/>
          <p:cNvSpPr txBox="1"/>
          <p:nvPr>
            <p:ph idx="1" type="subTitle"/>
          </p:nvPr>
        </p:nvSpPr>
        <p:spPr>
          <a:xfrm>
            <a:off x="4617253" y="2103120"/>
            <a:ext cx="3712500" cy="25212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i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1" i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1" lang="en-US" sz="1200"/>
              <a:t>Presented by: Group 4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/>
              <a:t>Md Fuad Anan (</a:t>
            </a:r>
            <a:r>
              <a:rPr lang="en-US" sz="1200"/>
              <a:t>251014032</a:t>
            </a:r>
            <a:r>
              <a:rPr b="1" lang="en-US" sz="1200"/>
              <a:t>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/>
              <a:t>Tapu Shikari (</a:t>
            </a:r>
            <a:r>
              <a:rPr lang="en-US" sz="1200"/>
              <a:t>222014064</a:t>
            </a:r>
            <a:r>
              <a:rPr b="1" lang="en-US" sz="1200"/>
              <a:t> 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/>
              <a:t>Sithi Saha (</a:t>
            </a:r>
            <a:r>
              <a:rPr lang="en-US" sz="1200"/>
              <a:t>242014064</a:t>
            </a:r>
            <a:r>
              <a:rPr b="1" lang="en-US" sz="1200"/>
              <a:t> 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/>
              <a:t>Jannatul Ferdous Lamia (</a:t>
            </a:r>
            <a:r>
              <a:rPr lang="en-US" sz="1200"/>
              <a:t>242014001</a:t>
            </a:r>
            <a:r>
              <a:rPr b="1" lang="en-US" sz="1200"/>
              <a:t>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/>
              <a:t>Maha Islam (</a:t>
            </a:r>
            <a:r>
              <a:rPr lang="en-US" sz="1200"/>
              <a:t>252014045</a:t>
            </a:r>
            <a:r>
              <a:rPr b="1" lang="en-US" sz="1200"/>
              <a:t> 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/>
              <a:t>Presented to: 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i="1" lang="en-US" sz="1200"/>
              <a:t>Md Al-Amin Sheikh, PhD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University of Liberal Arts Bangladesh</a:t>
            </a:r>
            <a:r>
              <a:rPr b="1" lang="en-US" sz="1200"/>
              <a:t> (ULAB)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grpSp>
        <p:nvGrpSpPr>
          <p:cNvPr id="1140" name="Google Shape;1140;p1"/>
          <p:cNvGrpSpPr/>
          <p:nvPr/>
        </p:nvGrpSpPr>
        <p:grpSpPr>
          <a:xfrm>
            <a:off x="591012" y="571439"/>
            <a:ext cx="3640937" cy="4052975"/>
            <a:chOff x="591012" y="571439"/>
            <a:chExt cx="3640937" cy="4052975"/>
          </a:xfrm>
        </p:grpSpPr>
        <p:grpSp>
          <p:nvGrpSpPr>
            <p:cNvPr id="1141" name="Google Shape;1141;p1"/>
            <p:cNvGrpSpPr/>
            <p:nvPr/>
          </p:nvGrpSpPr>
          <p:grpSpPr>
            <a:xfrm>
              <a:off x="1338718" y="571439"/>
              <a:ext cx="2401872" cy="2737875"/>
              <a:chOff x="5430400" y="595400"/>
              <a:chExt cx="2519535" cy="2871997"/>
            </a:xfrm>
          </p:grpSpPr>
          <p:sp>
            <p:nvSpPr>
              <p:cNvPr id="1142" name="Google Shape;1142;p1"/>
              <p:cNvSpPr/>
              <p:nvPr/>
            </p:nvSpPr>
            <p:spPr>
              <a:xfrm>
                <a:off x="5430400" y="985197"/>
                <a:ext cx="2518200" cy="24822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grpSp>
            <p:nvGrpSpPr>
              <p:cNvPr id="1143" name="Google Shape;1143;p1"/>
              <p:cNvGrpSpPr/>
              <p:nvPr/>
            </p:nvGrpSpPr>
            <p:grpSpPr>
              <a:xfrm>
                <a:off x="5511489" y="1053781"/>
                <a:ext cx="2180885" cy="1575480"/>
                <a:chOff x="6107450" y="864000"/>
                <a:chExt cx="2450983" cy="1770600"/>
              </a:xfrm>
            </p:grpSpPr>
            <p:cxnSp>
              <p:nvCxnSpPr>
                <p:cNvPr id="1144" name="Google Shape;1144;p1"/>
                <p:cNvCxnSpPr/>
                <p:nvPr/>
              </p:nvCxnSpPr>
              <p:spPr>
                <a:xfrm>
                  <a:off x="6282520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45" name="Google Shape;1145;p1"/>
                <p:cNvCxnSpPr/>
                <p:nvPr/>
              </p:nvCxnSpPr>
              <p:spPr>
                <a:xfrm>
                  <a:off x="6107450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46" name="Google Shape;1146;p1"/>
                <p:cNvCxnSpPr/>
                <p:nvPr/>
              </p:nvCxnSpPr>
              <p:spPr>
                <a:xfrm>
                  <a:off x="6457590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47" name="Google Shape;1147;p1"/>
                <p:cNvCxnSpPr/>
                <p:nvPr/>
              </p:nvCxnSpPr>
              <p:spPr>
                <a:xfrm>
                  <a:off x="663266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48" name="Google Shape;1148;p1"/>
                <p:cNvCxnSpPr/>
                <p:nvPr/>
              </p:nvCxnSpPr>
              <p:spPr>
                <a:xfrm>
                  <a:off x="680773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49" name="Google Shape;1149;p1"/>
                <p:cNvCxnSpPr/>
                <p:nvPr/>
              </p:nvCxnSpPr>
              <p:spPr>
                <a:xfrm>
                  <a:off x="715787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0" name="Google Shape;1150;p1"/>
                <p:cNvCxnSpPr/>
                <p:nvPr/>
              </p:nvCxnSpPr>
              <p:spPr>
                <a:xfrm>
                  <a:off x="6982801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1" name="Google Shape;1151;p1"/>
                <p:cNvCxnSpPr/>
                <p:nvPr/>
              </p:nvCxnSpPr>
              <p:spPr>
                <a:xfrm>
                  <a:off x="733294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2" name="Google Shape;1152;p1"/>
                <p:cNvCxnSpPr/>
                <p:nvPr/>
              </p:nvCxnSpPr>
              <p:spPr>
                <a:xfrm>
                  <a:off x="750801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3" name="Google Shape;1153;p1"/>
                <p:cNvCxnSpPr/>
                <p:nvPr/>
              </p:nvCxnSpPr>
              <p:spPr>
                <a:xfrm>
                  <a:off x="768308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4" name="Google Shape;1154;p1"/>
                <p:cNvCxnSpPr/>
                <p:nvPr/>
              </p:nvCxnSpPr>
              <p:spPr>
                <a:xfrm>
                  <a:off x="7858152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5" name="Google Shape;1155;p1"/>
                <p:cNvCxnSpPr/>
                <p:nvPr/>
              </p:nvCxnSpPr>
              <p:spPr>
                <a:xfrm>
                  <a:off x="820829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6" name="Google Shape;1156;p1"/>
                <p:cNvCxnSpPr/>
                <p:nvPr/>
              </p:nvCxnSpPr>
              <p:spPr>
                <a:xfrm>
                  <a:off x="803322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7" name="Google Shape;1157;p1"/>
                <p:cNvCxnSpPr/>
                <p:nvPr/>
              </p:nvCxnSpPr>
              <p:spPr>
                <a:xfrm>
                  <a:off x="838336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58" name="Google Shape;1158;p1"/>
                <p:cNvCxnSpPr/>
                <p:nvPr/>
              </p:nvCxnSpPr>
              <p:spPr>
                <a:xfrm>
                  <a:off x="8558433" y="864000"/>
                  <a:ext cx="0" cy="1770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159" name="Google Shape;1159;p1"/>
              <p:cNvSpPr/>
              <p:nvPr/>
            </p:nvSpPr>
            <p:spPr>
              <a:xfrm>
                <a:off x="5431735" y="796509"/>
                <a:ext cx="2518200" cy="192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160" name="Google Shape;1160;p1"/>
              <p:cNvSpPr/>
              <p:nvPr/>
            </p:nvSpPr>
            <p:spPr>
              <a:xfrm>
                <a:off x="5508531" y="1514447"/>
                <a:ext cx="2324049" cy="1339651"/>
              </a:xfrm>
              <a:custGeom>
                <a:rect b="b" l="l" r="r" t="t"/>
                <a:pathLst>
                  <a:path extrusionOk="0" fill="none" h="4182" w="7255">
                    <a:moveTo>
                      <a:pt x="0" y="3367"/>
                    </a:moveTo>
                    <a:cubicBezTo>
                      <a:pt x="18" y="3367"/>
                      <a:pt x="48" y="3360"/>
                      <a:pt x="65" y="3368"/>
                    </a:cubicBezTo>
                    <a:cubicBezTo>
                      <a:pt x="87" y="3378"/>
                      <a:pt x="92" y="3414"/>
                      <a:pt x="105" y="3432"/>
                    </a:cubicBezTo>
                    <a:cubicBezTo>
                      <a:pt x="113" y="3444"/>
                      <a:pt x="127" y="3451"/>
                      <a:pt x="135" y="3464"/>
                    </a:cubicBezTo>
                    <a:cubicBezTo>
                      <a:pt x="144" y="3477"/>
                      <a:pt x="147" y="3488"/>
                      <a:pt x="158" y="3501"/>
                    </a:cubicBezTo>
                    <a:cubicBezTo>
                      <a:pt x="170" y="3514"/>
                      <a:pt x="174" y="3522"/>
                      <a:pt x="181" y="3540"/>
                    </a:cubicBezTo>
                    <a:cubicBezTo>
                      <a:pt x="191" y="3566"/>
                      <a:pt x="203" y="3572"/>
                      <a:pt x="225" y="3586"/>
                    </a:cubicBezTo>
                    <a:cubicBezTo>
                      <a:pt x="243" y="3597"/>
                      <a:pt x="261" y="3619"/>
                      <a:pt x="281" y="3625"/>
                    </a:cubicBezTo>
                    <a:cubicBezTo>
                      <a:pt x="303" y="3632"/>
                      <a:pt x="325" y="3625"/>
                      <a:pt x="346" y="3637"/>
                    </a:cubicBezTo>
                    <a:cubicBezTo>
                      <a:pt x="369" y="3649"/>
                      <a:pt x="376" y="3660"/>
                      <a:pt x="404" y="3659"/>
                    </a:cubicBezTo>
                    <a:cubicBezTo>
                      <a:pt x="433" y="3659"/>
                      <a:pt x="459" y="3659"/>
                      <a:pt x="487" y="3654"/>
                    </a:cubicBezTo>
                    <a:cubicBezTo>
                      <a:pt x="520" y="3647"/>
                      <a:pt x="527" y="3645"/>
                      <a:pt x="551" y="3621"/>
                    </a:cubicBezTo>
                    <a:cubicBezTo>
                      <a:pt x="564" y="3608"/>
                      <a:pt x="573" y="3587"/>
                      <a:pt x="587" y="3574"/>
                    </a:cubicBezTo>
                    <a:cubicBezTo>
                      <a:pt x="592" y="3570"/>
                      <a:pt x="600" y="3571"/>
                      <a:pt x="605" y="3566"/>
                    </a:cubicBezTo>
                    <a:cubicBezTo>
                      <a:pt x="607" y="3564"/>
                      <a:pt x="612" y="3552"/>
                      <a:pt x="614" y="3549"/>
                    </a:cubicBezTo>
                    <a:cubicBezTo>
                      <a:pt x="625" y="3525"/>
                      <a:pt x="636" y="3518"/>
                      <a:pt x="658" y="3505"/>
                    </a:cubicBezTo>
                    <a:cubicBezTo>
                      <a:pt x="674" y="3495"/>
                      <a:pt x="692" y="3484"/>
                      <a:pt x="709" y="3475"/>
                    </a:cubicBezTo>
                    <a:cubicBezTo>
                      <a:pt x="723" y="3467"/>
                      <a:pt x="740" y="3452"/>
                      <a:pt x="756" y="3451"/>
                    </a:cubicBezTo>
                    <a:cubicBezTo>
                      <a:pt x="757" y="3445"/>
                      <a:pt x="759" y="3440"/>
                      <a:pt x="759" y="3434"/>
                    </a:cubicBezTo>
                    <a:cubicBezTo>
                      <a:pt x="787" y="3420"/>
                      <a:pt x="827" y="3440"/>
                      <a:pt x="856" y="3432"/>
                    </a:cubicBezTo>
                    <a:cubicBezTo>
                      <a:pt x="870" y="3428"/>
                      <a:pt x="872" y="3423"/>
                      <a:pt x="887" y="3421"/>
                    </a:cubicBezTo>
                    <a:cubicBezTo>
                      <a:pt x="902" y="3419"/>
                      <a:pt x="921" y="3419"/>
                      <a:pt x="936" y="3420"/>
                    </a:cubicBezTo>
                    <a:cubicBezTo>
                      <a:pt x="961" y="3421"/>
                      <a:pt x="977" y="3437"/>
                      <a:pt x="1001" y="3442"/>
                    </a:cubicBezTo>
                    <a:cubicBezTo>
                      <a:pt x="1014" y="3445"/>
                      <a:pt x="1026" y="3442"/>
                      <a:pt x="1039" y="3445"/>
                    </a:cubicBezTo>
                    <a:cubicBezTo>
                      <a:pt x="1052" y="3448"/>
                      <a:pt x="1065" y="3455"/>
                      <a:pt x="1077" y="3459"/>
                    </a:cubicBezTo>
                    <a:cubicBezTo>
                      <a:pt x="1100" y="3466"/>
                      <a:pt x="1106" y="3478"/>
                      <a:pt x="1126" y="3489"/>
                    </a:cubicBezTo>
                    <a:cubicBezTo>
                      <a:pt x="1155" y="3506"/>
                      <a:pt x="1176" y="3508"/>
                      <a:pt x="1194" y="3540"/>
                    </a:cubicBezTo>
                    <a:cubicBezTo>
                      <a:pt x="1202" y="3554"/>
                      <a:pt x="1208" y="3568"/>
                      <a:pt x="1211" y="3584"/>
                    </a:cubicBezTo>
                    <a:cubicBezTo>
                      <a:pt x="1216" y="3609"/>
                      <a:pt x="1218" y="3614"/>
                      <a:pt x="1235" y="3632"/>
                    </a:cubicBezTo>
                    <a:cubicBezTo>
                      <a:pt x="1242" y="3640"/>
                      <a:pt x="1250" y="3649"/>
                      <a:pt x="1256" y="3659"/>
                    </a:cubicBezTo>
                    <a:cubicBezTo>
                      <a:pt x="1264" y="3671"/>
                      <a:pt x="1265" y="3685"/>
                      <a:pt x="1273" y="3697"/>
                    </a:cubicBezTo>
                    <a:cubicBezTo>
                      <a:pt x="1292" y="3728"/>
                      <a:pt x="1322" y="3755"/>
                      <a:pt x="1341" y="3785"/>
                    </a:cubicBezTo>
                    <a:cubicBezTo>
                      <a:pt x="1363" y="3819"/>
                      <a:pt x="1379" y="3867"/>
                      <a:pt x="1410" y="3897"/>
                    </a:cubicBezTo>
                    <a:cubicBezTo>
                      <a:pt x="1430" y="3917"/>
                      <a:pt x="1453" y="3921"/>
                      <a:pt x="1472" y="3940"/>
                    </a:cubicBezTo>
                    <a:cubicBezTo>
                      <a:pt x="1484" y="3952"/>
                      <a:pt x="1503" y="3964"/>
                      <a:pt x="1514" y="3976"/>
                    </a:cubicBezTo>
                    <a:cubicBezTo>
                      <a:pt x="1520" y="3982"/>
                      <a:pt x="1523" y="3997"/>
                      <a:pt x="1529" y="4005"/>
                    </a:cubicBezTo>
                    <a:cubicBezTo>
                      <a:pt x="1546" y="4030"/>
                      <a:pt x="1555" y="4057"/>
                      <a:pt x="1572" y="4082"/>
                    </a:cubicBezTo>
                    <a:cubicBezTo>
                      <a:pt x="1592" y="4110"/>
                      <a:pt x="1620" y="4132"/>
                      <a:pt x="1644" y="4158"/>
                    </a:cubicBezTo>
                    <a:cubicBezTo>
                      <a:pt x="1666" y="4182"/>
                      <a:pt x="1685" y="4188"/>
                      <a:pt x="1722" y="4174"/>
                    </a:cubicBezTo>
                    <a:cubicBezTo>
                      <a:pt x="1767" y="4157"/>
                      <a:pt x="1797" y="4128"/>
                      <a:pt x="1837" y="4104"/>
                    </a:cubicBezTo>
                    <a:cubicBezTo>
                      <a:pt x="1875" y="4081"/>
                      <a:pt x="1903" y="4060"/>
                      <a:pt x="1918" y="4018"/>
                    </a:cubicBezTo>
                    <a:cubicBezTo>
                      <a:pt x="1936" y="3969"/>
                      <a:pt x="1968" y="3919"/>
                      <a:pt x="1980" y="3870"/>
                    </a:cubicBezTo>
                    <a:cubicBezTo>
                      <a:pt x="1984" y="3855"/>
                      <a:pt x="1991" y="3837"/>
                      <a:pt x="1993" y="3821"/>
                    </a:cubicBezTo>
                    <a:cubicBezTo>
                      <a:pt x="1995" y="3807"/>
                      <a:pt x="1989" y="3797"/>
                      <a:pt x="1998" y="3784"/>
                    </a:cubicBezTo>
                    <a:cubicBezTo>
                      <a:pt x="2007" y="3773"/>
                      <a:pt x="2018" y="3770"/>
                      <a:pt x="2027" y="3757"/>
                    </a:cubicBezTo>
                    <a:cubicBezTo>
                      <a:pt x="2042" y="3735"/>
                      <a:pt x="2058" y="3712"/>
                      <a:pt x="2071" y="3688"/>
                    </a:cubicBezTo>
                    <a:cubicBezTo>
                      <a:pt x="2115" y="3609"/>
                      <a:pt x="2152" y="3530"/>
                      <a:pt x="2166" y="3443"/>
                    </a:cubicBezTo>
                    <a:cubicBezTo>
                      <a:pt x="2172" y="3399"/>
                      <a:pt x="2206" y="3379"/>
                      <a:pt x="2226" y="3342"/>
                    </a:cubicBezTo>
                    <a:cubicBezTo>
                      <a:pt x="2235" y="3326"/>
                      <a:pt x="2238" y="3300"/>
                      <a:pt x="2244" y="3283"/>
                    </a:cubicBezTo>
                    <a:cubicBezTo>
                      <a:pt x="2253" y="3259"/>
                      <a:pt x="2248" y="3236"/>
                      <a:pt x="2254" y="3213"/>
                    </a:cubicBezTo>
                    <a:cubicBezTo>
                      <a:pt x="2259" y="3193"/>
                      <a:pt x="2270" y="3175"/>
                      <a:pt x="2275" y="3154"/>
                    </a:cubicBezTo>
                    <a:cubicBezTo>
                      <a:pt x="2280" y="3134"/>
                      <a:pt x="2281" y="3114"/>
                      <a:pt x="2284" y="3094"/>
                    </a:cubicBezTo>
                    <a:cubicBezTo>
                      <a:pt x="2292" y="3048"/>
                      <a:pt x="2311" y="2990"/>
                      <a:pt x="2343" y="2956"/>
                    </a:cubicBezTo>
                    <a:cubicBezTo>
                      <a:pt x="2377" y="2921"/>
                      <a:pt x="2404" y="2894"/>
                      <a:pt x="2414" y="2848"/>
                    </a:cubicBezTo>
                    <a:cubicBezTo>
                      <a:pt x="2421" y="2816"/>
                      <a:pt x="2440" y="2788"/>
                      <a:pt x="2447" y="2756"/>
                    </a:cubicBezTo>
                    <a:cubicBezTo>
                      <a:pt x="2455" y="2722"/>
                      <a:pt x="2458" y="2692"/>
                      <a:pt x="2458" y="2657"/>
                    </a:cubicBezTo>
                    <a:cubicBezTo>
                      <a:pt x="2458" y="2626"/>
                      <a:pt x="2452" y="2586"/>
                      <a:pt x="2458" y="2556"/>
                    </a:cubicBezTo>
                    <a:cubicBezTo>
                      <a:pt x="2468" y="2514"/>
                      <a:pt x="2502" y="2470"/>
                      <a:pt x="2527" y="2437"/>
                    </a:cubicBezTo>
                    <a:cubicBezTo>
                      <a:pt x="2559" y="2397"/>
                      <a:pt x="2580" y="2356"/>
                      <a:pt x="2596" y="2306"/>
                    </a:cubicBezTo>
                    <a:cubicBezTo>
                      <a:pt x="2607" y="2273"/>
                      <a:pt x="2605" y="2236"/>
                      <a:pt x="2619" y="2204"/>
                    </a:cubicBezTo>
                    <a:cubicBezTo>
                      <a:pt x="2635" y="2167"/>
                      <a:pt x="2678" y="2143"/>
                      <a:pt x="2708" y="2114"/>
                    </a:cubicBezTo>
                    <a:cubicBezTo>
                      <a:pt x="2751" y="2071"/>
                      <a:pt x="2843" y="1989"/>
                      <a:pt x="2913" y="2015"/>
                    </a:cubicBezTo>
                    <a:cubicBezTo>
                      <a:pt x="2937" y="2024"/>
                      <a:pt x="2949" y="2055"/>
                      <a:pt x="2971" y="2069"/>
                    </a:cubicBezTo>
                    <a:cubicBezTo>
                      <a:pt x="2984" y="2078"/>
                      <a:pt x="2994" y="2085"/>
                      <a:pt x="3006" y="2095"/>
                    </a:cubicBezTo>
                    <a:cubicBezTo>
                      <a:pt x="3013" y="2102"/>
                      <a:pt x="3024" y="2109"/>
                      <a:pt x="3031" y="2117"/>
                    </a:cubicBezTo>
                    <a:cubicBezTo>
                      <a:pt x="3043" y="2130"/>
                      <a:pt x="3037" y="2131"/>
                      <a:pt x="3044" y="2146"/>
                    </a:cubicBezTo>
                    <a:cubicBezTo>
                      <a:pt x="3053" y="2165"/>
                      <a:pt x="3079" y="2189"/>
                      <a:pt x="3095" y="2199"/>
                    </a:cubicBezTo>
                    <a:cubicBezTo>
                      <a:pt x="3106" y="2207"/>
                      <a:pt x="3115" y="2206"/>
                      <a:pt x="3129" y="2214"/>
                    </a:cubicBezTo>
                    <a:cubicBezTo>
                      <a:pt x="3137" y="2218"/>
                      <a:pt x="3138" y="2229"/>
                      <a:pt x="3148" y="2232"/>
                    </a:cubicBezTo>
                    <a:cubicBezTo>
                      <a:pt x="3165" y="2239"/>
                      <a:pt x="3197" y="2230"/>
                      <a:pt x="3213" y="2227"/>
                    </a:cubicBezTo>
                    <a:cubicBezTo>
                      <a:pt x="3255" y="2218"/>
                      <a:pt x="3308" y="2181"/>
                      <a:pt x="3344" y="2160"/>
                    </a:cubicBezTo>
                    <a:cubicBezTo>
                      <a:pt x="3373" y="2142"/>
                      <a:pt x="3400" y="2133"/>
                      <a:pt x="3431" y="2122"/>
                    </a:cubicBezTo>
                    <a:cubicBezTo>
                      <a:pt x="3435" y="2093"/>
                      <a:pt x="3433" y="2067"/>
                      <a:pt x="3449" y="2042"/>
                    </a:cubicBezTo>
                    <a:cubicBezTo>
                      <a:pt x="3466" y="2016"/>
                      <a:pt x="3489" y="1992"/>
                      <a:pt x="3508" y="1968"/>
                    </a:cubicBezTo>
                    <a:cubicBezTo>
                      <a:pt x="3527" y="1943"/>
                      <a:pt x="3545" y="1918"/>
                      <a:pt x="3574" y="1904"/>
                    </a:cubicBezTo>
                    <a:cubicBezTo>
                      <a:pt x="3581" y="1901"/>
                      <a:pt x="3600" y="1899"/>
                      <a:pt x="3605" y="1893"/>
                    </a:cubicBezTo>
                    <a:cubicBezTo>
                      <a:pt x="3609" y="1887"/>
                      <a:pt x="3603" y="1879"/>
                      <a:pt x="3605" y="1874"/>
                    </a:cubicBezTo>
                    <a:cubicBezTo>
                      <a:pt x="3622" y="1831"/>
                      <a:pt x="3616" y="1788"/>
                      <a:pt x="3616" y="1743"/>
                    </a:cubicBezTo>
                    <a:cubicBezTo>
                      <a:pt x="3617" y="1662"/>
                      <a:pt x="3672" y="1623"/>
                      <a:pt x="3730" y="1573"/>
                    </a:cubicBezTo>
                    <a:cubicBezTo>
                      <a:pt x="3785" y="1526"/>
                      <a:pt x="3845" y="1476"/>
                      <a:pt x="3882" y="1413"/>
                    </a:cubicBezTo>
                    <a:cubicBezTo>
                      <a:pt x="3893" y="1393"/>
                      <a:pt x="3899" y="1371"/>
                      <a:pt x="3909" y="1351"/>
                    </a:cubicBezTo>
                    <a:cubicBezTo>
                      <a:pt x="3922" y="1323"/>
                      <a:pt x="3941" y="1296"/>
                      <a:pt x="3950" y="1267"/>
                    </a:cubicBezTo>
                    <a:cubicBezTo>
                      <a:pt x="3967" y="1212"/>
                      <a:pt x="4002" y="1167"/>
                      <a:pt x="4034" y="1120"/>
                    </a:cubicBezTo>
                    <a:cubicBezTo>
                      <a:pt x="4061" y="1081"/>
                      <a:pt x="4061" y="1061"/>
                      <a:pt x="4061" y="1015"/>
                    </a:cubicBezTo>
                    <a:cubicBezTo>
                      <a:pt x="4061" y="940"/>
                      <a:pt x="4046" y="863"/>
                      <a:pt x="4111" y="810"/>
                    </a:cubicBezTo>
                    <a:cubicBezTo>
                      <a:pt x="4126" y="797"/>
                      <a:pt x="4145" y="789"/>
                      <a:pt x="4161" y="777"/>
                    </a:cubicBezTo>
                    <a:cubicBezTo>
                      <a:pt x="4182" y="761"/>
                      <a:pt x="4207" y="756"/>
                      <a:pt x="4228" y="742"/>
                    </a:cubicBezTo>
                    <a:cubicBezTo>
                      <a:pt x="4239" y="735"/>
                      <a:pt x="4248" y="722"/>
                      <a:pt x="4260" y="717"/>
                    </a:cubicBezTo>
                    <a:cubicBezTo>
                      <a:pt x="4275" y="711"/>
                      <a:pt x="4294" y="715"/>
                      <a:pt x="4309" y="710"/>
                    </a:cubicBezTo>
                    <a:cubicBezTo>
                      <a:pt x="4358" y="696"/>
                      <a:pt x="4385" y="689"/>
                      <a:pt x="4438" y="699"/>
                    </a:cubicBezTo>
                    <a:cubicBezTo>
                      <a:pt x="4454" y="701"/>
                      <a:pt x="4472" y="704"/>
                      <a:pt x="4487" y="711"/>
                    </a:cubicBezTo>
                    <a:cubicBezTo>
                      <a:pt x="4511" y="722"/>
                      <a:pt x="4519" y="722"/>
                      <a:pt x="4543" y="725"/>
                    </a:cubicBezTo>
                    <a:cubicBezTo>
                      <a:pt x="4581" y="731"/>
                      <a:pt x="4630" y="773"/>
                      <a:pt x="4652" y="803"/>
                    </a:cubicBezTo>
                    <a:cubicBezTo>
                      <a:pt x="4669" y="827"/>
                      <a:pt x="4688" y="849"/>
                      <a:pt x="4705" y="873"/>
                    </a:cubicBezTo>
                    <a:cubicBezTo>
                      <a:pt x="4721" y="895"/>
                      <a:pt x="4718" y="909"/>
                      <a:pt x="4742" y="919"/>
                    </a:cubicBezTo>
                    <a:cubicBezTo>
                      <a:pt x="4805" y="948"/>
                      <a:pt x="4885" y="965"/>
                      <a:pt x="4955" y="973"/>
                    </a:cubicBezTo>
                    <a:cubicBezTo>
                      <a:pt x="5016" y="980"/>
                      <a:pt x="5068" y="965"/>
                      <a:pt x="5100" y="1023"/>
                    </a:cubicBezTo>
                    <a:cubicBezTo>
                      <a:pt x="5118" y="1056"/>
                      <a:pt x="5137" y="1088"/>
                      <a:pt x="5160" y="1118"/>
                    </a:cubicBezTo>
                    <a:cubicBezTo>
                      <a:pt x="5168" y="1130"/>
                      <a:pt x="5179" y="1140"/>
                      <a:pt x="5187" y="1152"/>
                    </a:cubicBezTo>
                    <a:cubicBezTo>
                      <a:pt x="5197" y="1166"/>
                      <a:pt x="5199" y="1184"/>
                      <a:pt x="5212" y="1196"/>
                    </a:cubicBezTo>
                    <a:cubicBezTo>
                      <a:pt x="5258" y="1237"/>
                      <a:pt x="5329" y="1217"/>
                      <a:pt x="5379" y="1242"/>
                    </a:cubicBezTo>
                    <a:cubicBezTo>
                      <a:pt x="5397" y="1252"/>
                      <a:pt x="5396" y="1266"/>
                      <a:pt x="5408" y="1282"/>
                    </a:cubicBezTo>
                    <a:cubicBezTo>
                      <a:pt x="5413" y="1289"/>
                      <a:pt x="5421" y="1293"/>
                      <a:pt x="5426" y="1300"/>
                    </a:cubicBezTo>
                    <a:cubicBezTo>
                      <a:pt x="5432" y="1309"/>
                      <a:pt x="5432" y="1318"/>
                      <a:pt x="5437" y="1327"/>
                    </a:cubicBezTo>
                    <a:cubicBezTo>
                      <a:pt x="5452" y="1354"/>
                      <a:pt x="5478" y="1360"/>
                      <a:pt x="5508" y="1353"/>
                    </a:cubicBezTo>
                    <a:cubicBezTo>
                      <a:pt x="5535" y="1346"/>
                      <a:pt x="5569" y="1327"/>
                      <a:pt x="5588" y="1306"/>
                    </a:cubicBezTo>
                    <a:cubicBezTo>
                      <a:pt x="5598" y="1294"/>
                      <a:pt x="5601" y="1278"/>
                      <a:pt x="5610" y="1265"/>
                    </a:cubicBezTo>
                    <a:cubicBezTo>
                      <a:pt x="5618" y="1254"/>
                      <a:pt x="5634" y="1249"/>
                      <a:pt x="5641" y="1239"/>
                    </a:cubicBezTo>
                    <a:cubicBezTo>
                      <a:pt x="5644" y="1234"/>
                      <a:pt x="5645" y="1225"/>
                      <a:pt x="5648" y="1219"/>
                    </a:cubicBezTo>
                    <a:cubicBezTo>
                      <a:pt x="5654" y="1207"/>
                      <a:pt x="5666" y="1197"/>
                      <a:pt x="5673" y="1187"/>
                    </a:cubicBezTo>
                    <a:cubicBezTo>
                      <a:pt x="5696" y="1157"/>
                      <a:pt x="5721" y="1125"/>
                      <a:pt x="5740" y="1093"/>
                    </a:cubicBezTo>
                    <a:cubicBezTo>
                      <a:pt x="5755" y="1065"/>
                      <a:pt x="5766" y="1035"/>
                      <a:pt x="5784" y="1008"/>
                    </a:cubicBezTo>
                    <a:cubicBezTo>
                      <a:pt x="5806" y="976"/>
                      <a:pt x="5835" y="936"/>
                      <a:pt x="5869" y="916"/>
                    </a:cubicBezTo>
                    <a:cubicBezTo>
                      <a:pt x="5882" y="908"/>
                      <a:pt x="5895" y="903"/>
                      <a:pt x="5911" y="900"/>
                    </a:cubicBezTo>
                    <a:cubicBezTo>
                      <a:pt x="5913" y="900"/>
                      <a:pt x="5940" y="901"/>
                      <a:pt x="5946" y="897"/>
                    </a:cubicBezTo>
                    <a:cubicBezTo>
                      <a:pt x="5950" y="894"/>
                      <a:pt x="5952" y="887"/>
                      <a:pt x="5957" y="884"/>
                    </a:cubicBezTo>
                    <a:cubicBezTo>
                      <a:pt x="5964" y="879"/>
                      <a:pt x="5974" y="876"/>
                      <a:pt x="5982" y="871"/>
                    </a:cubicBezTo>
                    <a:cubicBezTo>
                      <a:pt x="5997" y="861"/>
                      <a:pt x="5996" y="852"/>
                      <a:pt x="6002" y="836"/>
                    </a:cubicBezTo>
                    <a:cubicBezTo>
                      <a:pt x="6017" y="793"/>
                      <a:pt x="6050" y="754"/>
                      <a:pt x="6074" y="713"/>
                    </a:cubicBezTo>
                    <a:cubicBezTo>
                      <a:pt x="6090" y="686"/>
                      <a:pt x="6107" y="649"/>
                      <a:pt x="6135" y="632"/>
                    </a:cubicBezTo>
                    <a:cubicBezTo>
                      <a:pt x="6181" y="603"/>
                      <a:pt x="6259" y="595"/>
                      <a:pt x="6312" y="584"/>
                    </a:cubicBezTo>
                    <a:cubicBezTo>
                      <a:pt x="6365" y="574"/>
                      <a:pt x="6431" y="552"/>
                      <a:pt x="6485" y="564"/>
                    </a:cubicBezTo>
                    <a:cubicBezTo>
                      <a:pt x="6535" y="575"/>
                      <a:pt x="6569" y="627"/>
                      <a:pt x="6620" y="628"/>
                    </a:cubicBezTo>
                    <a:cubicBezTo>
                      <a:pt x="6678" y="631"/>
                      <a:pt x="6714" y="636"/>
                      <a:pt x="6746" y="582"/>
                    </a:cubicBezTo>
                    <a:cubicBezTo>
                      <a:pt x="6759" y="562"/>
                      <a:pt x="6781" y="535"/>
                      <a:pt x="6788" y="512"/>
                    </a:cubicBezTo>
                    <a:cubicBezTo>
                      <a:pt x="6794" y="491"/>
                      <a:pt x="6789" y="479"/>
                      <a:pt x="6800" y="460"/>
                    </a:cubicBezTo>
                    <a:cubicBezTo>
                      <a:pt x="6818" y="430"/>
                      <a:pt x="6803" y="404"/>
                      <a:pt x="6838" y="380"/>
                    </a:cubicBezTo>
                    <a:cubicBezTo>
                      <a:pt x="6860" y="365"/>
                      <a:pt x="6879" y="370"/>
                      <a:pt x="6906" y="369"/>
                    </a:cubicBezTo>
                    <a:cubicBezTo>
                      <a:pt x="6934" y="368"/>
                      <a:pt x="6963" y="361"/>
                      <a:pt x="6991" y="356"/>
                    </a:cubicBezTo>
                    <a:cubicBezTo>
                      <a:pt x="7081" y="341"/>
                      <a:pt x="7082" y="223"/>
                      <a:pt x="7128" y="163"/>
                    </a:cubicBezTo>
                    <a:cubicBezTo>
                      <a:pt x="7147" y="138"/>
                      <a:pt x="7166" y="117"/>
                      <a:pt x="7185" y="92"/>
                    </a:cubicBezTo>
                    <a:cubicBezTo>
                      <a:pt x="7195" y="78"/>
                      <a:pt x="7212" y="64"/>
                      <a:pt x="7221" y="49"/>
                    </a:cubicBezTo>
                    <a:cubicBezTo>
                      <a:pt x="7230" y="31"/>
                      <a:pt x="7223" y="2"/>
                      <a:pt x="7255" y="0"/>
                    </a:cubicBezTo>
                  </a:path>
                </a:pathLst>
              </a:custGeom>
              <a:noFill/>
              <a:ln cap="flat" cmpd="sng" w="25550">
                <a:solidFill>
                  <a:schemeClr val="accent1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1" anchor="ctr" bIns="57600" lIns="102600" spcFirstLastPara="1" rIns="102600" wrap="square" tIns="57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1"/>
              <p:cNvSpPr/>
              <p:nvPr/>
            </p:nvSpPr>
            <p:spPr>
              <a:xfrm>
                <a:off x="5506289" y="1511564"/>
                <a:ext cx="2326291" cy="1787163"/>
              </a:xfrm>
              <a:custGeom>
                <a:rect b="b" l="l" r="r" t="t"/>
                <a:pathLst>
                  <a:path extrusionOk="0" h="5579" w="7262">
                    <a:moveTo>
                      <a:pt x="7256" y="0"/>
                    </a:moveTo>
                    <a:cubicBezTo>
                      <a:pt x="7279" y="23"/>
                      <a:pt x="7231" y="31"/>
                      <a:pt x="7221" y="49"/>
                    </a:cubicBezTo>
                    <a:cubicBezTo>
                      <a:pt x="7213" y="64"/>
                      <a:pt x="7196" y="78"/>
                      <a:pt x="7185" y="92"/>
                    </a:cubicBezTo>
                    <a:cubicBezTo>
                      <a:pt x="7166" y="117"/>
                      <a:pt x="7147" y="138"/>
                      <a:pt x="7128" y="163"/>
                    </a:cubicBezTo>
                    <a:cubicBezTo>
                      <a:pt x="7082" y="223"/>
                      <a:pt x="7081" y="341"/>
                      <a:pt x="6991" y="356"/>
                    </a:cubicBezTo>
                    <a:cubicBezTo>
                      <a:pt x="6963" y="361"/>
                      <a:pt x="6934" y="367"/>
                      <a:pt x="6906" y="369"/>
                    </a:cubicBezTo>
                    <a:cubicBezTo>
                      <a:pt x="6879" y="370"/>
                      <a:pt x="6860" y="365"/>
                      <a:pt x="6838" y="380"/>
                    </a:cubicBezTo>
                    <a:cubicBezTo>
                      <a:pt x="6804" y="404"/>
                      <a:pt x="6818" y="430"/>
                      <a:pt x="6801" y="460"/>
                    </a:cubicBezTo>
                    <a:cubicBezTo>
                      <a:pt x="6789" y="479"/>
                      <a:pt x="6794" y="491"/>
                      <a:pt x="6788" y="512"/>
                    </a:cubicBezTo>
                    <a:cubicBezTo>
                      <a:pt x="6782" y="535"/>
                      <a:pt x="6759" y="562"/>
                      <a:pt x="6747" y="582"/>
                    </a:cubicBezTo>
                    <a:cubicBezTo>
                      <a:pt x="6714" y="636"/>
                      <a:pt x="6678" y="631"/>
                      <a:pt x="6621" y="628"/>
                    </a:cubicBezTo>
                    <a:cubicBezTo>
                      <a:pt x="6570" y="627"/>
                      <a:pt x="6535" y="575"/>
                      <a:pt x="6486" y="564"/>
                    </a:cubicBezTo>
                    <a:cubicBezTo>
                      <a:pt x="6431" y="552"/>
                      <a:pt x="6365" y="574"/>
                      <a:pt x="6313" y="584"/>
                    </a:cubicBezTo>
                    <a:cubicBezTo>
                      <a:pt x="6259" y="595"/>
                      <a:pt x="6182" y="603"/>
                      <a:pt x="6135" y="632"/>
                    </a:cubicBezTo>
                    <a:cubicBezTo>
                      <a:pt x="6108" y="649"/>
                      <a:pt x="6090" y="686"/>
                      <a:pt x="6075" y="713"/>
                    </a:cubicBezTo>
                    <a:cubicBezTo>
                      <a:pt x="6051" y="754"/>
                      <a:pt x="6017" y="793"/>
                      <a:pt x="6002" y="836"/>
                    </a:cubicBezTo>
                    <a:cubicBezTo>
                      <a:pt x="5996" y="852"/>
                      <a:pt x="5997" y="861"/>
                      <a:pt x="5982" y="871"/>
                    </a:cubicBezTo>
                    <a:cubicBezTo>
                      <a:pt x="5974" y="876"/>
                      <a:pt x="5965" y="879"/>
                      <a:pt x="5957" y="884"/>
                    </a:cubicBezTo>
                    <a:cubicBezTo>
                      <a:pt x="5953" y="887"/>
                      <a:pt x="5951" y="894"/>
                      <a:pt x="5946" y="897"/>
                    </a:cubicBezTo>
                    <a:cubicBezTo>
                      <a:pt x="5940" y="901"/>
                      <a:pt x="5914" y="900"/>
                      <a:pt x="5911" y="900"/>
                    </a:cubicBezTo>
                    <a:cubicBezTo>
                      <a:pt x="5896" y="903"/>
                      <a:pt x="5883" y="908"/>
                      <a:pt x="5869" y="916"/>
                    </a:cubicBezTo>
                    <a:cubicBezTo>
                      <a:pt x="5835" y="936"/>
                      <a:pt x="5806" y="976"/>
                      <a:pt x="5784" y="1008"/>
                    </a:cubicBezTo>
                    <a:cubicBezTo>
                      <a:pt x="5766" y="1035"/>
                      <a:pt x="5756" y="1065"/>
                      <a:pt x="5740" y="1093"/>
                    </a:cubicBezTo>
                    <a:cubicBezTo>
                      <a:pt x="5721" y="1125"/>
                      <a:pt x="5696" y="1157"/>
                      <a:pt x="5674" y="1187"/>
                    </a:cubicBezTo>
                    <a:cubicBezTo>
                      <a:pt x="5666" y="1197"/>
                      <a:pt x="5655" y="1208"/>
                      <a:pt x="5648" y="1219"/>
                    </a:cubicBezTo>
                    <a:cubicBezTo>
                      <a:pt x="5645" y="1225"/>
                      <a:pt x="5645" y="1234"/>
                      <a:pt x="5641" y="1239"/>
                    </a:cubicBezTo>
                    <a:cubicBezTo>
                      <a:pt x="5634" y="1249"/>
                      <a:pt x="5619" y="1254"/>
                      <a:pt x="5610" y="1265"/>
                    </a:cubicBezTo>
                    <a:cubicBezTo>
                      <a:pt x="5601" y="1278"/>
                      <a:pt x="5598" y="1294"/>
                      <a:pt x="5588" y="1306"/>
                    </a:cubicBezTo>
                    <a:cubicBezTo>
                      <a:pt x="5570" y="1327"/>
                      <a:pt x="5536" y="1346"/>
                      <a:pt x="5508" y="1353"/>
                    </a:cubicBezTo>
                    <a:cubicBezTo>
                      <a:pt x="5478" y="1360"/>
                      <a:pt x="5452" y="1354"/>
                      <a:pt x="5437" y="1327"/>
                    </a:cubicBezTo>
                    <a:cubicBezTo>
                      <a:pt x="5432" y="1318"/>
                      <a:pt x="5433" y="1309"/>
                      <a:pt x="5426" y="1300"/>
                    </a:cubicBezTo>
                    <a:cubicBezTo>
                      <a:pt x="5422" y="1293"/>
                      <a:pt x="5414" y="1289"/>
                      <a:pt x="5409" y="1282"/>
                    </a:cubicBezTo>
                    <a:cubicBezTo>
                      <a:pt x="5396" y="1266"/>
                      <a:pt x="5397" y="1252"/>
                      <a:pt x="5379" y="1242"/>
                    </a:cubicBezTo>
                    <a:cubicBezTo>
                      <a:pt x="5330" y="1217"/>
                      <a:pt x="5258" y="1237"/>
                      <a:pt x="5213" y="1196"/>
                    </a:cubicBezTo>
                    <a:cubicBezTo>
                      <a:pt x="5200" y="1184"/>
                      <a:pt x="5198" y="1166"/>
                      <a:pt x="5187" y="1152"/>
                    </a:cubicBezTo>
                    <a:cubicBezTo>
                      <a:pt x="5179" y="1140"/>
                      <a:pt x="5169" y="1130"/>
                      <a:pt x="5160" y="1119"/>
                    </a:cubicBezTo>
                    <a:cubicBezTo>
                      <a:pt x="5137" y="1088"/>
                      <a:pt x="5118" y="1057"/>
                      <a:pt x="5100" y="1023"/>
                    </a:cubicBezTo>
                    <a:cubicBezTo>
                      <a:pt x="5069" y="965"/>
                      <a:pt x="5016" y="980"/>
                      <a:pt x="4955" y="973"/>
                    </a:cubicBezTo>
                    <a:cubicBezTo>
                      <a:pt x="4886" y="965"/>
                      <a:pt x="4806" y="948"/>
                      <a:pt x="4742" y="920"/>
                    </a:cubicBezTo>
                    <a:cubicBezTo>
                      <a:pt x="4718" y="909"/>
                      <a:pt x="4721" y="895"/>
                      <a:pt x="4705" y="873"/>
                    </a:cubicBezTo>
                    <a:cubicBezTo>
                      <a:pt x="4688" y="849"/>
                      <a:pt x="4669" y="827"/>
                      <a:pt x="4652" y="803"/>
                    </a:cubicBezTo>
                    <a:cubicBezTo>
                      <a:pt x="4630" y="773"/>
                      <a:pt x="4582" y="731"/>
                      <a:pt x="4543" y="725"/>
                    </a:cubicBezTo>
                    <a:cubicBezTo>
                      <a:pt x="4519" y="722"/>
                      <a:pt x="4511" y="722"/>
                      <a:pt x="4487" y="711"/>
                    </a:cubicBezTo>
                    <a:cubicBezTo>
                      <a:pt x="4473" y="704"/>
                      <a:pt x="4455" y="702"/>
                      <a:pt x="4438" y="699"/>
                    </a:cubicBezTo>
                    <a:cubicBezTo>
                      <a:pt x="4385" y="689"/>
                      <a:pt x="4359" y="696"/>
                      <a:pt x="4310" y="710"/>
                    </a:cubicBezTo>
                    <a:cubicBezTo>
                      <a:pt x="4294" y="715"/>
                      <a:pt x="4276" y="711"/>
                      <a:pt x="4261" y="717"/>
                    </a:cubicBezTo>
                    <a:cubicBezTo>
                      <a:pt x="4249" y="722"/>
                      <a:pt x="4239" y="735"/>
                      <a:pt x="4229" y="742"/>
                    </a:cubicBezTo>
                    <a:cubicBezTo>
                      <a:pt x="4207" y="756"/>
                      <a:pt x="4182" y="761"/>
                      <a:pt x="4161" y="777"/>
                    </a:cubicBezTo>
                    <a:cubicBezTo>
                      <a:pt x="4145" y="789"/>
                      <a:pt x="4127" y="797"/>
                      <a:pt x="4111" y="810"/>
                    </a:cubicBezTo>
                    <a:cubicBezTo>
                      <a:pt x="4046" y="863"/>
                      <a:pt x="4061" y="940"/>
                      <a:pt x="4061" y="1015"/>
                    </a:cubicBezTo>
                    <a:cubicBezTo>
                      <a:pt x="4061" y="1061"/>
                      <a:pt x="4062" y="1081"/>
                      <a:pt x="4034" y="1120"/>
                    </a:cubicBezTo>
                    <a:cubicBezTo>
                      <a:pt x="4002" y="1167"/>
                      <a:pt x="3967" y="1212"/>
                      <a:pt x="3950" y="1267"/>
                    </a:cubicBezTo>
                    <a:cubicBezTo>
                      <a:pt x="3941" y="1296"/>
                      <a:pt x="3923" y="1324"/>
                      <a:pt x="3909" y="1351"/>
                    </a:cubicBezTo>
                    <a:cubicBezTo>
                      <a:pt x="3899" y="1371"/>
                      <a:pt x="3893" y="1394"/>
                      <a:pt x="3882" y="1413"/>
                    </a:cubicBezTo>
                    <a:cubicBezTo>
                      <a:pt x="3845" y="1476"/>
                      <a:pt x="3785" y="1526"/>
                      <a:pt x="3731" y="1573"/>
                    </a:cubicBezTo>
                    <a:cubicBezTo>
                      <a:pt x="3673" y="1623"/>
                      <a:pt x="3618" y="1662"/>
                      <a:pt x="3617" y="1743"/>
                    </a:cubicBezTo>
                    <a:cubicBezTo>
                      <a:pt x="3616" y="1788"/>
                      <a:pt x="3623" y="1832"/>
                      <a:pt x="3606" y="1874"/>
                    </a:cubicBezTo>
                    <a:cubicBezTo>
                      <a:pt x="3604" y="1879"/>
                      <a:pt x="3610" y="1887"/>
                      <a:pt x="3605" y="1893"/>
                    </a:cubicBezTo>
                    <a:cubicBezTo>
                      <a:pt x="3600" y="1899"/>
                      <a:pt x="3582" y="1901"/>
                      <a:pt x="3575" y="1904"/>
                    </a:cubicBezTo>
                    <a:cubicBezTo>
                      <a:pt x="3546" y="1918"/>
                      <a:pt x="3527" y="1943"/>
                      <a:pt x="3508" y="1968"/>
                    </a:cubicBezTo>
                    <a:cubicBezTo>
                      <a:pt x="3490" y="1992"/>
                      <a:pt x="3466" y="2016"/>
                      <a:pt x="3449" y="2042"/>
                    </a:cubicBezTo>
                    <a:cubicBezTo>
                      <a:pt x="3433" y="2067"/>
                      <a:pt x="3435" y="2093"/>
                      <a:pt x="3432" y="2122"/>
                    </a:cubicBezTo>
                    <a:cubicBezTo>
                      <a:pt x="3400" y="2134"/>
                      <a:pt x="3374" y="2143"/>
                      <a:pt x="3344" y="2160"/>
                    </a:cubicBezTo>
                    <a:cubicBezTo>
                      <a:pt x="3308" y="2182"/>
                      <a:pt x="3256" y="2218"/>
                      <a:pt x="3214" y="2227"/>
                    </a:cubicBezTo>
                    <a:cubicBezTo>
                      <a:pt x="3198" y="2230"/>
                      <a:pt x="3165" y="2239"/>
                      <a:pt x="3148" y="2232"/>
                    </a:cubicBezTo>
                    <a:cubicBezTo>
                      <a:pt x="3139" y="2229"/>
                      <a:pt x="3138" y="2218"/>
                      <a:pt x="3130" y="2214"/>
                    </a:cubicBezTo>
                    <a:cubicBezTo>
                      <a:pt x="3116" y="2207"/>
                      <a:pt x="3107" y="2207"/>
                      <a:pt x="3095" y="2199"/>
                    </a:cubicBezTo>
                    <a:cubicBezTo>
                      <a:pt x="3079" y="2189"/>
                      <a:pt x="3053" y="2165"/>
                      <a:pt x="3045" y="2147"/>
                    </a:cubicBezTo>
                    <a:cubicBezTo>
                      <a:pt x="3037" y="2131"/>
                      <a:pt x="3043" y="2130"/>
                      <a:pt x="3032" y="2117"/>
                    </a:cubicBezTo>
                    <a:cubicBezTo>
                      <a:pt x="3025" y="2109"/>
                      <a:pt x="3014" y="2102"/>
                      <a:pt x="3006" y="2095"/>
                    </a:cubicBezTo>
                    <a:cubicBezTo>
                      <a:pt x="2995" y="2085"/>
                      <a:pt x="2985" y="2078"/>
                      <a:pt x="2972" y="2069"/>
                    </a:cubicBezTo>
                    <a:cubicBezTo>
                      <a:pt x="2950" y="2055"/>
                      <a:pt x="2937" y="2024"/>
                      <a:pt x="2913" y="2015"/>
                    </a:cubicBezTo>
                    <a:cubicBezTo>
                      <a:pt x="2843" y="1990"/>
                      <a:pt x="2751" y="2072"/>
                      <a:pt x="2708" y="2114"/>
                    </a:cubicBezTo>
                    <a:cubicBezTo>
                      <a:pt x="2679" y="2143"/>
                      <a:pt x="2635" y="2167"/>
                      <a:pt x="2619" y="2204"/>
                    </a:cubicBezTo>
                    <a:cubicBezTo>
                      <a:pt x="2605" y="2236"/>
                      <a:pt x="2607" y="2273"/>
                      <a:pt x="2597" y="2306"/>
                    </a:cubicBezTo>
                    <a:cubicBezTo>
                      <a:pt x="2581" y="2356"/>
                      <a:pt x="2559" y="2397"/>
                      <a:pt x="2527" y="2438"/>
                    </a:cubicBezTo>
                    <a:cubicBezTo>
                      <a:pt x="2502" y="2470"/>
                      <a:pt x="2468" y="2515"/>
                      <a:pt x="2459" y="2556"/>
                    </a:cubicBezTo>
                    <a:cubicBezTo>
                      <a:pt x="2452" y="2586"/>
                      <a:pt x="2458" y="2626"/>
                      <a:pt x="2458" y="2657"/>
                    </a:cubicBezTo>
                    <a:cubicBezTo>
                      <a:pt x="2458" y="2693"/>
                      <a:pt x="2455" y="2722"/>
                      <a:pt x="2447" y="2756"/>
                    </a:cubicBezTo>
                    <a:cubicBezTo>
                      <a:pt x="2440" y="2788"/>
                      <a:pt x="2421" y="2817"/>
                      <a:pt x="2415" y="2848"/>
                    </a:cubicBezTo>
                    <a:cubicBezTo>
                      <a:pt x="2405" y="2894"/>
                      <a:pt x="2377" y="2921"/>
                      <a:pt x="2344" y="2956"/>
                    </a:cubicBezTo>
                    <a:cubicBezTo>
                      <a:pt x="2312" y="2990"/>
                      <a:pt x="2292" y="3048"/>
                      <a:pt x="2285" y="3094"/>
                    </a:cubicBezTo>
                    <a:cubicBezTo>
                      <a:pt x="2282" y="3114"/>
                      <a:pt x="2281" y="3134"/>
                      <a:pt x="2276" y="3154"/>
                    </a:cubicBezTo>
                    <a:cubicBezTo>
                      <a:pt x="2271" y="3175"/>
                      <a:pt x="2260" y="3193"/>
                      <a:pt x="2254" y="3213"/>
                    </a:cubicBezTo>
                    <a:cubicBezTo>
                      <a:pt x="2248" y="3237"/>
                      <a:pt x="2253" y="3259"/>
                      <a:pt x="2245" y="3283"/>
                    </a:cubicBezTo>
                    <a:cubicBezTo>
                      <a:pt x="2239" y="3300"/>
                      <a:pt x="2235" y="3326"/>
                      <a:pt x="2227" y="3342"/>
                    </a:cubicBezTo>
                    <a:cubicBezTo>
                      <a:pt x="2207" y="3380"/>
                      <a:pt x="2173" y="3399"/>
                      <a:pt x="2166" y="3443"/>
                    </a:cubicBezTo>
                    <a:cubicBezTo>
                      <a:pt x="2153" y="3530"/>
                      <a:pt x="2116" y="3609"/>
                      <a:pt x="2071" y="3689"/>
                    </a:cubicBezTo>
                    <a:cubicBezTo>
                      <a:pt x="2058" y="3712"/>
                      <a:pt x="2043" y="3735"/>
                      <a:pt x="2027" y="3758"/>
                    </a:cubicBezTo>
                    <a:cubicBezTo>
                      <a:pt x="2019" y="3770"/>
                      <a:pt x="2007" y="3774"/>
                      <a:pt x="1999" y="3785"/>
                    </a:cubicBezTo>
                    <a:cubicBezTo>
                      <a:pt x="1989" y="3797"/>
                      <a:pt x="1995" y="3807"/>
                      <a:pt x="1993" y="3821"/>
                    </a:cubicBezTo>
                    <a:cubicBezTo>
                      <a:pt x="1991" y="3837"/>
                      <a:pt x="1985" y="3855"/>
                      <a:pt x="1981" y="3870"/>
                    </a:cubicBezTo>
                    <a:cubicBezTo>
                      <a:pt x="1968" y="3920"/>
                      <a:pt x="1936" y="3969"/>
                      <a:pt x="1919" y="4018"/>
                    </a:cubicBezTo>
                    <a:cubicBezTo>
                      <a:pt x="1904" y="4060"/>
                      <a:pt x="1875" y="4081"/>
                      <a:pt x="1837" y="4104"/>
                    </a:cubicBezTo>
                    <a:cubicBezTo>
                      <a:pt x="1797" y="4128"/>
                      <a:pt x="1767" y="4157"/>
                      <a:pt x="1722" y="4174"/>
                    </a:cubicBezTo>
                    <a:cubicBezTo>
                      <a:pt x="1686" y="4188"/>
                      <a:pt x="1667" y="4182"/>
                      <a:pt x="1644" y="4158"/>
                    </a:cubicBezTo>
                    <a:cubicBezTo>
                      <a:pt x="1621" y="4132"/>
                      <a:pt x="1592" y="4110"/>
                      <a:pt x="1573" y="4082"/>
                    </a:cubicBezTo>
                    <a:cubicBezTo>
                      <a:pt x="1556" y="4057"/>
                      <a:pt x="1546" y="4030"/>
                      <a:pt x="1529" y="4005"/>
                    </a:cubicBezTo>
                    <a:cubicBezTo>
                      <a:pt x="1524" y="3997"/>
                      <a:pt x="1520" y="3982"/>
                      <a:pt x="1514" y="3976"/>
                    </a:cubicBezTo>
                    <a:cubicBezTo>
                      <a:pt x="1504" y="3964"/>
                      <a:pt x="1485" y="3952"/>
                      <a:pt x="1473" y="3940"/>
                    </a:cubicBezTo>
                    <a:cubicBezTo>
                      <a:pt x="1453" y="3921"/>
                      <a:pt x="1430" y="3917"/>
                      <a:pt x="1410" y="3897"/>
                    </a:cubicBezTo>
                    <a:cubicBezTo>
                      <a:pt x="1379" y="3867"/>
                      <a:pt x="1364" y="3819"/>
                      <a:pt x="1342" y="3785"/>
                    </a:cubicBezTo>
                    <a:cubicBezTo>
                      <a:pt x="1322" y="3755"/>
                      <a:pt x="1293" y="3728"/>
                      <a:pt x="1273" y="3697"/>
                    </a:cubicBezTo>
                    <a:cubicBezTo>
                      <a:pt x="1266" y="3685"/>
                      <a:pt x="1264" y="3672"/>
                      <a:pt x="1257" y="3659"/>
                    </a:cubicBezTo>
                    <a:cubicBezTo>
                      <a:pt x="1251" y="3649"/>
                      <a:pt x="1243" y="3640"/>
                      <a:pt x="1235" y="3632"/>
                    </a:cubicBezTo>
                    <a:cubicBezTo>
                      <a:pt x="1218" y="3615"/>
                      <a:pt x="1217" y="3610"/>
                      <a:pt x="1212" y="3584"/>
                    </a:cubicBezTo>
                    <a:cubicBezTo>
                      <a:pt x="1208" y="3568"/>
                      <a:pt x="1202" y="3555"/>
                      <a:pt x="1194" y="3540"/>
                    </a:cubicBezTo>
                    <a:cubicBezTo>
                      <a:pt x="1176" y="3508"/>
                      <a:pt x="1155" y="3506"/>
                      <a:pt x="1126" y="3489"/>
                    </a:cubicBezTo>
                    <a:cubicBezTo>
                      <a:pt x="1107" y="3478"/>
                      <a:pt x="1100" y="3466"/>
                      <a:pt x="1078" y="3459"/>
                    </a:cubicBezTo>
                    <a:cubicBezTo>
                      <a:pt x="1065" y="3455"/>
                      <a:pt x="1052" y="3448"/>
                      <a:pt x="1040" y="3445"/>
                    </a:cubicBezTo>
                    <a:cubicBezTo>
                      <a:pt x="1027" y="3442"/>
                      <a:pt x="1014" y="3445"/>
                      <a:pt x="1001" y="3442"/>
                    </a:cubicBezTo>
                    <a:cubicBezTo>
                      <a:pt x="977" y="3437"/>
                      <a:pt x="962" y="3421"/>
                      <a:pt x="936" y="3420"/>
                    </a:cubicBezTo>
                    <a:cubicBezTo>
                      <a:pt x="921" y="3420"/>
                      <a:pt x="902" y="3419"/>
                      <a:pt x="888" y="3421"/>
                    </a:cubicBezTo>
                    <a:cubicBezTo>
                      <a:pt x="872" y="3423"/>
                      <a:pt x="870" y="3429"/>
                      <a:pt x="856" y="3432"/>
                    </a:cubicBezTo>
                    <a:cubicBezTo>
                      <a:pt x="827" y="3441"/>
                      <a:pt x="787" y="3420"/>
                      <a:pt x="760" y="3434"/>
                    </a:cubicBezTo>
                    <a:cubicBezTo>
                      <a:pt x="759" y="3440"/>
                      <a:pt x="758" y="3446"/>
                      <a:pt x="756" y="3451"/>
                    </a:cubicBezTo>
                    <a:cubicBezTo>
                      <a:pt x="741" y="3452"/>
                      <a:pt x="723" y="3468"/>
                      <a:pt x="710" y="3475"/>
                    </a:cubicBezTo>
                    <a:cubicBezTo>
                      <a:pt x="692" y="3485"/>
                      <a:pt x="675" y="3495"/>
                      <a:pt x="658" y="3505"/>
                    </a:cubicBezTo>
                    <a:cubicBezTo>
                      <a:pt x="636" y="3518"/>
                      <a:pt x="626" y="3525"/>
                      <a:pt x="614" y="3549"/>
                    </a:cubicBezTo>
                    <a:cubicBezTo>
                      <a:pt x="612" y="3553"/>
                      <a:pt x="608" y="3564"/>
                      <a:pt x="606" y="3566"/>
                    </a:cubicBezTo>
                    <a:cubicBezTo>
                      <a:pt x="601" y="3571"/>
                      <a:pt x="593" y="3570"/>
                      <a:pt x="587" y="3574"/>
                    </a:cubicBezTo>
                    <a:cubicBezTo>
                      <a:pt x="573" y="3587"/>
                      <a:pt x="565" y="3608"/>
                      <a:pt x="551" y="3621"/>
                    </a:cubicBezTo>
                    <a:cubicBezTo>
                      <a:pt x="528" y="3645"/>
                      <a:pt x="521" y="3648"/>
                      <a:pt x="488" y="3654"/>
                    </a:cubicBezTo>
                    <a:cubicBezTo>
                      <a:pt x="459" y="3659"/>
                      <a:pt x="434" y="3659"/>
                      <a:pt x="405" y="3659"/>
                    </a:cubicBezTo>
                    <a:cubicBezTo>
                      <a:pt x="377" y="3660"/>
                      <a:pt x="369" y="3650"/>
                      <a:pt x="347" y="3637"/>
                    </a:cubicBezTo>
                    <a:cubicBezTo>
                      <a:pt x="326" y="3625"/>
                      <a:pt x="303" y="3632"/>
                      <a:pt x="282" y="3625"/>
                    </a:cubicBezTo>
                    <a:cubicBezTo>
                      <a:pt x="261" y="3619"/>
                      <a:pt x="243" y="3598"/>
                      <a:pt x="225" y="3586"/>
                    </a:cubicBezTo>
                    <a:cubicBezTo>
                      <a:pt x="203" y="3572"/>
                      <a:pt x="191" y="3566"/>
                      <a:pt x="181" y="3540"/>
                    </a:cubicBezTo>
                    <a:cubicBezTo>
                      <a:pt x="174" y="3522"/>
                      <a:pt x="170" y="3514"/>
                      <a:pt x="158" y="3501"/>
                    </a:cubicBezTo>
                    <a:cubicBezTo>
                      <a:pt x="147" y="3488"/>
                      <a:pt x="144" y="3477"/>
                      <a:pt x="136" y="3464"/>
                    </a:cubicBezTo>
                    <a:cubicBezTo>
                      <a:pt x="127" y="3451"/>
                      <a:pt x="114" y="3445"/>
                      <a:pt x="105" y="3432"/>
                    </a:cubicBezTo>
                    <a:cubicBezTo>
                      <a:pt x="93" y="3414"/>
                      <a:pt x="87" y="3378"/>
                      <a:pt x="65" y="3368"/>
                    </a:cubicBezTo>
                    <a:cubicBezTo>
                      <a:pt x="49" y="3361"/>
                      <a:pt x="19" y="3367"/>
                      <a:pt x="0" y="3367"/>
                    </a:cubicBezTo>
                    <a:lnTo>
                      <a:pt x="0" y="5579"/>
                    </a:lnTo>
                    <a:lnTo>
                      <a:pt x="7255" y="5579"/>
                    </a:lnTo>
                    <a:cubicBezTo>
                      <a:pt x="7256" y="5579"/>
                      <a:pt x="7237" y="-18"/>
                      <a:pt x="725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1"/>
              <p:cNvSpPr/>
              <p:nvPr/>
            </p:nvSpPr>
            <p:spPr>
              <a:xfrm>
                <a:off x="5493725" y="2146475"/>
                <a:ext cx="2339429" cy="1173726"/>
              </a:xfrm>
              <a:custGeom>
                <a:rect b="b" l="l" r="r" t="t"/>
                <a:pathLst>
                  <a:path extrusionOk="0" h="3664" w="7117">
                    <a:moveTo>
                      <a:pt x="0" y="396"/>
                    </a:moveTo>
                    <a:cubicBezTo>
                      <a:pt x="0" y="396"/>
                      <a:pt x="62" y="350"/>
                      <a:pt x="76" y="341"/>
                    </a:cubicBezTo>
                    <a:cubicBezTo>
                      <a:pt x="95" y="330"/>
                      <a:pt x="118" y="314"/>
                      <a:pt x="139" y="309"/>
                    </a:cubicBezTo>
                    <a:cubicBezTo>
                      <a:pt x="182" y="301"/>
                      <a:pt x="218" y="290"/>
                      <a:pt x="258" y="314"/>
                    </a:cubicBezTo>
                    <a:cubicBezTo>
                      <a:pt x="295" y="336"/>
                      <a:pt x="330" y="346"/>
                      <a:pt x="360" y="377"/>
                    </a:cubicBezTo>
                    <a:cubicBezTo>
                      <a:pt x="382" y="399"/>
                      <a:pt x="404" y="416"/>
                      <a:pt x="428" y="438"/>
                    </a:cubicBezTo>
                    <a:cubicBezTo>
                      <a:pt x="443" y="452"/>
                      <a:pt x="446" y="473"/>
                      <a:pt x="460" y="486"/>
                    </a:cubicBezTo>
                    <a:cubicBezTo>
                      <a:pt x="474" y="499"/>
                      <a:pt x="498" y="510"/>
                      <a:pt x="515" y="519"/>
                    </a:cubicBezTo>
                    <a:cubicBezTo>
                      <a:pt x="559" y="541"/>
                      <a:pt x="598" y="537"/>
                      <a:pt x="646" y="537"/>
                    </a:cubicBezTo>
                    <a:cubicBezTo>
                      <a:pt x="708" y="538"/>
                      <a:pt x="757" y="513"/>
                      <a:pt x="816" y="496"/>
                    </a:cubicBezTo>
                    <a:cubicBezTo>
                      <a:pt x="848" y="487"/>
                      <a:pt x="882" y="490"/>
                      <a:pt x="913" y="481"/>
                    </a:cubicBezTo>
                    <a:cubicBezTo>
                      <a:pt x="934" y="475"/>
                      <a:pt x="950" y="463"/>
                      <a:pt x="972" y="461"/>
                    </a:cubicBezTo>
                    <a:cubicBezTo>
                      <a:pt x="1008" y="458"/>
                      <a:pt x="1040" y="462"/>
                      <a:pt x="1071" y="479"/>
                    </a:cubicBezTo>
                    <a:cubicBezTo>
                      <a:pt x="1098" y="495"/>
                      <a:pt x="1105" y="507"/>
                      <a:pt x="1137" y="516"/>
                    </a:cubicBezTo>
                    <a:cubicBezTo>
                      <a:pt x="1151" y="520"/>
                      <a:pt x="1180" y="519"/>
                      <a:pt x="1192" y="528"/>
                    </a:cubicBezTo>
                    <a:cubicBezTo>
                      <a:pt x="1203" y="538"/>
                      <a:pt x="1214" y="568"/>
                      <a:pt x="1224" y="582"/>
                    </a:cubicBezTo>
                    <a:cubicBezTo>
                      <a:pt x="1230" y="590"/>
                      <a:pt x="1237" y="600"/>
                      <a:pt x="1244" y="609"/>
                    </a:cubicBezTo>
                    <a:cubicBezTo>
                      <a:pt x="1259" y="626"/>
                      <a:pt x="1270" y="645"/>
                      <a:pt x="1278" y="665"/>
                    </a:cubicBezTo>
                    <a:cubicBezTo>
                      <a:pt x="1287" y="691"/>
                      <a:pt x="1290" y="701"/>
                      <a:pt x="1310" y="719"/>
                    </a:cubicBezTo>
                    <a:cubicBezTo>
                      <a:pt x="1315" y="723"/>
                      <a:pt x="1327" y="731"/>
                      <a:pt x="1330" y="736"/>
                    </a:cubicBezTo>
                    <a:cubicBezTo>
                      <a:pt x="1333" y="741"/>
                      <a:pt x="1331" y="751"/>
                      <a:pt x="1334" y="755"/>
                    </a:cubicBezTo>
                    <a:cubicBezTo>
                      <a:pt x="1350" y="777"/>
                      <a:pt x="1375" y="780"/>
                      <a:pt x="1397" y="793"/>
                    </a:cubicBezTo>
                    <a:cubicBezTo>
                      <a:pt x="1418" y="805"/>
                      <a:pt x="1444" y="811"/>
                      <a:pt x="1464" y="823"/>
                    </a:cubicBezTo>
                    <a:cubicBezTo>
                      <a:pt x="1487" y="837"/>
                      <a:pt x="1506" y="864"/>
                      <a:pt x="1520" y="886"/>
                    </a:cubicBezTo>
                    <a:cubicBezTo>
                      <a:pt x="1529" y="902"/>
                      <a:pt x="1545" y="914"/>
                      <a:pt x="1553" y="930"/>
                    </a:cubicBezTo>
                    <a:cubicBezTo>
                      <a:pt x="1568" y="955"/>
                      <a:pt x="1562" y="962"/>
                      <a:pt x="1585" y="984"/>
                    </a:cubicBezTo>
                    <a:cubicBezTo>
                      <a:pt x="1625" y="1021"/>
                      <a:pt x="1660" y="1062"/>
                      <a:pt x="1693" y="1103"/>
                    </a:cubicBezTo>
                    <a:cubicBezTo>
                      <a:pt x="1715" y="1130"/>
                      <a:pt x="1744" y="1137"/>
                      <a:pt x="1767" y="1160"/>
                    </a:cubicBezTo>
                    <a:cubicBezTo>
                      <a:pt x="1783" y="1174"/>
                      <a:pt x="1794" y="1197"/>
                      <a:pt x="1806" y="1215"/>
                    </a:cubicBezTo>
                    <a:cubicBezTo>
                      <a:pt x="1830" y="1251"/>
                      <a:pt x="1839" y="1290"/>
                      <a:pt x="1874" y="1313"/>
                    </a:cubicBezTo>
                    <a:cubicBezTo>
                      <a:pt x="1889" y="1322"/>
                      <a:pt x="1903" y="1335"/>
                      <a:pt x="1920" y="1341"/>
                    </a:cubicBezTo>
                    <a:cubicBezTo>
                      <a:pt x="1939" y="1346"/>
                      <a:pt x="1957" y="1342"/>
                      <a:pt x="1975" y="1350"/>
                    </a:cubicBezTo>
                    <a:cubicBezTo>
                      <a:pt x="1996" y="1360"/>
                      <a:pt x="2001" y="1377"/>
                      <a:pt x="2018" y="1389"/>
                    </a:cubicBezTo>
                    <a:cubicBezTo>
                      <a:pt x="2035" y="1402"/>
                      <a:pt x="2059" y="1413"/>
                      <a:pt x="2079" y="1422"/>
                    </a:cubicBezTo>
                    <a:cubicBezTo>
                      <a:pt x="2121" y="1441"/>
                      <a:pt x="2158" y="1458"/>
                      <a:pt x="2204" y="1468"/>
                    </a:cubicBezTo>
                    <a:cubicBezTo>
                      <a:pt x="2233" y="1474"/>
                      <a:pt x="2263" y="1483"/>
                      <a:pt x="2293" y="1485"/>
                    </a:cubicBezTo>
                    <a:cubicBezTo>
                      <a:pt x="2321" y="1487"/>
                      <a:pt x="2344" y="1483"/>
                      <a:pt x="2370" y="1477"/>
                    </a:cubicBezTo>
                    <a:cubicBezTo>
                      <a:pt x="2422" y="1466"/>
                      <a:pt x="2475" y="1454"/>
                      <a:pt x="2526" y="1440"/>
                    </a:cubicBezTo>
                    <a:cubicBezTo>
                      <a:pt x="2587" y="1422"/>
                      <a:pt x="2651" y="1406"/>
                      <a:pt x="2712" y="1386"/>
                    </a:cubicBezTo>
                    <a:cubicBezTo>
                      <a:pt x="2747" y="1374"/>
                      <a:pt x="2761" y="1370"/>
                      <a:pt x="2788" y="1346"/>
                    </a:cubicBezTo>
                    <a:cubicBezTo>
                      <a:pt x="2856" y="1287"/>
                      <a:pt x="2944" y="1254"/>
                      <a:pt x="3010" y="1191"/>
                    </a:cubicBezTo>
                    <a:cubicBezTo>
                      <a:pt x="3032" y="1170"/>
                      <a:pt x="3036" y="1161"/>
                      <a:pt x="3067" y="1158"/>
                    </a:cubicBezTo>
                    <a:cubicBezTo>
                      <a:pt x="3106" y="1155"/>
                      <a:pt x="3130" y="1150"/>
                      <a:pt x="3164" y="1127"/>
                    </a:cubicBezTo>
                    <a:cubicBezTo>
                      <a:pt x="3206" y="1097"/>
                      <a:pt x="3262" y="1082"/>
                      <a:pt x="3299" y="1045"/>
                    </a:cubicBezTo>
                    <a:cubicBezTo>
                      <a:pt x="3332" y="1013"/>
                      <a:pt x="3362" y="965"/>
                      <a:pt x="3372" y="919"/>
                    </a:cubicBezTo>
                    <a:cubicBezTo>
                      <a:pt x="3387" y="852"/>
                      <a:pt x="3434" y="805"/>
                      <a:pt x="3500" y="785"/>
                    </a:cubicBezTo>
                    <a:cubicBezTo>
                      <a:pt x="3534" y="774"/>
                      <a:pt x="3571" y="778"/>
                      <a:pt x="3606" y="770"/>
                    </a:cubicBezTo>
                    <a:cubicBezTo>
                      <a:pt x="3656" y="757"/>
                      <a:pt x="3703" y="730"/>
                      <a:pt x="3750" y="710"/>
                    </a:cubicBezTo>
                    <a:cubicBezTo>
                      <a:pt x="3804" y="687"/>
                      <a:pt x="3848" y="643"/>
                      <a:pt x="3903" y="627"/>
                    </a:cubicBezTo>
                    <a:cubicBezTo>
                      <a:pt x="3932" y="618"/>
                      <a:pt x="3961" y="613"/>
                      <a:pt x="3991" y="613"/>
                    </a:cubicBezTo>
                    <a:cubicBezTo>
                      <a:pt x="4036" y="613"/>
                      <a:pt x="4057" y="628"/>
                      <a:pt x="4094" y="655"/>
                    </a:cubicBezTo>
                    <a:cubicBezTo>
                      <a:pt x="4127" y="678"/>
                      <a:pt x="4158" y="692"/>
                      <a:pt x="4196" y="704"/>
                    </a:cubicBezTo>
                    <a:cubicBezTo>
                      <a:pt x="4215" y="710"/>
                      <a:pt x="4230" y="710"/>
                      <a:pt x="4243" y="722"/>
                    </a:cubicBezTo>
                    <a:cubicBezTo>
                      <a:pt x="4273" y="748"/>
                      <a:pt x="4291" y="778"/>
                      <a:pt x="4333" y="792"/>
                    </a:cubicBezTo>
                    <a:cubicBezTo>
                      <a:pt x="4361" y="801"/>
                      <a:pt x="4389" y="798"/>
                      <a:pt x="4416" y="811"/>
                    </a:cubicBezTo>
                    <a:cubicBezTo>
                      <a:pt x="4436" y="820"/>
                      <a:pt x="4455" y="838"/>
                      <a:pt x="4471" y="853"/>
                    </a:cubicBezTo>
                    <a:cubicBezTo>
                      <a:pt x="4504" y="887"/>
                      <a:pt x="4536" y="936"/>
                      <a:pt x="4578" y="958"/>
                    </a:cubicBezTo>
                    <a:cubicBezTo>
                      <a:pt x="4625" y="982"/>
                      <a:pt x="4664" y="979"/>
                      <a:pt x="4708" y="953"/>
                    </a:cubicBezTo>
                    <a:cubicBezTo>
                      <a:pt x="4779" y="912"/>
                      <a:pt x="4855" y="868"/>
                      <a:pt x="4913" y="809"/>
                    </a:cubicBezTo>
                    <a:cubicBezTo>
                      <a:pt x="4980" y="742"/>
                      <a:pt x="5021" y="660"/>
                      <a:pt x="5108" y="613"/>
                    </a:cubicBezTo>
                    <a:cubicBezTo>
                      <a:pt x="5158" y="586"/>
                      <a:pt x="5217" y="513"/>
                      <a:pt x="5278" y="526"/>
                    </a:cubicBezTo>
                    <a:cubicBezTo>
                      <a:pt x="5308" y="532"/>
                      <a:pt x="5328" y="559"/>
                      <a:pt x="5361" y="560"/>
                    </a:cubicBezTo>
                    <a:cubicBezTo>
                      <a:pt x="5378" y="561"/>
                      <a:pt x="5386" y="556"/>
                      <a:pt x="5401" y="549"/>
                    </a:cubicBezTo>
                    <a:cubicBezTo>
                      <a:pt x="5459" y="522"/>
                      <a:pt x="5511" y="481"/>
                      <a:pt x="5564" y="446"/>
                    </a:cubicBezTo>
                    <a:cubicBezTo>
                      <a:pt x="5608" y="417"/>
                      <a:pt x="5652" y="385"/>
                      <a:pt x="5699" y="360"/>
                    </a:cubicBezTo>
                    <a:cubicBezTo>
                      <a:pt x="5746" y="334"/>
                      <a:pt x="5792" y="312"/>
                      <a:pt x="5834" y="277"/>
                    </a:cubicBezTo>
                    <a:cubicBezTo>
                      <a:pt x="5943" y="187"/>
                      <a:pt x="6063" y="96"/>
                      <a:pt x="6195" y="43"/>
                    </a:cubicBezTo>
                    <a:cubicBezTo>
                      <a:pt x="6262" y="15"/>
                      <a:pt x="6337" y="5"/>
                      <a:pt x="6409" y="3"/>
                    </a:cubicBezTo>
                    <a:cubicBezTo>
                      <a:pt x="6476" y="0"/>
                      <a:pt x="6555" y="-7"/>
                      <a:pt x="6607" y="44"/>
                    </a:cubicBezTo>
                    <a:cubicBezTo>
                      <a:pt x="6666" y="103"/>
                      <a:pt x="6710" y="177"/>
                      <a:pt x="6770" y="235"/>
                    </a:cubicBezTo>
                    <a:cubicBezTo>
                      <a:pt x="6792" y="257"/>
                      <a:pt x="6817" y="261"/>
                      <a:pt x="6848" y="252"/>
                    </a:cubicBezTo>
                    <a:cubicBezTo>
                      <a:pt x="6864" y="248"/>
                      <a:pt x="6879" y="237"/>
                      <a:pt x="6897" y="232"/>
                    </a:cubicBezTo>
                    <a:cubicBezTo>
                      <a:pt x="6913" y="228"/>
                      <a:pt x="6930" y="226"/>
                      <a:pt x="6946" y="222"/>
                    </a:cubicBezTo>
                    <a:cubicBezTo>
                      <a:pt x="6987" y="211"/>
                      <a:pt x="7080" y="174"/>
                      <a:pt x="7117" y="211"/>
                    </a:cubicBezTo>
                    <a:lnTo>
                      <a:pt x="7117" y="3664"/>
                    </a:lnTo>
                    <a:lnTo>
                      <a:pt x="0" y="3664"/>
                    </a:lnTo>
                    <a:lnTo>
                      <a:pt x="0" y="39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1"/>
              <p:cNvSpPr/>
              <p:nvPr/>
            </p:nvSpPr>
            <p:spPr>
              <a:xfrm>
                <a:off x="5497650" y="2132050"/>
                <a:ext cx="2339426" cy="498453"/>
              </a:xfrm>
              <a:custGeom>
                <a:rect b="b" l="l" r="r" t="t"/>
                <a:pathLst>
                  <a:path extrusionOk="0" h="1556" w="7165">
                    <a:moveTo>
                      <a:pt x="2330" y="1556"/>
                    </a:moveTo>
                    <a:cubicBezTo>
                      <a:pt x="2324" y="1556"/>
                      <a:pt x="2319" y="1556"/>
                      <a:pt x="2313" y="1555"/>
                    </a:cubicBezTo>
                    <a:cubicBezTo>
                      <a:pt x="2287" y="1553"/>
                      <a:pt x="2261" y="1547"/>
                      <a:pt x="2237" y="1541"/>
                    </a:cubicBezTo>
                    <a:cubicBezTo>
                      <a:pt x="2231" y="1540"/>
                      <a:pt x="2225" y="1539"/>
                      <a:pt x="2219" y="1537"/>
                    </a:cubicBezTo>
                    <a:cubicBezTo>
                      <a:pt x="2171" y="1527"/>
                      <a:pt x="2132" y="1509"/>
                      <a:pt x="2091" y="1491"/>
                    </a:cubicBezTo>
                    <a:lnTo>
                      <a:pt x="2087" y="1489"/>
                    </a:lnTo>
                    <a:cubicBezTo>
                      <a:pt x="2065" y="1479"/>
                      <a:pt x="2039" y="1467"/>
                      <a:pt x="2019" y="1452"/>
                    </a:cubicBezTo>
                    <a:cubicBezTo>
                      <a:pt x="2009" y="1445"/>
                      <a:pt x="2002" y="1437"/>
                      <a:pt x="1997" y="1430"/>
                    </a:cubicBezTo>
                    <a:cubicBezTo>
                      <a:pt x="1991" y="1423"/>
                      <a:pt x="1988" y="1420"/>
                      <a:pt x="1983" y="1417"/>
                    </a:cubicBezTo>
                    <a:cubicBezTo>
                      <a:pt x="1979" y="1415"/>
                      <a:pt x="1973" y="1415"/>
                      <a:pt x="1964" y="1414"/>
                    </a:cubicBezTo>
                    <a:cubicBezTo>
                      <a:pt x="1955" y="1414"/>
                      <a:pt x="1944" y="1413"/>
                      <a:pt x="1932" y="1409"/>
                    </a:cubicBezTo>
                    <a:cubicBezTo>
                      <a:pt x="1914" y="1404"/>
                      <a:pt x="1900" y="1393"/>
                      <a:pt x="1888" y="1385"/>
                    </a:cubicBezTo>
                    <a:cubicBezTo>
                      <a:pt x="1884" y="1382"/>
                      <a:pt x="1881" y="1379"/>
                      <a:pt x="1877" y="1377"/>
                    </a:cubicBezTo>
                    <a:cubicBezTo>
                      <a:pt x="1845" y="1356"/>
                      <a:pt x="1830" y="1326"/>
                      <a:pt x="1816" y="1300"/>
                    </a:cubicBezTo>
                    <a:cubicBezTo>
                      <a:pt x="1811" y="1289"/>
                      <a:pt x="1805" y="1279"/>
                      <a:pt x="1799" y="1269"/>
                    </a:cubicBezTo>
                    <a:cubicBezTo>
                      <a:pt x="1795" y="1264"/>
                      <a:pt x="1792" y="1259"/>
                      <a:pt x="1789" y="1253"/>
                    </a:cubicBezTo>
                    <a:cubicBezTo>
                      <a:pt x="1781" y="1240"/>
                      <a:pt x="1773" y="1227"/>
                      <a:pt x="1765" y="1220"/>
                    </a:cubicBezTo>
                    <a:cubicBezTo>
                      <a:pt x="1758" y="1213"/>
                      <a:pt x="1749" y="1207"/>
                      <a:pt x="1739" y="1201"/>
                    </a:cubicBezTo>
                    <a:cubicBezTo>
                      <a:pt x="1723" y="1191"/>
                      <a:pt x="1704" y="1180"/>
                      <a:pt x="1688" y="1160"/>
                    </a:cubicBezTo>
                    <a:cubicBezTo>
                      <a:pt x="1659" y="1124"/>
                      <a:pt x="1624" y="1082"/>
                      <a:pt x="1584" y="1045"/>
                    </a:cubicBezTo>
                    <a:cubicBezTo>
                      <a:pt x="1564" y="1027"/>
                      <a:pt x="1558" y="1014"/>
                      <a:pt x="1552" y="998"/>
                    </a:cubicBezTo>
                    <a:cubicBezTo>
                      <a:pt x="1550" y="993"/>
                      <a:pt x="1549" y="988"/>
                      <a:pt x="1545" y="982"/>
                    </a:cubicBezTo>
                    <a:cubicBezTo>
                      <a:pt x="1542" y="977"/>
                      <a:pt x="1537" y="971"/>
                      <a:pt x="1532" y="965"/>
                    </a:cubicBezTo>
                    <a:cubicBezTo>
                      <a:pt x="1526" y="958"/>
                      <a:pt x="1518" y="950"/>
                      <a:pt x="1512" y="939"/>
                    </a:cubicBezTo>
                    <a:cubicBezTo>
                      <a:pt x="1498" y="915"/>
                      <a:pt x="1481" y="897"/>
                      <a:pt x="1468" y="888"/>
                    </a:cubicBezTo>
                    <a:cubicBezTo>
                      <a:pt x="1460" y="884"/>
                      <a:pt x="1450" y="880"/>
                      <a:pt x="1440" y="876"/>
                    </a:cubicBezTo>
                    <a:cubicBezTo>
                      <a:pt x="1428" y="871"/>
                      <a:pt x="1415" y="866"/>
                      <a:pt x="1402" y="859"/>
                    </a:cubicBezTo>
                    <a:cubicBezTo>
                      <a:pt x="1396" y="855"/>
                      <a:pt x="1390" y="853"/>
                      <a:pt x="1383" y="850"/>
                    </a:cubicBezTo>
                    <a:cubicBezTo>
                      <a:pt x="1366" y="843"/>
                      <a:pt x="1344" y="834"/>
                      <a:pt x="1328" y="811"/>
                    </a:cubicBezTo>
                    <a:cubicBezTo>
                      <a:pt x="1322" y="803"/>
                      <a:pt x="1320" y="795"/>
                      <a:pt x="1319" y="788"/>
                    </a:cubicBezTo>
                    <a:cubicBezTo>
                      <a:pt x="1318" y="787"/>
                      <a:pt x="1317" y="787"/>
                      <a:pt x="1316" y="786"/>
                    </a:cubicBezTo>
                    <a:cubicBezTo>
                      <a:pt x="1313" y="784"/>
                      <a:pt x="1311" y="781"/>
                      <a:pt x="1309" y="780"/>
                    </a:cubicBezTo>
                    <a:cubicBezTo>
                      <a:pt x="1283" y="756"/>
                      <a:pt x="1277" y="740"/>
                      <a:pt x="1268" y="715"/>
                    </a:cubicBezTo>
                    <a:lnTo>
                      <a:pt x="1267" y="712"/>
                    </a:lnTo>
                    <a:cubicBezTo>
                      <a:pt x="1261" y="696"/>
                      <a:pt x="1252" y="681"/>
                      <a:pt x="1240" y="667"/>
                    </a:cubicBezTo>
                    <a:cubicBezTo>
                      <a:pt x="1234" y="659"/>
                      <a:pt x="1228" y="652"/>
                      <a:pt x="1223" y="645"/>
                    </a:cubicBezTo>
                    <a:cubicBezTo>
                      <a:pt x="1222" y="643"/>
                      <a:pt x="1220" y="640"/>
                      <a:pt x="1218" y="638"/>
                    </a:cubicBezTo>
                    <a:cubicBezTo>
                      <a:pt x="1212" y="630"/>
                      <a:pt x="1207" y="620"/>
                      <a:pt x="1202" y="610"/>
                    </a:cubicBezTo>
                    <a:cubicBezTo>
                      <a:pt x="1199" y="605"/>
                      <a:pt x="1195" y="596"/>
                      <a:pt x="1192" y="592"/>
                    </a:cubicBezTo>
                    <a:cubicBezTo>
                      <a:pt x="1188" y="591"/>
                      <a:pt x="1179" y="590"/>
                      <a:pt x="1174" y="589"/>
                    </a:cubicBezTo>
                    <a:cubicBezTo>
                      <a:pt x="1166" y="588"/>
                      <a:pt x="1157" y="587"/>
                      <a:pt x="1149" y="585"/>
                    </a:cubicBezTo>
                    <a:cubicBezTo>
                      <a:pt x="1123" y="577"/>
                      <a:pt x="1109" y="567"/>
                      <a:pt x="1095" y="558"/>
                    </a:cubicBezTo>
                    <a:cubicBezTo>
                      <a:pt x="1089" y="554"/>
                      <a:pt x="1083" y="550"/>
                      <a:pt x="1076" y="545"/>
                    </a:cubicBezTo>
                    <a:cubicBezTo>
                      <a:pt x="1054" y="533"/>
                      <a:pt x="1030" y="529"/>
                      <a:pt x="997" y="531"/>
                    </a:cubicBezTo>
                    <a:cubicBezTo>
                      <a:pt x="990" y="532"/>
                      <a:pt x="982" y="535"/>
                      <a:pt x="973" y="539"/>
                    </a:cubicBezTo>
                    <a:cubicBezTo>
                      <a:pt x="965" y="543"/>
                      <a:pt x="956" y="547"/>
                      <a:pt x="945" y="550"/>
                    </a:cubicBezTo>
                    <a:cubicBezTo>
                      <a:pt x="927" y="555"/>
                      <a:pt x="909" y="557"/>
                      <a:pt x="892" y="558"/>
                    </a:cubicBezTo>
                    <a:cubicBezTo>
                      <a:pt x="876" y="560"/>
                      <a:pt x="861" y="561"/>
                      <a:pt x="848" y="565"/>
                    </a:cubicBezTo>
                    <a:cubicBezTo>
                      <a:pt x="833" y="570"/>
                      <a:pt x="818" y="575"/>
                      <a:pt x="804" y="579"/>
                    </a:cubicBezTo>
                    <a:cubicBezTo>
                      <a:pt x="762" y="593"/>
                      <a:pt x="720" y="608"/>
                      <a:pt x="669" y="608"/>
                    </a:cubicBezTo>
                    <a:cubicBezTo>
                      <a:pt x="668" y="608"/>
                      <a:pt x="667" y="608"/>
                      <a:pt x="665" y="608"/>
                    </a:cubicBezTo>
                    <a:cubicBezTo>
                      <a:pt x="660" y="608"/>
                      <a:pt x="656" y="608"/>
                      <a:pt x="651" y="608"/>
                    </a:cubicBezTo>
                    <a:cubicBezTo>
                      <a:pt x="608" y="608"/>
                      <a:pt x="568" y="608"/>
                      <a:pt x="522" y="585"/>
                    </a:cubicBezTo>
                    <a:lnTo>
                      <a:pt x="515" y="582"/>
                    </a:lnTo>
                    <a:cubicBezTo>
                      <a:pt x="497" y="573"/>
                      <a:pt x="475" y="562"/>
                      <a:pt x="459" y="547"/>
                    </a:cubicBezTo>
                    <a:cubicBezTo>
                      <a:pt x="447" y="537"/>
                      <a:pt x="440" y="524"/>
                      <a:pt x="435" y="514"/>
                    </a:cubicBezTo>
                    <a:cubicBezTo>
                      <a:pt x="432" y="508"/>
                      <a:pt x="429" y="502"/>
                      <a:pt x="426" y="499"/>
                    </a:cubicBezTo>
                    <a:cubicBezTo>
                      <a:pt x="417" y="491"/>
                      <a:pt x="408" y="483"/>
                      <a:pt x="400" y="476"/>
                    </a:cubicBezTo>
                    <a:cubicBezTo>
                      <a:pt x="386" y="464"/>
                      <a:pt x="371" y="451"/>
                      <a:pt x="357" y="437"/>
                    </a:cubicBezTo>
                    <a:cubicBezTo>
                      <a:pt x="340" y="420"/>
                      <a:pt x="321" y="410"/>
                      <a:pt x="299" y="399"/>
                    </a:cubicBezTo>
                    <a:cubicBezTo>
                      <a:pt x="287" y="393"/>
                      <a:pt x="275" y="387"/>
                      <a:pt x="263" y="379"/>
                    </a:cubicBezTo>
                    <a:cubicBezTo>
                      <a:pt x="240" y="366"/>
                      <a:pt x="220" y="369"/>
                      <a:pt x="183" y="376"/>
                    </a:cubicBezTo>
                    <a:cubicBezTo>
                      <a:pt x="178" y="377"/>
                      <a:pt x="173" y="378"/>
                      <a:pt x="168" y="379"/>
                    </a:cubicBezTo>
                    <a:cubicBezTo>
                      <a:pt x="156" y="382"/>
                      <a:pt x="138" y="393"/>
                      <a:pt x="124" y="402"/>
                    </a:cubicBezTo>
                    <a:lnTo>
                      <a:pt x="118" y="406"/>
                    </a:lnTo>
                    <a:cubicBezTo>
                      <a:pt x="114" y="408"/>
                      <a:pt x="110" y="411"/>
                      <a:pt x="105" y="413"/>
                    </a:cubicBezTo>
                    <a:cubicBezTo>
                      <a:pt x="97" y="418"/>
                      <a:pt x="74" y="431"/>
                      <a:pt x="69" y="437"/>
                    </a:cubicBezTo>
                    <a:cubicBezTo>
                      <a:pt x="70" y="436"/>
                      <a:pt x="72" y="432"/>
                      <a:pt x="71" y="427"/>
                    </a:cubicBezTo>
                    <a:lnTo>
                      <a:pt x="1" y="435"/>
                    </a:lnTo>
                    <a:cubicBezTo>
                      <a:pt x="-4" y="393"/>
                      <a:pt x="41" y="368"/>
                      <a:pt x="71" y="351"/>
                    </a:cubicBezTo>
                    <a:cubicBezTo>
                      <a:pt x="74" y="349"/>
                      <a:pt x="78" y="348"/>
                      <a:pt x="80" y="346"/>
                    </a:cubicBezTo>
                    <a:lnTo>
                      <a:pt x="86" y="342"/>
                    </a:lnTo>
                    <a:cubicBezTo>
                      <a:pt x="105" y="330"/>
                      <a:pt x="129" y="315"/>
                      <a:pt x="155" y="310"/>
                    </a:cubicBezTo>
                    <a:cubicBezTo>
                      <a:pt x="160" y="309"/>
                      <a:pt x="164" y="308"/>
                      <a:pt x="169" y="307"/>
                    </a:cubicBezTo>
                    <a:cubicBezTo>
                      <a:pt x="208" y="299"/>
                      <a:pt x="252" y="290"/>
                      <a:pt x="299" y="318"/>
                    </a:cubicBezTo>
                    <a:cubicBezTo>
                      <a:pt x="310" y="325"/>
                      <a:pt x="321" y="330"/>
                      <a:pt x="331" y="335"/>
                    </a:cubicBezTo>
                    <a:cubicBezTo>
                      <a:pt x="357" y="348"/>
                      <a:pt x="383" y="362"/>
                      <a:pt x="407" y="387"/>
                    </a:cubicBezTo>
                    <a:cubicBezTo>
                      <a:pt x="420" y="400"/>
                      <a:pt x="433" y="411"/>
                      <a:pt x="446" y="422"/>
                    </a:cubicBezTo>
                    <a:cubicBezTo>
                      <a:pt x="455" y="430"/>
                      <a:pt x="465" y="438"/>
                      <a:pt x="474" y="447"/>
                    </a:cubicBezTo>
                    <a:cubicBezTo>
                      <a:pt x="487" y="458"/>
                      <a:pt x="493" y="471"/>
                      <a:pt x="498" y="481"/>
                    </a:cubicBezTo>
                    <a:cubicBezTo>
                      <a:pt x="501" y="487"/>
                      <a:pt x="504" y="493"/>
                      <a:pt x="506" y="495"/>
                    </a:cubicBezTo>
                    <a:cubicBezTo>
                      <a:pt x="515" y="503"/>
                      <a:pt x="534" y="512"/>
                      <a:pt x="547" y="519"/>
                    </a:cubicBezTo>
                    <a:lnTo>
                      <a:pt x="554" y="522"/>
                    </a:lnTo>
                    <a:cubicBezTo>
                      <a:pt x="584" y="537"/>
                      <a:pt x="612" y="537"/>
                      <a:pt x="651" y="537"/>
                    </a:cubicBezTo>
                    <a:cubicBezTo>
                      <a:pt x="657" y="537"/>
                      <a:pt x="663" y="537"/>
                      <a:pt x="669" y="537"/>
                    </a:cubicBezTo>
                    <a:lnTo>
                      <a:pt x="669" y="537"/>
                    </a:lnTo>
                    <a:cubicBezTo>
                      <a:pt x="708" y="537"/>
                      <a:pt x="742" y="525"/>
                      <a:pt x="781" y="512"/>
                    </a:cubicBezTo>
                    <a:cubicBezTo>
                      <a:pt x="796" y="507"/>
                      <a:pt x="812" y="502"/>
                      <a:pt x="828" y="497"/>
                    </a:cubicBezTo>
                    <a:cubicBezTo>
                      <a:pt x="848" y="491"/>
                      <a:pt x="868" y="489"/>
                      <a:pt x="885" y="488"/>
                    </a:cubicBezTo>
                    <a:cubicBezTo>
                      <a:pt x="900" y="486"/>
                      <a:pt x="914" y="485"/>
                      <a:pt x="926" y="482"/>
                    </a:cubicBezTo>
                    <a:cubicBezTo>
                      <a:pt x="932" y="480"/>
                      <a:pt x="938" y="477"/>
                      <a:pt x="944" y="474"/>
                    </a:cubicBezTo>
                    <a:cubicBezTo>
                      <a:pt x="957" y="469"/>
                      <a:pt x="972" y="462"/>
                      <a:pt x="992" y="460"/>
                    </a:cubicBezTo>
                    <a:cubicBezTo>
                      <a:pt x="1039" y="457"/>
                      <a:pt x="1077" y="464"/>
                      <a:pt x="1111" y="484"/>
                    </a:cubicBezTo>
                    <a:cubicBezTo>
                      <a:pt x="1122" y="490"/>
                      <a:pt x="1130" y="495"/>
                      <a:pt x="1136" y="500"/>
                    </a:cubicBezTo>
                    <a:cubicBezTo>
                      <a:pt x="1148" y="508"/>
                      <a:pt x="1154" y="512"/>
                      <a:pt x="1169" y="517"/>
                    </a:cubicBezTo>
                    <a:cubicBezTo>
                      <a:pt x="1172" y="517"/>
                      <a:pt x="1178" y="518"/>
                      <a:pt x="1183" y="519"/>
                    </a:cubicBezTo>
                    <a:cubicBezTo>
                      <a:pt x="1201" y="521"/>
                      <a:pt x="1221" y="524"/>
                      <a:pt x="1236" y="536"/>
                    </a:cubicBezTo>
                    <a:cubicBezTo>
                      <a:pt x="1249" y="546"/>
                      <a:pt x="1257" y="562"/>
                      <a:pt x="1265" y="578"/>
                    </a:cubicBezTo>
                    <a:cubicBezTo>
                      <a:pt x="1268" y="584"/>
                      <a:pt x="1272" y="592"/>
                      <a:pt x="1275" y="595"/>
                    </a:cubicBezTo>
                    <a:cubicBezTo>
                      <a:pt x="1277" y="598"/>
                      <a:pt x="1279" y="601"/>
                      <a:pt x="1281" y="604"/>
                    </a:cubicBezTo>
                    <a:cubicBezTo>
                      <a:pt x="1285" y="610"/>
                      <a:pt x="1289" y="615"/>
                      <a:pt x="1294" y="621"/>
                    </a:cubicBezTo>
                    <a:cubicBezTo>
                      <a:pt x="1312" y="642"/>
                      <a:pt x="1325" y="664"/>
                      <a:pt x="1334" y="688"/>
                    </a:cubicBezTo>
                    <a:lnTo>
                      <a:pt x="1335" y="691"/>
                    </a:lnTo>
                    <a:cubicBezTo>
                      <a:pt x="1342" y="713"/>
                      <a:pt x="1343" y="716"/>
                      <a:pt x="1356" y="727"/>
                    </a:cubicBezTo>
                    <a:cubicBezTo>
                      <a:pt x="1357" y="728"/>
                      <a:pt x="1359" y="729"/>
                      <a:pt x="1361" y="731"/>
                    </a:cubicBezTo>
                    <a:cubicBezTo>
                      <a:pt x="1370" y="738"/>
                      <a:pt x="1377" y="744"/>
                      <a:pt x="1381" y="750"/>
                    </a:cubicBezTo>
                    <a:cubicBezTo>
                      <a:pt x="1387" y="759"/>
                      <a:pt x="1389" y="768"/>
                      <a:pt x="1390" y="774"/>
                    </a:cubicBezTo>
                    <a:cubicBezTo>
                      <a:pt x="1394" y="778"/>
                      <a:pt x="1401" y="780"/>
                      <a:pt x="1410" y="784"/>
                    </a:cubicBezTo>
                    <a:cubicBezTo>
                      <a:pt x="1419" y="788"/>
                      <a:pt x="1428" y="792"/>
                      <a:pt x="1438" y="798"/>
                    </a:cubicBezTo>
                    <a:cubicBezTo>
                      <a:pt x="1446" y="802"/>
                      <a:pt x="1455" y="806"/>
                      <a:pt x="1465" y="810"/>
                    </a:cubicBezTo>
                    <a:cubicBezTo>
                      <a:pt x="1479" y="815"/>
                      <a:pt x="1492" y="820"/>
                      <a:pt x="1505" y="828"/>
                    </a:cubicBezTo>
                    <a:cubicBezTo>
                      <a:pt x="1535" y="847"/>
                      <a:pt x="1558" y="879"/>
                      <a:pt x="1573" y="903"/>
                    </a:cubicBezTo>
                    <a:cubicBezTo>
                      <a:pt x="1576" y="907"/>
                      <a:pt x="1581" y="913"/>
                      <a:pt x="1585" y="918"/>
                    </a:cubicBezTo>
                    <a:cubicBezTo>
                      <a:pt x="1593" y="927"/>
                      <a:pt x="1601" y="936"/>
                      <a:pt x="1607" y="947"/>
                    </a:cubicBezTo>
                    <a:cubicBezTo>
                      <a:pt x="1613" y="959"/>
                      <a:pt x="1617" y="967"/>
                      <a:pt x="1619" y="974"/>
                    </a:cubicBezTo>
                    <a:cubicBezTo>
                      <a:pt x="1622" y="982"/>
                      <a:pt x="1623" y="985"/>
                      <a:pt x="1632" y="993"/>
                    </a:cubicBezTo>
                    <a:cubicBezTo>
                      <a:pt x="1676" y="1033"/>
                      <a:pt x="1713" y="1078"/>
                      <a:pt x="1744" y="1116"/>
                    </a:cubicBezTo>
                    <a:cubicBezTo>
                      <a:pt x="1752" y="1126"/>
                      <a:pt x="1762" y="1133"/>
                      <a:pt x="1776" y="1140"/>
                    </a:cubicBezTo>
                    <a:cubicBezTo>
                      <a:pt x="1788" y="1148"/>
                      <a:pt x="1802" y="1156"/>
                      <a:pt x="1815" y="1169"/>
                    </a:cubicBezTo>
                    <a:cubicBezTo>
                      <a:pt x="1829" y="1183"/>
                      <a:pt x="1840" y="1201"/>
                      <a:pt x="1849" y="1216"/>
                    </a:cubicBezTo>
                    <a:cubicBezTo>
                      <a:pt x="1852" y="1221"/>
                      <a:pt x="1855" y="1226"/>
                      <a:pt x="1858" y="1231"/>
                    </a:cubicBezTo>
                    <a:cubicBezTo>
                      <a:pt x="1867" y="1244"/>
                      <a:pt x="1873" y="1256"/>
                      <a:pt x="1879" y="1269"/>
                    </a:cubicBezTo>
                    <a:cubicBezTo>
                      <a:pt x="1891" y="1290"/>
                      <a:pt x="1900" y="1307"/>
                      <a:pt x="1916" y="1318"/>
                    </a:cubicBezTo>
                    <a:cubicBezTo>
                      <a:pt x="1921" y="1321"/>
                      <a:pt x="1926" y="1324"/>
                      <a:pt x="1930" y="1328"/>
                    </a:cubicBezTo>
                    <a:cubicBezTo>
                      <a:pt x="1938" y="1334"/>
                      <a:pt x="1946" y="1339"/>
                      <a:pt x="1953" y="1342"/>
                    </a:cubicBezTo>
                    <a:cubicBezTo>
                      <a:pt x="1957" y="1343"/>
                      <a:pt x="1963" y="1343"/>
                      <a:pt x="1969" y="1344"/>
                    </a:cubicBezTo>
                    <a:cubicBezTo>
                      <a:pt x="1981" y="1345"/>
                      <a:pt x="1996" y="1346"/>
                      <a:pt x="2013" y="1353"/>
                    </a:cubicBezTo>
                    <a:cubicBezTo>
                      <a:pt x="2032" y="1362"/>
                      <a:pt x="2043" y="1375"/>
                      <a:pt x="2051" y="1385"/>
                    </a:cubicBezTo>
                    <a:cubicBezTo>
                      <a:pt x="2055" y="1389"/>
                      <a:pt x="2058" y="1393"/>
                      <a:pt x="2062" y="1396"/>
                    </a:cubicBezTo>
                    <a:cubicBezTo>
                      <a:pt x="2076" y="1406"/>
                      <a:pt x="2098" y="1417"/>
                      <a:pt x="2116" y="1425"/>
                    </a:cubicBezTo>
                    <a:lnTo>
                      <a:pt x="2120" y="1426"/>
                    </a:lnTo>
                    <a:cubicBezTo>
                      <a:pt x="2159" y="1444"/>
                      <a:pt x="2193" y="1459"/>
                      <a:pt x="2234" y="1468"/>
                    </a:cubicBezTo>
                    <a:cubicBezTo>
                      <a:pt x="2240" y="1470"/>
                      <a:pt x="2247" y="1471"/>
                      <a:pt x="2253" y="1473"/>
                    </a:cubicBezTo>
                    <a:cubicBezTo>
                      <a:pt x="2275" y="1478"/>
                      <a:pt x="2298" y="1483"/>
                      <a:pt x="2318" y="1485"/>
                    </a:cubicBezTo>
                    <a:cubicBezTo>
                      <a:pt x="2341" y="1486"/>
                      <a:pt x="2359" y="1483"/>
                      <a:pt x="2385" y="1477"/>
                    </a:cubicBezTo>
                    <a:cubicBezTo>
                      <a:pt x="2442" y="1465"/>
                      <a:pt x="2493" y="1453"/>
                      <a:pt x="2539" y="1440"/>
                    </a:cubicBezTo>
                    <a:cubicBezTo>
                      <a:pt x="2554" y="1436"/>
                      <a:pt x="2569" y="1432"/>
                      <a:pt x="2585" y="1428"/>
                    </a:cubicBezTo>
                    <a:cubicBezTo>
                      <a:pt x="2631" y="1415"/>
                      <a:pt x="2678" y="1402"/>
                      <a:pt x="2723" y="1387"/>
                    </a:cubicBezTo>
                    <a:cubicBezTo>
                      <a:pt x="2756" y="1376"/>
                      <a:pt x="2765" y="1373"/>
                      <a:pt x="2787" y="1354"/>
                    </a:cubicBezTo>
                    <a:cubicBezTo>
                      <a:pt x="2821" y="1325"/>
                      <a:pt x="2859" y="1302"/>
                      <a:pt x="2896" y="1280"/>
                    </a:cubicBezTo>
                    <a:cubicBezTo>
                      <a:pt x="2937" y="1255"/>
                      <a:pt x="2976" y="1232"/>
                      <a:pt x="3009" y="1201"/>
                    </a:cubicBezTo>
                    <a:cubicBezTo>
                      <a:pt x="3012" y="1197"/>
                      <a:pt x="3015" y="1194"/>
                      <a:pt x="3018" y="1192"/>
                    </a:cubicBezTo>
                    <a:cubicBezTo>
                      <a:pt x="3036" y="1173"/>
                      <a:pt x="3050" y="1161"/>
                      <a:pt x="3087" y="1158"/>
                    </a:cubicBezTo>
                    <a:cubicBezTo>
                      <a:pt x="3122" y="1155"/>
                      <a:pt x="3139" y="1152"/>
                      <a:pt x="3166" y="1133"/>
                    </a:cubicBezTo>
                    <a:cubicBezTo>
                      <a:pt x="3185" y="1119"/>
                      <a:pt x="3206" y="1109"/>
                      <a:pt x="3227" y="1099"/>
                    </a:cubicBezTo>
                    <a:cubicBezTo>
                      <a:pt x="3254" y="1085"/>
                      <a:pt x="3279" y="1073"/>
                      <a:pt x="3297" y="1055"/>
                    </a:cubicBezTo>
                    <a:cubicBezTo>
                      <a:pt x="3328" y="1025"/>
                      <a:pt x="3353" y="982"/>
                      <a:pt x="3360" y="946"/>
                    </a:cubicBezTo>
                    <a:cubicBezTo>
                      <a:pt x="3377" y="869"/>
                      <a:pt x="3432" y="810"/>
                      <a:pt x="3512" y="786"/>
                    </a:cubicBezTo>
                    <a:cubicBezTo>
                      <a:pt x="3534" y="779"/>
                      <a:pt x="3555" y="777"/>
                      <a:pt x="3576" y="776"/>
                    </a:cubicBezTo>
                    <a:cubicBezTo>
                      <a:pt x="3591" y="775"/>
                      <a:pt x="3606" y="773"/>
                      <a:pt x="3620" y="770"/>
                    </a:cubicBezTo>
                    <a:cubicBezTo>
                      <a:pt x="3651" y="762"/>
                      <a:pt x="3681" y="748"/>
                      <a:pt x="3713" y="733"/>
                    </a:cubicBezTo>
                    <a:cubicBezTo>
                      <a:pt x="3728" y="726"/>
                      <a:pt x="3743" y="719"/>
                      <a:pt x="3759" y="712"/>
                    </a:cubicBezTo>
                    <a:cubicBezTo>
                      <a:pt x="3780" y="703"/>
                      <a:pt x="3800" y="690"/>
                      <a:pt x="3821" y="677"/>
                    </a:cubicBezTo>
                    <a:cubicBezTo>
                      <a:pt x="3850" y="658"/>
                      <a:pt x="3880" y="638"/>
                      <a:pt x="3916" y="628"/>
                    </a:cubicBezTo>
                    <a:cubicBezTo>
                      <a:pt x="3949" y="618"/>
                      <a:pt x="3981" y="613"/>
                      <a:pt x="4013" y="613"/>
                    </a:cubicBezTo>
                    <a:cubicBezTo>
                      <a:pt x="4014" y="613"/>
                      <a:pt x="4014" y="613"/>
                      <a:pt x="4014" y="613"/>
                    </a:cubicBezTo>
                    <a:cubicBezTo>
                      <a:pt x="4069" y="613"/>
                      <a:pt x="4097" y="632"/>
                      <a:pt x="4134" y="659"/>
                    </a:cubicBezTo>
                    <a:lnTo>
                      <a:pt x="4137" y="661"/>
                    </a:lnTo>
                    <a:cubicBezTo>
                      <a:pt x="4164" y="680"/>
                      <a:pt x="4192" y="693"/>
                      <a:pt x="4229" y="705"/>
                    </a:cubicBezTo>
                    <a:cubicBezTo>
                      <a:pt x="4234" y="707"/>
                      <a:pt x="4238" y="708"/>
                      <a:pt x="4243" y="709"/>
                    </a:cubicBezTo>
                    <a:cubicBezTo>
                      <a:pt x="4257" y="712"/>
                      <a:pt x="4274" y="716"/>
                      <a:pt x="4289" y="730"/>
                    </a:cubicBezTo>
                    <a:cubicBezTo>
                      <a:pt x="4299" y="738"/>
                      <a:pt x="4306" y="746"/>
                      <a:pt x="4314" y="754"/>
                    </a:cubicBezTo>
                    <a:cubicBezTo>
                      <a:pt x="4331" y="772"/>
                      <a:pt x="4345" y="786"/>
                      <a:pt x="4367" y="793"/>
                    </a:cubicBezTo>
                    <a:cubicBezTo>
                      <a:pt x="4376" y="796"/>
                      <a:pt x="4386" y="798"/>
                      <a:pt x="4397" y="799"/>
                    </a:cubicBezTo>
                    <a:cubicBezTo>
                      <a:pt x="4414" y="802"/>
                      <a:pt x="4434" y="804"/>
                      <a:pt x="4454" y="814"/>
                    </a:cubicBezTo>
                    <a:cubicBezTo>
                      <a:pt x="4478" y="825"/>
                      <a:pt x="4499" y="844"/>
                      <a:pt x="4518" y="863"/>
                    </a:cubicBezTo>
                    <a:cubicBezTo>
                      <a:pt x="4530" y="875"/>
                      <a:pt x="4542" y="888"/>
                      <a:pt x="4553" y="901"/>
                    </a:cubicBezTo>
                    <a:cubicBezTo>
                      <a:pt x="4573" y="925"/>
                      <a:pt x="4594" y="950"/>
                      <a:pt x="4617" y="961"/>
                    </a:cubicBezTo>
                    <a:cubicBezTo>
                      <a:pt x="4652" y="979"/>
                      <a:pt x="4678" y="978"/>
                      <a:pt x="4712" y="958"/>
                    </a:cubicBezTo>
                    <a:lnTo>
                      <a:pt x="4716" y="955"/>
                    </a:lnTo>
                    <a:cubicBezTo>
                      <a:pt x="4785" y="915"/>
                      <a:pt x="4857" y="873"/>
                      <a:pt x="4911" y="819"/>
                    </a:cubicBezTo>
                    <a:cubicBezTo>
                      <a:pt x="4932" y="797"/>
                      <a:pt x="4952" y="773"/>
                      <a:pt x="4970" y="750"/>
                    </a:cubicBezTo>
                    <a:cubicBezTo>
                      <a:pt x="5009" y="701"/>
                      <a:pt x="5050" y="651"/>
                      <a:pt x="5114" y="617"/>
                    </a:cubicBezTo>
                    <a:cubicBezTo>
                      <a:pt x="5126" y="610"/>
                      <a:pt x="5142" y="598"/>
                      <a:pt x="5157" y="586"/>
                    </a:cubicBezTo>
                    <a:cubicBezTo>
                      <a:pt x="5198" y="554"/>
                      <a:pt x="5249" y="514"/>
                      <a:pt x="5308" y="526"/>
                    </a:cubicBezTo>
                    <a:cubicBezTo>
                      <a:pt x="5328" y="530"/>
                      <a:pt x="5343" y="539"/>
                      <a:pt x="5356" y="547"/>
                    </a:cubicBezTo>
                    <a:cubicBezTo>
                      <a:pt x="5369" y="555"/>
                      <a:pt x="5377" y="559"/>
                      <a:pt x="5385" y="560"/>
                    </a:cubicBezTo>
                    <a:cubicBezTo>
                      <a:pt x="5391" y="560"/>
                      <a:pt x="5393" y="560"/>
                      <a:pt x="5404" y="554"/>
                    </a:cubicBezTo>
                    <a:lnTo>
                      <a:pt x="5409" y="552"/>
                    </a:lnTo>
                    <a:cubicBezTo>
                      <a:pt x="5448" y="533"/>
                      <a:pt x="5486" y="507"/>
                      <a:pt x="5523" y="481"/>
                    </a:cubicBezTo>
                    <a:cubicBezTo>
                      <a:pt x="5537" y="471"/>
                      <a:pt x="5552" y="461"/>
                      <a:pt x="5567" y="451"/>
                    </a:cubicBezTo>
                    <a:cubicBezTo>
                      <a:pt x="5579" y="444"/>
                      <a:pt x="5590" y="436"/>
                      <a:pt x="5601" y="428"/>
                    </a:cubicBezTo>
                    <a:cubicBezTo>
                      <a:pt x="5634" y="406"/>
                      <a:pt x="5668" y="383"/>
                      <a:pt x="5705" y="363"/>
                    </a:cubicBezTo>
                    <a:cubicBezTo>
                      <a:pt x="5711" y="360"/>
                      <a:pt x="5717" y="357"/>
                      <a:pt x="5722" y="354"/>
                    </a:cubicBezTo>
                    <a:cubicBezTo>
                      <a:pt x="5762" y="333"/>
                      <a:pt x="5800" y="313"/>
                      <a:pt x="5834" y="284"/>
                    </a:cubicBezTo>
                    <a:cubicBezTo>
                      <a:pt x="5939" y="197"/>
                      <a:pt x="6066" y="101"/>
                      <a:pt x="6204" y="45"/>
                    </a:cubicBezTo>
                    <a:cubicBezTo>
                      <a:pt x="6267" y="19"/>
                      <a:pt x="6341" y="5"/>
                      <a:pt x="6430" y="2"/>
                    </a:cubicBezTo>
                    <a:lnTo>
                      <a:pt x="6443" y="1"/>
                    </a:lnTo>
                    <a:cubicBezTo>
                      <a:pt x="6511" y="-1"/>
                      <a:pt x="6595" y="-5"/>
                      <a:pt x="6654" y="54"/>
                    </a:cubicBezTo>
                    <a:cubicBezTo>
                      <a:pt x="6686" y="84"/>
                      <a:pt x="6712" y="119"/>
                      <a:pt x="6738" y="152"/>
                    </a:cubicBezTo>
                    <a:cubicBezTo>
                      <a:pt x="6764" y="185"/>
                      <a:pt x="6789" y="217"/>
                      <a:pt x="6817" y="245"/>
                    </a:cubicBezTo>
                    <a:cubicBezTo>
                      <a:pt x="6828" y="255"/>
                      <a:pt x="6838" y="259"/>
                      <a:pt x="6861" y="253"/>
                    </a:cubicBezTo>
                    <a:cubicBezTo>
                      <a:pt x="6866" y="252"/>
                      <a:pt x="6873" y="248"/>
                      <a:pt x="6879" y="245"/>
                    </a:cubicBezTo>
                    <a:cubicBezTo>
                      <a:pt x="6888" y="241"/>
                      <a:pt x="6898" y="236"/>
                      <a:pt x="6909" y="233"/>
                    </a:cubicBezTo>
                    <a:cubicBezTo>
                      <a:pt x="6920" y="230"/>
                      <a:pt x="6930" y="228"/>
                      <a:pt x="6939" y="226"/>
                    </a:cubicBezTo>
                    <a:cubicBezTo>
                      <a:pt x="6947" y="225"/>
                      <a:pt x="6953" y="224"/>
                      <a:pt x="6960" y="222"/>
                    </a:cubicBezTo>
                    <a:cubicBezTo>
                      <a:pt x="6965" y="221"/>
                      <a:pt x="6973" y="218"/>
                      <a:pt x="6981" y="216"/>
                    </a:cubicBezTo>
                    <a:cubicBezTo>
                      <a:pt x="7036" y="199"/>
                      <a:pt x="7118" y="174"/>
                      <a:pt x="7165" y="220"/>
                    </a:cubicBezTo>
                    <a:lnTo>
                      <a:pt x="7115" y="271"/>
                    </a:lnTo>
                    <a:cubicBezTo>
                      <a:pt x="7098" y="254"/>
                      <a:pt x="7028" y="276"/>
                      <a:pt x="7001" y="284"/>
                    </a:cubicBezTo>
                    <a:cubicBezTo>
                      <a:pt x="6993" y="286"/>
                      <a:pt x="6985" y="289"/>
                      <a:pt x="6978" y="291"/>
                    </a:cubicBezTo>
                    <a:cubicBezTo>
                      <a:pt x="6969" y="293"/>
                      <a:pt x="6961" y="295"/>
                      <a:pt x="6952" y="296"/>
                    </a:cubicBezTo>
                    <a:cubicBezTo>
                      <a:pt x="6944" y="298"/>
                      <a:pt x="6936" y="299"/>
                      <a:pt x="6929" y="301"/>
                    </a:cubicBezTo>
                    <a:cubicBezTo>
                      <a:pt x="6923" y="303"/>
                      <a:pt x="6917" y="306"/>
                      <a:pt x="6910" y="309"/>
                    </a:cubicBezTo>
                    <a:cubicBezTo>
                      <a:pt x="6901" y="313"/>
                      <a:pt x="6891" y="318"/>
                      <a:pt x="6880" y="321"/>
                    </a:cubicBezTo>
                    <a:cubicBezTo>
                      <a:pt x="6836" y="334"/>
                      <a:pt x="6799" y="325"/>
                      <a:pt x="6768" y="296"/>
                    </a:cubicBezTo>
                    <a:cubicBezTo>
                      <a:pt x="6736" y="265"/>
                      <a:pt x="6709" y="229"/>
                      <a:pt x="6682" y="195"/>
                    </a:cubicBezTo>
                    <a:cubicBezTo>
                      <a:pt x="6657" y="163"/>
                      <a:pt x="6632" y="132"/>
                      <a:pt x="6605" y="105"/>
                    </a:cubicBezTo>
                    <a:cubicBezTo>
                      <a:pt x="6567" y="68"/>
                      <a:pt x="6505" y="70"/>
                      <a:pt x="6446" y="72"/>
                    </a:cubicBezTo>
                    <a:lnTo>
                      <a:pt x="6433" y="73"/>
                    </a:lnTo>
                    <a:cubicBezTo>
                      <a:pt x="6352" y="76"/>
                      <a:pt x="6286" y="88"/>
                      <a:pt x="6231" y="110"/>
                    </a:cubicBezTo>
                    <a:cubicBezTo>
                      <a:pt x="6101" y="163"/>
                      <a:pt x="5980" y="256"/>
                      <a:pt x="5879" y="339"/>
                    </a:cubicBezTo>
                    <a:cubicBezTo>
                      <a:pt x="5839" y="372"/>
                      <a:pt x="5799" y="393"/>
                      <a:pt x="5756" y="416"/>
                    </a:cubicBezTo>
                    <a:cubicBezTo>
                      <a:pt x="5750" y="419"/>
                      <a:pt x="5744" y="423"/>
                      <a:pt x="5738" y="426"/>
                    </a:cubicBezTo>
                    <a:cubicBezTo>
                      <a:pt x="5705" y="444"/>
                      <a:pt x="5673" y="466"/>
                      <a:pt x="5641" y="487"/>
                    </a:cubicBezTo>
                    <a:cubicBezTo>
                      <a:pt x="5629" y="495"/>
                      <a:pt x="5618" y="503"/>
                      <a:pt x="5606" y="510"/>
                    </a:cubicBezTo>
                    <a:cubicBezTo>
                      <a:pt x="5592" y="520"/>
                      <a:pt x="5578" y="529"/>
                      <a:pt x="5563" y="540"/>
                    </a:cubicBezTo>
                    <a:cubicBezTo>
                      <a:pt x="5524" y="567"/>
                      <a:pt x="5483" y="595"/>
                      <a:pt x="5439" y="616"/>
                    </a:cubicBezTo>
                    <a:lnTo>
                      <a:pt x="5435" y="618"/>
                    </a:lnTo>
                    <a:cubicBezTo>
                      <a:pt x="5420" y="625"/>
                      <a:pt x="5406" y="632"/>
                      <a:pt x="5381" y="631"/>
                    </a:cubicBezTo>
                    <a:cubicBezTo>
                      <a:pt x="5354" y="629"/>
                      <a:pt x="5335" y="617"/>
                      <a:pt x="5319" y="607"/>
                    </a:cubicBezTo>
                    <a:cubicBezTo>
                      <a:pt x="5310" y="602"/>
                      <a:pt x="5302" y="597"/>
                      <a:pt x="5294" y="595"/>
                    </a:cubicBezTo>
                    <a:cubicBezTo>
                      <a:pt x="5267" y="590"/>
                      <a:pt x="5234" y="616"/>
                      <a:pt x="5201" y="642"/>
                    </a:cubicBezTo>
                    <a:cubicBezTo>
                      <a:pt x="5183" y="656"/>
                      <a:pt x="5165" y="670"/>
                      <a:pt x="5147" y="679"/>
                    </a:cubicBezTo>
                    <a:cubicBezTo>
                      <a:pt x="5096" y="707"/>
                      <a:pt x="5062" y="750"/>
                      <a:pt x="5025" y="795"/>
                    </a:cubicBezTo>
                    <a:cubicBezTo>
                      <a:pt x="5006" y="819"/>
                      <a:pt x="4985" y="845"/>
                      <a:pt x="4961" y="869"/>
                    </a:cubicBezTo>
                    <a:cubicBezTo>
                      <a:pt x="4900" y="930"/>
                      <a:pt x="4825" y="974"/>
                      <a:pt x="4752" y="1016"/>
                    </a:cubicBezTo>
                    <a:lnTo>
                      <a:pt x="4748" y="1019"/>
                    </a:lnTo>
                    <a:cubicBezTo>
                      <a:pt x="4693" y="1051"/>
                      <a:pt x="4641" y="1053"/>
                      <a:pt x="4585" y="1025"/>
                    </a:cubicBezTo>
                    <a:cubicBezTo>
                      <a:pt x="4550" y="1007"/>
                      <a:pt x="4523" y="975"/>
                      <a:pt x="4499" y="947"/>
                    </a:cubicBezTo>
                    <a:cubicBezTo>
                      <a:pt x="4488" y="935"/>
                      <a:pt x="4478" y="923"/>
                      <a:pt x="4468" y="914"/>
                    </a:cubicBezTo>
                    <a:cubicBezTo>
                      <a:pt x="4457" y="902"/>
                      <a:pt x="4439" y="885"/>
                      <a:pt x="4424" y="878"/>
                    </a:cubicBezTo>
                    <a:cubicBezTo>
                      <a:pt x="4413" y="873"/>
                      <a:pt x="4401" y="872"/>
                      <a:pt x="4388" y="870"/>
                    </a:cubicBezTo>
                    <a:cubicBezTo>
                      <a:pt x="4374" y="868"/>
                      <a:pt x="4360" y="866"/>
                      <a:pt x="4344" y="861"/>
                    </a:cubicBezTo>
                    <a:cubicBezTo>
                      <a:pt x="4306" y="847"/>
                      <a:pt x="4283" y="824"/>
                      <a:pt x="4263" y="804"/>
                    </a:cubicBezTo>
                    <a:cubicBezTo>
                      <a:pt x="4256" y="796"/>
                      <a:pt x="4249" y="790"/>
                      <a:pt x="4242" y="783"/>
                    </a:cubicBezTo>
                    <a:cubicBezTo>
                      <a:pt x="4240" y="781"/>
                      <a:pt x="4236" y="780"/>
                      <a:pt x="4227" y="778"/>
                    </a:cubicBezTo>
                    <a:cubicBezTo>
                      <a:pt x="4221" y="777"/>
                      <a:pt x="4215" y="775"/>
                      <a:pt x="4208" y="773"/>
                    </a:cubicBezTo>
                    <a:cubicBezTo>
                      <a:pt x="4163" y="759"/>
                      <a:pt x="4129" y="742"/>
                      <a:pt x="4096" y="719"/>
                    </a:cubicBezTo>
                    <a:lnTo>
                      <a:pt x="4093" y="717"/>
                    </a:lnTo>
                    <a:cubicBezTo>
                      <a:pt x="4059" y="693"/>
                      <a:pt x="4046" y="684"/>
                      <a:pt x="4013" y="684"/>
                    </a:cubicBezTo>
                    <a:cubicBezTo>
                      <a:pt x="3988" y="684"/>
                      <a:pt x="3963" y="688"/>
                      <a:pt x="3936" y="696"/>
                    </a:cubicBezTo>
                    <a:cubicBezTo>
                      <a:pt x="3910" y="703"/>
                      <a:pt x="3886" y="719"/>
                      <a:pt x="3859" y="736"/>
                    </a:cubicBezTo>
                    <a:cubicBezTo>
                      <a:pt x="3837" y="751"/>
                      <a:pt x="3813" y="766"/>
                      <a:pt x="3787" y="777"/>
                    </a:cubicBezTo>
                    <a:cubicBezTo>
                      <a:pt x="3772" y="783"/>
                      <a:pt x="3758" y="790"/>
                      <a:pt x="3743" y="797"/>
                    </a:cubicBezTo>
                    <a:cubicBezTo>
                      <a:pt x="3709" y="813"/>
                      <a:pt x="3675" y="829"/>
                      <a:pt x="3637" y="839"/>
                    </a:cubicBezTo>
                    <a:cubicBezTo>
                      <a:pt x="3618" y="844"/>
                      <a:pt x="3599" y="845"/>
                      <a:pt x="3581" y="846"/>
                    </a:cubicBezTo>
                    <a:cubicBezTo>
                      <a:pt x="3564" y="848"/>
                      <a:pt x="3547" y="849"/>
                      <a:pt x="3533" y="853"/>
                    </a:cubicBezTo>
                    <a:cubicBezTo>
                      <a:pt x="3478" y="870"/>
                      <a:pt x="3441" y="909"/>
                      <a:pt x="3430" y="961"/>
                    </a:cubicBezTo>
                    <a:cubicBezTo>
                      <a:pt x="3419" y="1011"/>
                      <a:pt x="3388" y="1065"/>
                      <a:pt x="3347" y="1105"/>
                    </a:cubicBezTo>
                    <a:cubicBezTo>
                      <a:pt x="3321" y="1131"/>
                      <a:pt x="3289" y="1147"/>
                      <a:pt x="3258" y="1162"/>
                    </a:cubicBezTo>
                    <a:cubicBezTo>
                      <a:pt x="3239" y="1171"/>
                      <a:pt x="3221" y="1180"/>
                      <a:pt x="3206" y="1191"/>
                    </a:cubicBezTo>
                    <a:cubicBezTo>
                      <a:pt x="3164" y="1220"/>
                      <a:pt x="3133" y="1225"/>
                      <a:pt x="3093" y="1229"/>
                    </a:cubicBezTo>
                    <a:cubicBezTo>
                      <a:pt x="3080" y="1230"/>
                      <a:pt x="3080" y="1230"/>
                      <a:pt x="3068" y="1242"/>
                    </a:cubicBezTo>
                    <a:cubicBezTo>
                      <a:pt x="3065" y="1245"/>
                      <a:pt x="3061" y="1248"/>
                      <a:pt x="3057" y="1252"/>
                    </a:cubicBezTo>
                    <a:cubicBezTo>
                      <a:pt x="3019" y="1287"/>
                      <a:pt x="2975" y="1314"/>
                      <a:pt x="2933" y="1340"/>
                    </a:cubicBezTo>
                    <a:cubicBezTo>
                      <a:pt x="2897" y="1362"/>
                      <a:pt x="2863" y="1382"/>
                      <a:pt x="2834" y="1408"/>
                    </a:cubicBezTo>
                    <a:cubicBezTo>
                      <a:pt x="2801" y="1436"/>
                      <a:pt x="2781" y="1443"/>
                      <a:pt x="2746" y="1455"/>
                    </a:cubicBezTo>
                    <a:cubicBezTo>
                      <a:pt x="2699" y="1470"/>
                      <a:pt x="2650" y="1484"/>
                      <a:pt x="2603" y="1496"/>
                    </a:cubicBezTo>
                    <a:cubicBezTo>
                      <a:pt x="2588" y="1500"/>
                      <a:pt x="2573" y="1505"/>
                      <a:pt x="2558" y="1509"/>
                    </a:cubicBezTo>
                    <a:cubicBezTo>
                      <a:pt x="2511" y="1522"/>
                      <a:pt x="2458" y="1535"/>
                      <a:pt x="2400" y="1547"/>
                    </a:cubicBezTo>
                    <a:cubicBezTo>
                      <a:pt x="2376" y="1552"/>
                      <a:pt x="2354" y="1556"/>
                      <a:pt x="2330" y="1556"/>
                    </a:cubicBezTo>
                    <a:moveTo>
                      <a:pt x="1195" y="593"/>
                    </a:moveTo>
                    <a:lnTo>
                      <a:pt x="1195" y="593"/>
                    </a:lnTo>
                    <a:moveTo>
                      <a:pt x="1191" y="590"/>
                    </a:moveTo>
                    <a:lnTo>
                      <a:pt x="1191" y="59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1"/>
              <p:cNvSpPr/>
              <p:nvPr/>
            </p:nvSpPr>
            <p:spPr>
              <a:xfrm>
                <a:off x="5497640" y="1058607"/>
                <a:ext cx="49012" cy="260434"/>
              </a:xfrm>
              <a:custGeom>
                <a:rect b="b" l="l" r="r" t="t"/>
                <a:pathLst>
                  <a:path extrusionOk="0" h="813" w="15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1"/>
              <p:cNvSpPr/>
              <p:nvPr/>
            </p:nvSpPr>
            <p:spPr>
              <a:xfrm>
                <a:off x="5581568" y="1218456"/>
                <a:ext cx="49012" cy="260434"/>
              </a:xfrm>
              <a:custGeom>
                <a:rect b="b" l="l" r="r" t="t"/>
                <a:pathLst>
                  <a:path extrusionOk="0" h="813" w="153">
                    <a:moveTo>
                      <a:pt x="0" y="0"/>
                    </a:moveTo>
                    <a:lnTo>
                      <a:pt x="153" y="0"/>
                    </a:lnTo>
                    <a:lnTo>
                      <a:pt x="153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1"/>
              <p:cNvSpPr/>
              <p:nvPr/>
            </p:nvSpPr>
            <p:spPr>
              <a:xfrm>
                <a:off x="5665496" y="1325448"/>
                <a:ext cx="48691" cy="260434"/>
              </a:xfrm>
              <a:custGeom>
                <a:rect b="b" l="l" r="r" t="t"/>
                <a:pathLst>
                  <a:path extrusionOk="0" h="813" w="152">
                    <a:moveTo>
                      <a:pt x="0" y="0"/>
                    </a:moveTo>
                    <a:lnTo>
                      <a:pt x="152" y="0"/>
                    </a:lnTo>
                    <a:lnTo>
                      <a:pt x="152" y="813"/>
                    </a:lnTo>
                    <a:lnTo>
                      <a:pt x="0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1"/>
              <p:cNvSpPr/>
              <p:nvPr/>
            </p:nvSpPr>
            <p:spPr>
              <a:xfrm>
                <a:off x="7128155" y="595400"/>
                <a:ext cx="669505" cy="669185"/>
              </a:xfrm>
              <a:custGeom>
                <a:rect b="b" l="l" r="r" t="t"/>
                <a:pathLst>
                  <a:path extrusionOk="0" h="2089" w="2090">
                    <a:moveTo>
                      <a:pt x="1784" y="306"/>
                    </a:moveTo>
                    <a:cubicBezTo>
                      <a:pt x="1914" y="436"/>
                      <a:pt x="2007" y="597"/>
                      <a:pt x="2055" y="774"/>
                    </a:cubicBezTo>
                    <a:cubicBezTo>
                      <a:pt x="2102" y="951"/>
                      <a:pt x="2102" y="1138"/>
                      <a:pt x="2055" y="1315"/>
                    </a:cubicBezTo>
                    <a:cubicBezTo>
                      <a:pt x="2007" y="1492"/>
                      <a:pt x="1913" y="1654"/>
                      <a:pt x="1784" y="1784"/>
                    </a:cubicBezTo>
                    <a:cubicBezTo>
                      <a:pt x="1654" y="1913"/>
                      <a:pt x="1493" y="2007"/>
                      <a:pt x="1316" y="2054"/>
                    </a:cubicBezTo>
                    <a:cubicBezTo>
                      <a:pt x="1139" y="2101"/>
                      <a:pt x="952" y="2101"/>
                      <a:pt x="775" y="2054"/>
                    </a:cubicBezTo>
                    <a:cubicBezTo>
                      <a:pt x="598" y="2007"/>
                      <a:pt x="436" y="1913"/>
                      <a:pt x="307" y="1784"/>
                    </a:cubicBezTo>
                    <a:cubicBezTo>
                      <a:pt x="177" y="1654"/>
                      <a:pt x="84" y="1492"/>
                      <a:pt x="36" y="1315"/>
                    </a:cubicBezTo>
                    <a:cubicBezTo>
                      <a:pt x="-11" y="1138"/>
                      <a:pt x="-11" y="951"/>
                      <a:pt x="36" y="774"/>
                    </a:cubicBezTo>
                    <a:cubicBezTo>
                      <a:pt x="84" y="597"/>
                      <a:pt x="177" y="436"/>
                      <a:pt x="307" y="306"/>
                    </a:cubicBezTo>
                    <a:cubicBezTo>
                      <a:pt x="436" y="176"/>
                      <a:pt x="598" y="83"/>
                      <a:pt x="775" y="35"/>
                    </a:cubicBezTo>
                    <a:cubicBezTo>
                      <a:pt x="952" y="-12"/>
                      <a:pt x="1139" y="-12"/>
                      <a:pt x="1316" y="35"/>
                    </a:cubicBezTo>
                    <a:cubicBezTo>
                      <a:pt x="1493" y="83"/>
                      <a:pt x="1655" y="176"/>
                      <a:pt x="1784" y="30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1"/>
              <p:cNvSpPr/>
              <p:nvPr/>
            </p:nvSpPr>
            <p:spPr>
              <a:xfrm>
                <a:off x="7148977" y="616222"/>
                <a:ext cx="628182" cy="627861"/>
              </a:xfrm>
              <a:custGeom>
                <a:rect b="b" l="l" r="r" t="t"/>
                <a:pathLst>
                  <a:path extrusionOk="0" h="1960" w="1961">
                    <a:moveTo>
                      <a:pt x="981" y="0"/>
                    </a:moveTo>
                    <a:cubicBezTo>
                      <a:pt x="440" y="0"/>
                      <a:pt x="0" y="439"/>
                      <a:pt x="0" y="980"/>
                    </a:cubicBezTo>
                    <a:cubicBezTo>
                      <a:pt x="0" y="1520"/>
                      <a:pt x="440" y="1960"/>
                      <a:pt x="981" y="1960"/>
                    </a:cubicBezTo>
                    <a:cubicBezTo>
                      <a:pt x="1521" y="1960"/>
                      <a:pt x="1961" y="1520"/>
                      <a:pt x="1961" y="980"/>
                    </a:cubicBezTo>
                    <a:cubicBezTo>
                      <a:pt x="1961" y="439"/>
                      <a:pt x="1521" y="0"/>
                      <a:pt x="981" y="0"/>
                    </a:cubicBezTo>
                    <a:moveTo>
                      <a:pt x="1890" y="965"/>
                    </a:moveTo>
                    <a:lnTo>
                      <a:pt x="1438" y="965"/>
                    </a:lnTo>
                    <a:cubicBezTo>
                      <a:pt x="1437" y="786"/>
                      <a:pt x="1414" y="621"/>
                      <a:pt x="1376" y="479"/>
                    </a:cubicBezTo>
                    <a:cubicBezTo>
                      <a:pt x="1462" y="441"/>
                      <a:pt x="1542" y="391"/>
                      <a:pt x="1615" y="329"/>
                    </a:cubicBezTo>
                    <a:cubicBezTo>
                      <a:pt x="1781" y="491"/>
                      <a:pt x="1886" y="716"/>
                      <a:pt x="1890" y="965"/>
                    </a:cubicBezTo>
                    <a:moveTo>
                      <a:pt x="1002" y="72"/>
                    </a:moveTo>
                    <a:cubicBezTo>
                      <a:pt x="1118" y="88"/>
                      <a:pt x="1221" y="229"/>
                      <a:pt x="1288" y="437"/>
                    </a:cubicBezTo>
                    <a:cubicBezTo>
                      <a:pt x="1197" y="470"/>
                      <a:pt x="1101" y="488"/>
                      <a:pt x="1002" y="491"/>
                    </a:cubicBezTo>
                    <a:lnTo>
                      <a:pt x="1002" y="72"/>
                    </a:lnTo>
                    <a:moveTo>
                      <a:pt x="931" y="78"/>
                    </a:moveTo>
                    <a:lnTo>
                      <a:pt x="931" y="490"/>
                    </a:lnTo>
                    <a:cubicBezTo>
                      <a:pt x="842" y="485"/>
                      <a:pt x="755" y="467"/>
                      <a:pt x="673" y="437"/>
                    </a:cubicBezTo>
                    <a:cubicBezTo>
                      <a:pt x="734" y="246"/>
                      <a:pt x="827" y="111"/>
                      <a:pt x="931" y="78"/>
                    </a:cubicBezTo>
                    <a:moveTo>
                      <a:pt x="931" y="561"/>
                    </a:moveTo>
                    <a:lnTo>
                      <a:pt x="931" y="965"/>
                    </a:lnTo>
                    <a:lnTo>
                      <a:pt x="594" y="965"/>
                    </a:lnTo>
                    <a:cubicBezTo>
                      <a:pt x="595" y="798"/>
                      <a:pt x="617" y="641"/>
                      <a:pt x="653" y="506"/>
                    </a:cubicBezTo>
                    <a:cubicBezTo>
                      <a:pt x="742" y="537"/>
                      <a:pt x="835" y="556"/>
                      <a:pt x="931" y="561"/>
                    </a:cubicBezTo>
                    <a:moveTo>
                      <a:pt x="931" y="1036"/>
                    </a:moveTo>
                    <a:lnTo>
                      <a:pt x="931" y="1468"/>
                    </a:lnTo>
                    <a:cubicBezTo>
                      <a:pt x="842" y="1472"/>
                      <a:pt x="755" y="1489"/>
                      <a:pt x="671" y="1517"/>
                    </a:cubicBezTo>
                    <a:cubicBezTo>
                      <a:pt x="627" y="1380"/>
                      <a:pt x="600" y="1214"/>
                      <a:pt x="595" y="1036"/>
                    </a:cubicBezTo>
                    <a:lnTo>
                      <a:pt x="931" y="1036"/>
                    </a:lnTo>
                    <a:moveTo>
                      <a:pt x="931" y="1539"/>
                    </a:moveTo>
                    <a:lnTo>
                      <a:pt x="931" y="1881"/>
                    </a:lnTo>
                    <a:cubicBezTo>
                      <a:pt x="839" y="1852"/>
                      <a:pt x="755" y="1742"/>
                      <a:pt x="694" y="1583"/>
                    </a:cubicBezTo>
                    <a:cubicBezTo>
                      <a:pt x="770" y="1558"/>
                      <a:pt x="850" y="1543"/>
                      <a:pt x="931" y="1539"/>
                    </a:cubicBezTo>
                    <a:moveTo>
                      <a:pt x="1002" y="1887"/>
                    </a:moveTo>
                    <a:lnTo>
                      <a:pt x="1002" y="1538"/>
                    </a:lnTo>
                    <a:cubicBezTo>
                      <a:pt x="1093" y="1540"/>
                      <a:pt x="1182" y="1556"/>
                      <a:pt x="1267" y="1584"/>
                    </a:cubicBezTo>
                    <a:cubicBezTo>
                      <a:pt x="1200" y="1758"/>
                      <a:pt x="1106" y="1873"/>
                      <a:pt x="1002" y="1887"/>
                    </a:cubicBezTo>
                    <a:moveTo>
                      <a:pt x="1002" y="1467"/>
                    </a:moveTo>
                    <a:lnTo>
                      <a:pt x="1002" y="1036"/>
                    </a:lnTo>
                    <a:lnTo>
                      <a:pt x="1366" y="1036"/>
                    </a:lnTo>
                    <a:cubicBezTo>
                      <a:pt x="1362" y="1214"/>
                      <a:pt x="1334" y="1380"/>
                      <a:pt x="1290" y="1517"/>
                    </a:cubicBezTo>
                    <a:cubicBezTo>
                      <a:pt x="1198" y="1486"/>
                      <a:pt x="1101" y="1469"/>
                      <a:pt x="1002" y="1467"/>
                    </a:cubicBezTo>
                    <a:moveTo>
                      <a:pt x="1002" y="965"/>
                    </a:moveTo>
                    <a:lnTo>
                      <a:pt x="1002" y="562"/>
                    </a:lnTo>
                    <a:cubicBezTo>
                      <a:pt x="1108" y="559"/>
                      <a:pt x="1211" y="540"/>
                      <a:pt x="1308" y="505"/>
                    </a:cubicBezTo>
                    <a:cubicBezTo>
                      <a:pt x="1344" y="641"/>
                      <a:pt x="1366" y="798"/>
                      <a:pt x="1367" y="965"/>
                    </a:cubicBezTo>
                    <a:lnTo>
                      <a:pt x="1002" y="965"/>
                    </a:lnTo>
                    <a:moveTo>
                      <a:pt x="1562" y="281"/>
                    </a:moveTo>
                    <a:cubicBezTo>
                      <a:pt x="1498" y="333"/>
                      <a:pt x="1429" y="377"/>
                      <a:pt x="1355" y="410"/>
                    </a:cubicBezTo>
                    <a:cubicBezTo>
                      <a:pt x="1310" y="274"/>
                      <a:pt x="1250" y="164"/>
                      <a:pt x="1178" y="92"/>
                    </a:cubicBezTo>
                    <a:cubicBezTo>
                      <a:pt x="1321" y="124"/>
                      <a:pt x="1452" y="190"/>
                      <a:pt x="1562" y="281"/>
                    </a:cubicBezTo>
                    <a:moveTo>
                      <a:pt x="606" y="410"/>
                    </a:moveTo>
                    <a:cubicBezTo>
                      <a:pt x="532" y="377"/>
                      <a:pt x="463" y="334"/>
                      <a:pt x="399" y="281"/>
                    </a:cubicBezTo>
                    <a:cubicBezTo>
                      <a:pt x="509" y="190"/>
                      <a:pt x="640" y="124"/>
                      <a:pt x="783" y="92"/>
                    </a:cubicBezTo>
                    <a:cubicBezTo>
                      <a:pt x="712" y="164"/>
                      <a:pt x="651" y="274"/>
                      <a:pt x="606" y="410"/>
                    </a:cubicBezTo>
                    <a:moveTo>
                      <a:pt x="346" y="329"/>
                    </a:moveTo>
                    <a:cubicBezTo>
                      <a:pt x="419" y="391"/>
                      <a:pt x="499" y="441"/>
                      <a:pt x="585" y="479"/>
                    </a:cubicBezTo>
                    <a:cubicBezTo>
                      <a:pt x="547" y="621"/>
                      <a:pt x="524" y="786"/>
                      <a:pt x="523" y="965"/>
                    </a:cubicBezTo>
                    <a:lnTo>
                      <a:pt x="72" y="965"/>
                    </a:lnTo>
                    <a:cubicBezTo>
                      <a:pt x="76" y="716"/>
                      <a:pt x="180" y="491"/>
                      <a:pt x="346" y="329"/>
                    </a:cubicBezTo>
                    <a:moveTo>
                      <a:pt x="73" y="1036"/>
                    </a:moveTo>
                    <a:lnTo>
                      <a:pt x="524" y="1036"/>
                    </a:lnTo>
                    <a:cubicBezTo>
                      <a:pt x="528" y="1225"/>
                      <a:pt x="557" y="1398"/>
                      <a:pt x="604" y="1542"/>
                    </a:cubicBezTo>
                    <a:cubicBezTo>
                      <a:pt x="526" y="1574"/>
                      <a:pt x="453" y="1616"/>
                      <a:pt x="386" y="1667"/>
                    </a:cubicBezTo>
                    <a:cubicBezTo>
                      <a:pt x="207" y="1512"/>
                      <a:pt x="89" y="1288"/>
                      <a:pt x="73" y="1036"/>
                    </a:cubicBezTo>
                    <a:moveTo>
                      <a:pt x="444" y="1713"/>
                    </a:moveTo>
                    <a:cubicBezTo>
                      <a:pt x="501" y="1671"/>
                      <a:pt x="563" y="1636"/>
                      <a:pt x="627" y="1608"/>
                    </a:cubicBezTo>
                    <a:cubicBezTo>
                      <a:pt x="669" y="1718"/>
                      <a:pt x="722" y="1806"/>
                      <a:pt x="783" y="1867"/>
                    </a:cubicBezTo>
                    <a:cubicBezTo>
                      <a:pt x="659" y="1839"/>
                      <a:pt x="543" y="1786"/>
                      <a:pt x="444" y="1713"/>
                    </a:cubicBezTo>
                    <a:moveTo>
                      <a:pt x="1334" y="1609"/>
                    </a:moveTo>
                    <a:cubicBezTo>
                      <a:pt x="1399" y="1636"/>
                      <a:pt x="1460" y="1671"/>
                      <a:pt x="1517" y="1713"/>
                    </a:cubicBezTo>
                    <a:cubicBezTo>
                      <a:pt x="1418" y="1786"/>
                      <a:pt x="1303" y="1839"/>
                      <a:pt x="1178" y="1867"/>
                    </a:cubicBezTo>
                    <a:cubicBezTo>
                      <a:pt x="1239" y="1806"/>
                      <a:pt x="1292" y="1718"/>
                      <a:pt x="1334" y="1609"/>
                    </a:cubicBezTo>
                    <a:moveTo>
                      <a:pt x="1575" y="1667"/>
                    </a:moveTo>
                    <a:cubicBezTo>
                      <a:pt x="1508" y="1616"/>
                      <a:pt x="1435" y="1574"/>
                      <a:pt x="1358" y="1542"/>
                    </a:cubicBezTo>
                    <a:cubicBezTo>
                      <a:pt x="1404" y="1398"/>
                      <a:pt x="1433" y="1225"/>
                      <a:pt x="1437" y="1036"/>
                    </a:cubicBezTo>
                    <a:lnTo>
                      <a:pt x="1888" y="1036"/>
                    </a:lnTo>
                    <a:cubicBezTo>
                      <a:pt x="1873" y="1288"/>
                      <a:pt x="1754" y="1512"/>
                      <a:pt x="1575" y="16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1"/>
              <p:cNvSpPr/>
              <p:nvPr/>
            </p:nvSpPr>
            <p:spPr>
              <a:xfrm>
                <a:off x="7210201" y="2034677"/>
                <a:ext cx="284780" cy="383124"/>
              </a:xfrm>
              <a:custGeom>
                <a:rect b="b" l="l" r="r" t="t"/>
                <a:pathLst>
                  <a:path extrusionOk="0" h="1196" w="889">
                    <a:moveTo>
                      <a:pt x="889" y="445"/>
                    </a:moveTo>
                    <a:lnTo>
                      <a:pt x="444" y="0"/>
                    </a:lnTo>
                    <a:lnTo>
                      <a:pt x="0" y="445"/>
                    </a:lnTo>
                    <a:lnTo>
                      <a:pt x="164" y="445"/>
                    </a:lnTo>
                    <a:lnTo>
                      <a:pt x="164" y="1196"/>
                    </a:lnTo>
                    <a:lnTo>
                      <a:pt x="724" y="1196"/>
                    </a:lnTo>
                    <a:lnTo>
                      <a:pt x="724" y="445"/>
                    </a:lnTo>
                    <a:lnTo>
                      <a:pt x="889" y="44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1"/>
              <p:cNvSpPr/>
              <p:nvPr/>
            </p:nvSpPr>
            <p:spPr>
              <a:xfrm>
                <a:off x="6270292" y="1302704"/>
                <a:ext cx="192523" cy="258833"/>
              </a:xfrm>
              <a:custGeom>
                <a:rect b="b" l="l" r="r" t="t"/>
                <a:pathLst>
                  <a:path extrusionOk="0" h="808" w="601">
                    <a:moveTo>
                      <a:pt x="601" y="300"/>
                    </a:moveTo>
                    <a:lnTo>
                      <a:pt x="301" y="0"/>
                    </a:lnTo>
                    <a:lnTo>
                      <a:pt x="0" y="300"/>
                    </a:lnTo>
                    <a:lnTo>
                      <a:pt x="112" y="300"/>
                    </a:lnTo>
                    <a:lnTo>
                      <a:pt x="112" y="808"/>
                    </a:lnTo>
                    <a:lnTo>
                      <a:pt x="490" y="808"/>
                    </a:lnTo>
                    <a:lnTo>
                      <a:pt x="490" y="300"/>
                    </a:lnTo>
                    <a:lnTo>
                      <a:pt x="601" y="30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1"/>
              <p:cNvSpPr/>
              <p:nvPr/>
            </p:nvSpPr>
            <p:spPr>
              <a:xfrm>
                <a:off x="6477230" y="1555130"/>
                <a:ext cx="135503" cy="182592"/>
              </a:xfrm>
              <a:custGeom>
                <a:rect b="b" l="l" r="r" t="t"/>
                <a:pathLst>
                  <a:path extrusionOk="0" h="570" w="423">
                    <a:moveTo>
                      <a:pt x="423" y="212"/>
                    </a:moveTo>
                    <a:lnTo>
                      <a:pt x="211" y="0"/>
                    </a:lnTo>
                    <a:lnTo>
                      <a:pt x="0" y="212"/>
                    </a:lnTo>
                    <a:lnTo>
                      <a:pt x="78" y="212"/>
                    </a:lnTo>
                    <a:lnTo>
                      <a:pt x="78" y="570"/>
                    </a:lnTo>
                    <a:lnTo>
                      <a:pt x="345" y="570"/>
                    </a:lnTo>
                    <a:lnTo>
                      <a:pt x="345" y="212"/>
                    </a:lnTo>
                    <a:lnTo>
                      <a:pt x="423" y="2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"/>
              <p:cNvSpPr/>
              <p:nvPr/>
            </p:nvSpPr>
            <p:spPr>
              <a:xfrm>
                <a:off x="6424054" y="602127"/>
                <a:ext cx="655731" cy="655731"/>
              </a:xfrm>
              <a:custGeom>
                <a:rect b="b" l="l" r="r" t="t"/>
                <a:pathLst>
                  <a:path extrusionOk="0" h="2047" w="2047">
                    <a:moveTo>
                      <a:pt x="2047" y="1024"/>
                    </a:moveTo>
                    <a:cubicBezTo>
                      <a:pt x="2047" y="1203"/>
                      <a:pt x="2000" y="1379"/>
                      <a:pt x="1910" y="1535"/>
                    </a:cubicBezTo>
                    <a:cubicBezTo>
                      <a:pt x="1820" y="1690"/>
                      <a:pt x="1690" y="1820"/>
                      <a:pt x="1535" y="1910"/>
                    </a:cubicBezTo>
                    <a:cubicBezTo>
                      <a:pt x="1379" y="2000"/>
                      <a:pt x="1203" y="2047"/>
                      <a:pt x="1024" y="2047"/>
                    </a:cubicBezTo>
                    <a:cubicBezTo>
                      <a:pt x="844" y="2047"/>
                      <a:pt x="668" y="2000"/>
                      <a:pt x="512" y="1910"/>
                    </a:cubicBezTo>
                    <a:cubicBezTo>
                      <a:pt x="356" y="1820"/>
                      <a:pt x="226" y="1690"/>
                      <a:pt x="137" y="1535"/>
                    </a:cubicBezTo>
                    <a:cubicBezTo>
                      <a:pt x="47" y="1379"/>
                      <a:pt x="0" y="1203"/>
                      <a:pt x="0" y="1024"/>
                    </a:cubicBezTo>
                    <a:cubicBezTo>
                      <a:pt x="0" y="844"/>
                      <a:pt x="48" y="668"/>
                      <a:pt x="137" y="512"/>
                    </a:cubicBezTo>
                    <a:cubicBezTo>
                      <a:pt x="227" y="356"/>
                      <a:pt x="356" y="226"/>
                      <a:pt x="512" y="137"/>
                    </a:cubicBezTo>
                    <a:cubicBezTo>
                      <a:pt x="668" y="47"/>
                      <a:pt x="844" y="0"/>
                      <a:pt x="1024" y="0"/>
                    </a:cubicBezTo>
                    <a:cubicBezTo>
                      <a:pt x="1203" y="0"/>
                      <a:pt x="1379" y="47"/>
                      <a:pt x="1535" y="137"/>
                    </a:cubicBezTo>
                    <a:cubicBezTo>
                      <a:pt x="1690" y="226"/>
                      <a:pt x="1820" y="356"/>
                      <a:pt x="1910" y="512"/>
                    </a:cubicBezTo>
                    <a:cubicBezTo>
                      <a:pt x="2000" y="668"/>
                      <a:pt x="2047" y="844"/>
                      <a:pt x="2047" y="10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1"/>
              <p:cNvSpPr/>
              <p:nvPr/>
            </p:nvSpPr>
            <p:spPr>
              <a:xfrm>
                <a:off x="6752079" y="930152"/>
                <a:ext cx="327705" cy="318095"/>
              </a:xfrm>
              <a:custGeom>
                <a:rect b="b" l="l" r="r" t="t"/>
                <a:pathLst>
                  <a:path extrusionOk="0" h="993" w="1023">
                    <a:moveTo>
                      <a:pt x="0" y="0"/>
                    </a:moveTo>
                    <a:lnTo>
                      <a:pt x="1023" y="0"/>
                    </a:lnTo>
                    <a:cubicBezTo>
                      <a:pt x="1023" y="228"/>
                      <a:pt x="946" y="451"/>
                      <a:pt x="805" y="631"/>
                    </a:cubicBezTo>
                    <a:cubicBezTo>
                      <a:pt x="664" y="811"/>
                      <a:pt x="467" y="938"/>
                      <a:pt x="245" y="99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4" name="Google Shape;1174;p1"/>
            <p:cNvGrpSpPr/>
            <p:nvPr/>
          </p:nvGrpSpPr>
          <p:grpSpPr>
            <a:xfrm>
              <a:off x="591012" y="2447110"/>
              <a:ext cx="802893" cy="1193184"/>
              <a:chOff x="5563690" y="3218280"/>
              <a:chExt cx="919800" cy="1366920"/>
            </a:xfrm>
          </p:grpSpPr>
          <p:sp>
            <p:nvSpPr>
              <p:cNvPr id="1175" name="Google Shape;1175;p1"/>
              <p:cNvSpPr/>
              <p:nvPr/>
            </p:nvSpPr>
            <p:spPr>
              <a:xfrm>
                <a:off x="5766370" y="3218280"/>
                <a:ext cx="320040" cy="754920"/>
              </a:xfrm>
              <a:custGeom>
                <a:rect b="b" l="l" r="r" t="t"/>
                <a:pathLst>
                  <a:path extrusionOk="0" h="2097" w="889">
                    <a:moveTo>
                      <a:pt x="889" y="444"/>
                    </a:moveTo>
                    <a:lnTo>
                      <a:pt x="444" y="0"/>
                    </a:lnTo>
                    <a:lnTo>
                      <a:pt x="0" y="444"/>
                    </a:lnTo>
                    <a:lnTo>
                      <a:pt x="164" y="444"/>
                    </a:lnTo>
                    <a:lnTo>
                      <a:pt x="164" y="2097"/>
                    </a:lnTo>
                    <a:lnTo>
                      <a:pt x="724" y="2097"/>
                    </a:lnTo>
                    <a:lnTo>
                      <a:pt x="724" y="444"/>
                    </a:lnTo>
                    <a:lnTo>
                      <a:pt x="889" y="4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1"/>
              <p:cNvSpPr/>
              <p:nvPr/>
            </p:nvSpPr>
            <p:spPr>
              <a:xfrm>
                <a:off x="5563690" y="4078320"/>
                <a:ext cx="919800" cy="86040"/>
              </a:xfrm>
              <a:custGeom>
                <a:rect b="b" l="l" r="r" t="t"/>
                <a:pathLst>
                  <a:path extrusionOk="0" h="239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9"/>
                    </a:lnTo>
                    <a:lnTo>
                      <a:pt x="0" y="2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1025" lIns="90000" spcFirstLastPara="1" rIns="90000" wrap="square" tIns="41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1"/>
              <p:cNvSpPr/>
              <p:nvPr/>
            </p:nvSpPr>
            <p:spPr>
              <a:xfrm>
                <a:off x="5563690" y="4218720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1"/>
              <p:cNvSpPr/>
              <p:nvPr/>
            </p:nvSpPr>
            <p:spPr>
              <a:xfrm>
                <a:off x="5563690" y="4359120"/>
                <a:ext cx="919800" cy="85680"/>
              </a:xfrm>
              <a:custGeom>
                <a:rect b="b" l="l" r="r" t="t"/>
                <a:pathLst>
                  <a:path extrusionOk="0" h="238" w="2555">
                    <a:moveTo>
                      <a:pt x="0" y="0"/>
                    </a:moveTo>
                    <a:lnTo>
                      <a:pt x="2555" y="0"/>
                    </a:lnTo>
                    <a:lnTo>
                      <a:pt x="2555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"/>
              <p:cNvSpPr/>
              <p:nvPr/>
            </p:nvSpPr>
            <p:spPr>
              <a:xfrm>
                <a:off x="5563690" y="4499520"/>
                <a:ext cx="467640" cy="85680"/>
              </a:xfrm>
              <a:custGeom>
                <a:rect b="b" l="l" r="r" t="t"/>
                <a:pathLst>
                  <a:path extrusionOk="0" h="238" w="1299">
                    <a:moveTo>
                      <a:pt x="0" y="0"/>
                    </a:moveTo>
                    <a:lnTo>
                      <a:pt x="1299" y="0"/>
                    </a:lnTo>
                    <a:lnTo>
                      <a:pt x="1299" y="238"/>
                    </a:lnTo>
                    <a:lnTo>
                      <a:pt x="0" y="2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1" anchor="ctr" bIns="40675" lIns="90000" spcFirstLastPara="1" rIns="90000" wrap="square" tIns="406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0" name="Google Shape;1180;p1"/>
            <p:cNvSpPr/>
            <p:nvPr/>
          </p:nvSpPr>
          <p:spPr>
            <a:xfrm flipH="1">
              <a:off x="1101733" y="4546510"/>
              <a:ext cx="1842574" cy="77904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058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"/>
            <p:cNvSpPr/>
            <p:nvPr/>
          </p:nvSpPr>
          <p:spPr>
            <a:xfrm flipH="1">
              <a:off x="1101390" y="2725554"/>
              <a:ext cx="1850810" cy="1850467"/>
            </a:xfrm>
            <a:custGeom>
              <a:rect b="b" l="l" r="r" t="t"/>
              <a:pathLst>
                <a:path extrusionOk="0" h="5392" w="5393">
                  <a:moveTo>
                    <a:pt x="4603" y="789"/>
                  </a:moveTo>
                  <a:cubicBezTo>
                    <a:pt x="4938" y="1124"/>
                    <a:pt x="5178" y="1541"/>
                    <a:pt x="5301" y="1998"/>
                  </a:cubicBezTo>
                  <a:cubicBezTo>
                    <a:pt x="5423" y="2455"/>
                    <a:pt x="5423" y="2936"/>
                    <a:pt x="5301" y="3393"/>
                  </a:cubicBezTo>
                  <a:cubicBezTo>
                    <a:pt x="5178" y="3850"/>
                    <a:pt x="4938" y="4267"/>
                    <a:pt x="4603" y="4602"/>
                  </a:cubicBezTo>
                  <a:cubicBezTo>
                    <a:pt x="4268" y="4937"/>
                    <a:pt x="3851" y="5178"/>
                    <a:pt x="3394" y="5300"/>
                  </a:cubicBezTo>
                  <a:cubicBezTo>
                    <a:pt x="2937" y="5423"/>
                    <a:pt x="2456" y="5423"/>
                    <a:pt x="1999" y="5300"/>
                  </a:cubicBezTo>
                  <a:cubicBezTo>
                    <a:pt x="1541" y="5178"/>
                    <a:pt x="1125" y="4937"/>
                    <a:pt x="790" y="4602"/>
                  </a:cubicBezTo>
                  <a:cubicBezTo>
                    <a:pt x="455" y="4267"/>
                    <a:pt x="215" y="3850"/>
                    <a:pt x="92" y="3393"/>
                  </a:cubicBezTo>
                  <a:cubicBezTo>
                    <a:pt x="-30" y="2936"/>
                    <a:pt x="-30" y="2455"/>
                    <a:pt x="92" y="1998"/>
                  </a:cubicBezTo>
                  <a:cubicBezTo>
                    <a:pt x="215" y="1541"/>
                    <a:pt x="455" y="1124"/>
                    <a:pt x="790" y="789"/>
                  </a:cubicBezTo>
                  <a:cubicBezTo>
                    <a:pt x="1125" y="454"/>
                    <a:pt x="1541" y="214"/>
                    <a:pt x="1999" y="91"/>
                  </a:cubicBezTo>
                  <a:cubicBezTo>
                    <a:pt x="2456" y="-31"/>
                    <a:pt x="2937" y="-31"/>
                    <a:pt x="3394" y="91"/>
                  </a:cubicBezTo>
                  <a:cubicBezTo>
                    <a:pt x="3851" y="214"/>
                    <a:pt x="4268" y="454"/>
                    <a:pt x="4603" y="7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"/>
            <p:cNvSpPr/>
            <p:nvPr/>
          </p:nvSpPr>
          <p:spPr>
            <a:xfrm flipH="1">
              <a:off x="1197139" y="2821304"/>
              <a:ext cx="1659655" cy="1658968"/>
            </a:xfrm>
            <a:custGeom>
              <a:rect b="b" l="l" r="r" t="t"/>
              <a:pathLst>
                <a:path extrusionOk="0" h="4834" w="4836">
                  <a:moveTo>
                    <a:pt x="4128" y="707"/>
                  </a:moveTo>
                  <a:cubicBezTo>
                    <a:pt x="4428" y="1007"/>
                    <a:pt x="4644" y="1381"/>
                    <a:pt x="4754" y="1791"/>
                  </a:cubicBezTo>
                  <a:cubicBezTo>
                    <a:pt x="4864" y="2201"/>
                    <a:pt x="4864" y="2632"/>
                    <a:pt x="4754" y="3042"/>
                  </a:cubicBezTo>
                  <a:cubicBezTo>
                    <a:pt x="4644" y="3452"/>
                    <a:pt x="4428" y="3826"/>
                    <a:pt x="4128" y="4126"/>
                  </a:cubicBezTo>
                  <a:cubicBezTo>
                    <a:pt x="3828" y="4426"/>
                    <a:pt x="3454" y="4643"/>
                    <a:pt x="3044" y="4752"/>
                  </a:cubicBezTo>
                  <a:cubicBezTo>
                    <a:pt x="2634" y="4862"/>
                    <a:pt x="2203" y="4862"/>
                    <a:pt x="1793" y="4752"/>
                  </a:cubicBezTo>
                  <a:cubicBezTo>
                    <a:pt x="1383" y="4643"/>
                    <a:pt x="1009" y="4426"/>
                    <a:pt x="709" y="4126"/>
                  </a:cubicBezTo>
                  <a:cubicBezTo>
                    <a:pt x="409" y="3826"/>
                    <a:pt x="193" y="3452"/>
                    <a:pt x="83" y="3042"/>
                  </a:cubicBezTo>
                  <a:cubicBezTo>
                    <a:pt x="-27" y="2632"/>
                    <a:pt x="-27" y="2201"/>
                    <a:pt x="83" y="1791"/>
                  </a:cubicBezTo>
                  <a:cubicBezTo>
                    <a:pt x="193" y="1381"/>
                    <a:pt x="409" y="1007"/>
                    <a:pt x="709" y="707"/>
                  </a:cubicBezTo>
                  <a:cubicBezTo>
                    <a:pt x="1009" y="407"/>
                    <a:pt x="1383" y="191"/>
                    <a:pt x="1793" y="81"/>
                  </a:cubicBezTo>
                  <a:cubicBezTo>
                    <a:pt x="2203" y="-28"/>
                    <a:pt x="2634" y="-28"/>
                    <a:pt x="3044" y="81"/>
                  </a:cubicBezTo>
                  <a:cubicBezTo>
                    <a:pt x="3454" y="191"/>
                    <a:pt x="3828" y="407"/>
                    <a:pt x="4128" y="70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"/>
            <p:cNvSpPr/>
            <p:nvPr/>
          </p:nvSpPr>
          <p:spPr>
            <a:xfrm flipH="1">
              <a:off x="2148111" y="4119584"/>
              <a:ext cx="72413" cy="28141"/>
            </a:xfrm>
            <a:custGeom>
              <a:rect b="b" l="l" r="r" t="t"/>
              <a:pathLst>
                <a:path extrusionOk="0" h="82" w="211">
                  <a:moveTo>
                    <a:pt x="206" y="82"/>
                  </a:moveTo>
                  <a:lnTo>
                    <a:pt x="0" y="15"/>
                  </a:lnTo>
                  <a:lnTo>
                    <a:pt x="5" y="0"/>
                  </a:lnTo>
                  <a:lnTo>
                    <a:pt x="211" y="66"/>
                  </a:lnTo>
                  <a:lnTo>
                    <a:pt x="206" y="82"/>
                  </a:lnTo>
                  <a:close/>
                </a:path>
              </a:pathLst>
            </a:custGeom>
            <a:solidFill>
              <a:srgbClr val="FDD568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"/>
            <p:cNvSpPr/>
            <p:nvPr/>
          </p:nvSpPr>
          <p:spPr>
            <a:xfrm flipH="1">
              <a:off x="2146052" y="4113064"/>
              <a:ext cx="74472" cy="34662"/>
            </a:xfrm>
            <a:custGeom>
              <a:rect b="b" l="l" r="r" t="t"/>
              <a:pathLst>
                <a:path extrusionOk="0" h="101" w="217">
                  <a:moveTo>
                    <a:pt x="206" y="101"/>
                  </a:moveTo>
                  <a:lnTo>
                    <a:pt x="0" y="34"/>
                  </a:lnTo>
                  <a:lnTo>
                    <a:pt x="11" y="0"/>
                  </a:lnTo>
                  <a:lnTo>
                    <a:pt x="217" y="67"/>
                  </a:lnTo>
                  <a:lnTo>
                    <a:pt x="206" y="101"/>
                  </a:lnTo>
                  <a:close/>
                </a:path>
              </a:pathLst>
            </a:custGeom>
            <a:solidFill>
              <a:srgbClr val="FDD467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"/>
            <p:cNvSpPr/>
            <p:nvPr/>
          </p:nvSpPr>
          <p:spPr>
            <a:xfrm flipH="1">
              <a:off x="2143993" y="4106886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"/>
            <p:cNvSpPr/>
            <p:nvPr/>
          </p:nvSpPr>
          <p:spPr>
            <a:xfrm flipH="1">
              <a:off x="2141934" y="4100366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366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"/>
            <p:cNvSpPr/>
            <p:nvPr/>
          </p:nvSpPr>
          <p:spPr>
            <a:xfrm flipH="1">
              <a:off x="2139874" y="4094188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265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"/>
            <p:cNvSpPr/>
            <p:nvPr/>
          </p:nvSpPr>
          <p:spPr>
            <a:xfrm flipH="1">
              <a:off x="2137815" y="4087668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164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"/>
            <p:cNvSpPr/>
            <p:nvPr/>
          </p:nvSpPr>
          <p:spPr>
            <a:xfrm flipH="1">
              <a:off x="2135756" y="4081490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D163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"/>
            <p:cNvSpPr/>
            <p:nvPr/>
          </p:nvSpPr>
          <p:spPr>
            <a:xfrm flipH="1">
              <a:off x="2133697" y="4074970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D06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"/>
            <p:cNvSpPr/>
            <p:nvPr/>
          </p:nvSpPr>
          <p:spPr>
            <a:xfrm flipH="1">
              <a:off x="2131638" y="4068449"/>
              <a:ext cx="76188" cy="39810"/>
            </a:xfrm>
            <a:custGeom>
              <a:rect b="b" l="l" r="r" t="t"/>
              <a:pathLst>
                <a:path extrusionOk="0" h="116" w="222">
                  <a:moveTo>
                    <a:pt x="206" y="116"/>
                  </a:moveTo>
                  <a:lnTo>
                    <a:pt x="0" y="50"/>
                  </a:lnTo>
                  <a:lnTo>
                    <a:pt x="15" y="0"/>
                  </a:lnTo>
                  <a:lnTo>
                    <a:pt x="222" y="67"/>
                  </a:lnTo>
                  <a:lnTo>
                    <a:pt x="206" y="116"/>
                  </a:lnTo>
                  <a:close/>
                </a:path>
              </a:pathLst>
            </a:custGeom>
            <a:solidFill>
              <a:srgbClr val="FDCF62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"/>
            <p:cNvSpPr/>
            <p:nvPr/>
          </p:nvSpPr>
          <p:spPr>
            <a:xfrm flipH="1">
              <a:off x="2129579" y="4062272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F6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"/>
            <p:cNvSpPr/>
            <p:nvPr/>
          </p:nvSpPr>
          <p:spPr>
            <a:xfrm flipH="1">
              <a:off x="2127520" y="4055751"/>
              <a:ext cx="76531" cy="39810"/>
            </a:xfrm>
            <a:custGeom>
              <a:rect b="b" l="l" r="r" t="t"/>
              <a:pathLst>
                <a:path extrusionOk="0" h="116" w="223">
                  <a:moveTo>
                    <a:pt x="207" y="116"/>
                  </a:moveTo>
                  <a:lnTo>
                    <a:pt x="0" y="50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E60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"/>
            <p:cNvSpPr/>
            <p:nvPr/>
          </p:nvSpPr>
          <p:spPr>
            <a:xfrm flipH="1">
              <a:off x="2125461" y="4049574"/>
              <a:ext cx="76188" cy="39467"/>
            </a:xfrm>
            <a:custGeom>
              <a:rect b="b" l="l" r="r" t="t"/>
              <a:pathLst>
                <a:path extrusionOk="0" h="115" w="222">
                  <a:moveTo>
                    <a:pt x="206" y="115"/>
                  </a:moveTo>
                  <a:lnTo>
                    <a:pt x="0" y="49"/>
                  </a:lnTo>
                  <a:lnTo>
                    <a:pt x="15" y="0"/>
                  </a:lnTo>
                  <a:lnTo>
                    <a:pt x="222" y="66"/>
                  </a:lnTo>
                  <a:lnTo>
                    <a:pt x="206" y="115"/>
                  </a:lnTo>
                  <a:close/>
                </a:path>
              </a:pathLst>
            </a:custGeom>
            <a:solidFill>
              <a:srgbClr val="FDCD5F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"/>
            <p:cNvSpPr/>
            <p:nvPr/>
          </p:nvSpPr>
          <p:spPr>
            <a:xfrm flipH="1">
              <a:off x="2123401" y="4043053"/>
              <a:ext cx="76531" cy="39810"/>
            </a:xfrm>
            <a:custGeom>
              <a:rect b="b" l="l" r="r" t="t"/>
              <a:pathLst>
                <a:path extrusionOk="0" h="116" w="223">
                  <a:moveTo>
                    <a:pt x="207" y="116"/>
                  </a:moveTo>
                  <a:lnTo>
                    <a:pt x="0" y="49"/>
                  </a:lnTo>
                  <a:lnTo>
                    <a:pt x="16" y="0"/>
                  </a:lnTo>
                  <a:lnTo>
                    <a:pt x="223" y="67"/>
                  </a:lnTo>
                  <a:lnTo>
                    <a:pt x="207" y="116"/>
                  </a:lnTo>
                  <a:close/>
                </a:path>
              </a:pathLst>
            </a:custGeom>
            <a:solidFill>
              <a:srgbClr val="FDCD5E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"/>
            <p:cNvSpPr/>
            <p:nvPr/>
          </p:nvSpPr>
          <p:spPr>
            <a:xfrm flipH="1">
              <a:off x="2070894" y="4020060"/>
              <a:ext cx="150659" cy="50105"/>
            </a:xfrm>
            <a:custGeom>
              <a:rect b="b" l="l" r="r" t="t"/>
              <a:pathLst>
                <a:path extrusionOk="0" h="146" w="439">
                  <a:moveTo>
                    <a:pt x="88" y="41"/>
                  </a:moveTo>
                  <a:cubicBezTo>
                    <a:pt x="57" y="28"/>
                    <a:pt x="28" y="15"/>
                    <a:pt x="0" y="0"/>
                  </a:cubicBezTo>
                  <a:lnTo>
                    <a:pt x="439" y="142"/>
                  </a:lnTo>
                  <a:cubicBezTo>
                    <a:pt x="392" y="135"/>
                    <a:pt x="343" y="125"/>
                    <a:pt x="293" y="111"/>
                  </a:cubicBezTo>
                  <a:lnTo>
                    <a:pt x="282" y="146"/>
                  </a:lnTo>
                  <a:lnTo>
                    <a:pt x="75" y="79"/>
                  </a:lnTo>
                  <a:lnTo>
                    <a:pt x="88" y="41"/>
                  </a:lnTo>
                  <a:close/>
                </a:path>
              </a:pathLst>
            </a:custGeom>
            <a:solidFill>
              <a:srgbClr val="FDCB5D"/>
            </a:solidFill>
            <a:ln>
              <a:noFill/>
            </a:ln>
          </p:spPr>
          <p:txBody>
            <a:bodyPr anchorCtr="1" anchor="ctr" bIns="7550" lIns="90000" spcFirstLastPara="1" rIns="90000" wrap="square" tIns="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"/>
            <p:cNvSpPr/>
            <p:nvPr/>
          </p:nvSpPr>
          <p:spPr>
            <a:xfrm flipH="1">
              <a:off x="2038634" y="4003587"/>
              <a:ext cx="212776" cy="68638"/>
            </a:xfrm>
            <a:custGeom>
              <a:rect b="b" l="l" r="r" t="t"/>
              <a:pathLst>
                <a:path extrusionOk="0" h="200" w="620">
                  <a:moveTo>
                    <a:pt x="175" y="89"/>
                  </a:moveTo>
                  <a:cubicBezTo>
                    <a:pt x="112" y="63"/>
                    <a:pt x="54" y="33"/>
                    <a:pt x="0" y="0"/>
                  </a:cubicBezTo>
                  <a:lnTo>
                    <a:pt x="620" y="200"/>
                  </a:lnTo>
                  <a:cubicBezTo>
                    <a:pt x="544" y="195"/>
                    <a:pt x="464" y="182"/>
                    <a:pt x="380" y="159"/>
                  </a:cubicBezTo>
                  <a:lnTo>
                    <a:pt x="375" y="175"/>
                  </a:lnTo>
                  <a:lnTo>
                    <a:pt x="168" y="109"/>
                  </a:lnTo>
                  <a:lnTo>
                    <a:pt x="175" y="89"/>
                  </a:lnTo>
                  <a:close/>
                </a:path>
              </a:pathLst>
            </a:custGeom>
            <a:solidFill>
              <a:srgbClr val="FDCB5C"/>
            </a:solidFill>
            <a:ln>
              <a:noFill/>
            </a:ln>
          </p:spPr>
          <p:txBody>
            <a:bodyPr anchorCtr="1" anchor="ctr" bIns="27000" lIns="90000" spcFirstLastPara="1" rIns="90000" wrap="square" tIns="27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"/>
            <p:cNvSpPr/>
            <p:nvPr/>
          </p:nvSpPr>
          <p:spPr>
            <a:xfrm flipH="1">
              <a:off x="2013925" y="3989516"/>
              <a:ext cx="259450" cy="83738"/>
            </a:xfrm>
            <a:custGeom>
              <a:rect b="b" l="l" r="r" t="t"/>
              <a:pathLst>
                <a:path extrusionOk="0" h="244" w="756">
                  <a:moveTo>
                    <a:pt x="239" y="130"/>
                  </a:moveTo>
                  <a:cubicBezTo>
                    <a:pt x="151" y="93"/>
                    <a:pt x="71" y="49"/>
                    <a:pt x="0" y="0"/>
                  </a:cubicBezTo>
                  <a:lnTo>
                    <a:pt x="756" y="244"/>
                  </a:lnTo>
                  <a:cubicBezTo>
                    <a:pt x="670" y="244"/>
                    <a:pt x="578" y="233"/>
                    <a:pt x="480" y="209"/>
                  </a:cubicBezTo>
                  <a:lnTo>
                    <a:pt x="238" y="131"/>
                  </a:lnTo>
                  <a:lnTo>
                    <a:pt x="239" y="130"/>
                  </a:lnTo>
                  <a:close/>
                </a:path>
              </a:pathLst>
            </a:custGeom>
            <a:solidFill>
              <a:srgbClr val="FDCA5B"/>
            </a:solidFill>
            <a:ln>
              <a:noFill/>
            </a:ln>
          </p:spPr>
          <p:txBody>
            <a:bodyPr anchorCtr="1" anchor="ctr" bIns="42825" lIns="90000" spcFirstLastPara="1" rIns="90000" wrap="square" tIns="4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"/>
            <p:cNvSpPr/>
            <p:nvPr/>
          </p:nvSpPr>
          <p:spPr>
            <a:xfrm flipH="1">
              <a:off x="1994020" y="3977161"/>
              <a:ext cx="296171" cy="96093"/>
            </a:xfrm>
            <a:custGeom>
              <a:rect b="b" l="l" r="r" t="t"/>
              <a:pathLst>
                <a:path extrusionOk="0" h="280" w="863">
                  <a:moveTo>
                    <a:pt x="0" y="0"/>
                  </a:moveTo>
                  <a:lnTo>
                    <a:pt x="863" y="278"/>
                  </a:lnTo>
                  <a:cubicBezTo>
                    <a:pt x="803" y="282"/>
                    <a:pt x="740" y="280"/>
                    <a:pt x="675" y="272"/>
                  </a:cubicBezTo>
                  <a:lnTo>
                    <a:pt x="166" y="108"/>
                  </a:lnTo>
                  <a:cubicBezTo>
                    <a:pt x="106" y="75"/>
                    <a:pt x="50" y="39"/>
                    <a:pt x="0" y="0"/>
                  </a:cubicBezTo>
                  <a:close/>
                </a:path>
              </a:pathLst>
            </a:custGeom>
            <a:solidFill>
              <a:srgbClr val="FDC95A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"/>
            <p:cNvSpPr/>
            <p:nvPr/>
          </p:nvSpPr>
          <p:spPr>
            <a:xfrm flipH="1">
              <a:off x="1977547" y="3965493"/>
              <a:ext cx="326371" cy="107761"/>
            </a:xfrm>
            <a:custGeom>
              <a:rect b="b" l="l" r="r" t="t"/>
              <a:pathLst>
                <a:path extrusionOk="0" h="314" w="951">
                  <a:moveTo>
                    <a:pt x="0" y="0"/>
                  </a:moveTo>
                  <a:lnTo>
                    <a:pt x="951" y="307"/>
                  </a:lnTo>
                  <a:cubicBezTo>
                    <a:pt x="903" y="313"/>
                    <a:pt x="853" y="315"/>
                    <a:pt x="801" y="313"/>
                  </a:cubicBezTo>
                  <a:lnTo>
                    <a:pt x="127" y="95"/>
                  </a:lnTo>
                  <a:cubicBezTo>
                    <a:pt x="81" y="66"/>
                    <a:pt x="39" y="34"/>
                    <a:pt x="0" y="0"/>
                  </a:cubicBezTo>
                  <a:close/>
                </a:path>
              </a:pathLst>
            </a:custGeom>
            <a:solidFill>
              <a:srgbClr val="FDC959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"/>
            <p:cNvSpPr/>
            <p:nvPr/>
          </p:nvSpPr>
          <p:spPr>
            <a:xfrm flipH="1">
              <a:off x="1962103" y="3954854"/>
              <a:ext cx="353483" cy="118057"/>
            </a:xfrm>
            <a:custGeom>
              <a:rect b="b" l="l" r="r" t="t"/>
              <a:pathLst>
                <a:path extrusionOk="0" h="344" w="1030">
                  <a:moveTo>
                    <a:pt x="0" y="0"/>
                  </a:moveTo>
                  <a:lnTo>
                    <a:pt x="1030" y="332"/>
                  </a:lnTo>
                  <a:cubicBezTo>
                    <a:pt x="988" y="339"/>
                    <a:pt x="944" y="343"/>
                    <a:pt x="898" y="344"/>
                  </a:cubicBezTo>
                  <a:lnTo>
                    <a:pt x="106" y="89"/>
                  </a:lnTo>
                  <a:cubicBezTo>
                    <a:pt x="68" y="61"/>
                    <a:pt x="32" y="32"/>
                    <a:pt x="0" y="0"/>
                  </a:cubicBezTo>
                  <a:close/>
                </a:path>
              </a:pathLst>
            </a:custGeom>
            <a:solidFill>
              <a:srgbClr val="FDC859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"/>
            <p:cNvSpPr/>
            <p:nvPr/>
          </p:nvSpPr>
          <p:spPr>
            <a:xfrm flipH="1">
              <a:off x="1949062" y="3944558"/>
              <a:ext cx="376477" cy="127323"/>
            </a:xfrm>
            <a:custGeom>
              <a:rect b="b" l="l" r="r" t="t"/>
              <a:pathLst>
                <a:path extrusionOk="0" h="371" w="1097">
                  <a:moveTo>
                    <a:pt x="0" y="0"/>
                  </a:moveTo>
                  <a:lnTo>
                    <a:pt x="1097" y="354"/>
                  </a:lnTo>
                  <a:cubicBezTo>
                    <a:pt x="1061" y="362"/>
                    <a:pt x="1023" y="368"/>
                    <a:pt x="983" y="371"/>
                  </a:cubicBezTo>
                  <a:lnTo>
                    <a:pt x="88" y="83"/>
                  </a:lnTo>
                  <a:cubicBezTo>
                    <a:pt x="56" y="56"/>
                    <a:pt x="27" y="29"/>
                    <a:pt x="0" y="0"/>
                  </a:cubicBezTo>
                  <a:close/>
                </a:path>
              </a:pathLst>
            </a:custGeom>
            <a:solidFill>
              <a:srgbClr val="FDC75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"/>
            <p:cNvSpPr/>
            <p:nvPr/>
          </p:nvSpPr>
          <p:spPr>
            <a:xfrm flipH="1">
              <a:off x="1936364" y="3934949"/>
              <a:ext cx="398097" cy="135216"/>
            </a:xfrm>
            <a:custGeom>
              <a:rect b="b" l="l" r="r" t="t"/>
              <a:pathLst>
                <a:path extrusionOk="0" h="394" w="1160">
                  <a:moveTo>
                    <a:pt x="0" y="0"/>
                  </a:moveTo>
                  <a:lnTo>
                    <a:pt x="1160" y="373"/>
                  </a:lnTo>
                  <a:cubicBezTo>
                    <a:pt x="1126" y="382"/>
                    <a:pt x="1091" y="389"/>
                    <a:pt x="1055" y="394"/>
                  </a:cubicBezTo>
                  <a:lnTo>
                    <a:pt x="77" y="79"/>
                  </a:lnTo>
                  <a:cubicBezTo>
                    <a:pt x="49" y="54"/>
                    <a:pt x="24" y="27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1"/>
            <p:cNvSpPr/>
            <p:nvPr/>
          </p:nvSpPr>
          <p:spPr>
            <a:xfrm flipH="1">
              <a:off x="1925382" y="3925340"/>
              <a:ext cx="416973" cy="142423"/>
            </a:xfrm>
            <a:custGeom>
              <a:rect b="b" l="l" r="r" t="t"/>
              <a:pathLst>
                <a:path extrusionOk="0" h="415" w="1215">
                  <a:moveTo>
                    <a:pt x="0" y="0"/>
                  </a:moveTo>
                  <a:lnTo>
                    <a:pt x="1215" y="391"/>
                  </a:lnTo>
                  <a:cubicBezTo>
                    <a:pt x="1185" y="401"/>
                    <a:pt x="1154" y="409"/>
                    <a:pt x="1121" y="415"/>
                  </a:cubicBezTo>
                  <a:lnTo>
                    <a:pt x="67" y="75"/>
                  </a:lnTo>
                  <a:cubicBezTo>
                    <a:pt x="43" y="51"/>
                    <a:pt x="21" y="2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1"/>
            <p:cNvSpPr/>
            <p:nvPr/>
          </p:nvSpPr>
          <p:spPr>
            <a:xfrm flipH="1">
              <a:off x="1914744" y="3915730"/>
              <a:ext cx="434475" cy="149287"/>
            </a:xfrm>
            <a:custGeom>
              <a:rect b="b" l="l" r="r" t="t"/>
              <a:pathLst>
                <a:path extrusionOk="0" h="435" w="1266">
                  <a:moveTo>
                    <a:pt x="0" y="0"/>
                  </a:moveTo>
                  <a:lnTo>
                    <a:pt x="1266" y="409"/>
                  </a:lnTo>
                  <a:cubicBezTo>
                    <a:pt x="1239" y="419"/>
                    <a:pt x="1210" y="428"/>
                    <a:pt x="1180" y="435"/>
                  </a:cubicBezTo>
                  <a:lnTo>
                    <a:pt x="59" y="74"/>
                  </a:lnTo>
                  <a:cubicBezTo>
                    <a:pt x="38" y="50"/>
                    <a:pt x="18" y="26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1"/>
            <p:cNvSpPr/>
            <p:nvPr/>
          </p:nvSpPr>
          <p:spPr>
            <a:xfrm flipH="1">
              <a:off x="1905134" y="3907151"/>
              <a:ext cx="449919" cy="154778"/>
            </a:xfrm>
            <a:custGeom>
              <a:rect b="b" l="l" r="r" t="t"/>
              <a:pathLst>
                <a:path extrusionOk="0" h="451" w="1311">
                  <a:moveTo>
                    <a:pt x="0" y="0"/>
                  </a:moveTo>
                  <a:lnTo>
                    <a:pt x="1311" y="423"/>
                  </a:lnTo>
                  <a:cubicBezTo>
                    <a:pt x="1286" y="434"/>
                    <a:pt x="1259" y="443"/>
                    <a:pt x="1231" y="451"/>
                  </a:cubicBezTo>
                  <a:lnTo>
                    <a:pt x="51" y="70"/>
                  </a:lnTo>
                  <a:cubicBezTo>
                    <a:pt x="33" y="47"/>
                    <a:pt x="15" y="24"/>
                    <a:pt x="0" y="0"/>
                  </a:cubicBez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"/>
            <p:cNvSpPr/>
            <p:nvPr/>
          </p:nvSpPr>
          <p:spPr>
            <a:xfrm flipH="1">
              <a:off x="1895525" y="3898228"/>
              <a:ext cx="465019" cy="160269"/>
            </a:xfrm>
            <a:custGeom>
              <a:rect b="b" l="l" r="r" t="t"/>
              <a:pathLst>
                <a:path extrusionOk="0" h="467" w="1355">
                  <a:moveTo>
                    <a:pt x="0" y="0"/>
                  </a:moveTo>
                  <a:lnTo>
                    <a:pt x="1355" y="437"/>
                  </a:lnTo>
                  <a:cubicBezTo>
                    <a:pt x="1331" y="448"/>
                    <a:pt x="1306" y="458"/>
                    <a:pt x="1280" y="467"/>
                  </a:cubicBezTo>
                  <a:lnTo>
                    <a:pt x="47" y="70"/>
                  </a:lnTo>
                  <a:cubicBezTo>
                    <a:pt x="29" y="47"/>
                    <a:pt x="14" y="24"/>
                    <a:pt x="0" y="0"/>
                  </a:cubicBez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"/>
            <p:cNvSpPr/>
            <p:nvPr/>
          </p:nvSpPr>
          <p:spPr>
            <a:xfrm flipH="1">
              <a:off x="1887289" y="3889648"/>
              <a:ext cx="478060" cy="165073"/>
            </a:xfrm>
            <a:custGeom>
              <a:rect b="b" l="l" r="r" t="t"/>
              <a:pathLst>
                <a:path extrusionOk="0" h="481" w="1393">
                  <a:moveTo>
                    <a:pt x="0" y="0"/>
                  </a:moveTo>
                  <a:lnTo>
                    <a:pt x="1393" y="450"/>
                  </a:lnTo>
                  <a:cubicBezTo>
                    <a:pt x="1371" y="461"/>
                    <a:pt x="1347" y="472"/>
                    <a:pt x="1323" y="481"/>
                  </a:cubicBezTo>
                  <a:lnTo>
                    <a:pt x="41" y="68"/>
                  </a:lnTo>
                  <a:cubicBezTo>
                    <a:pt x="26" y="46"/>
                    <a:pt x="12" y="23"/>
                    <a:pt x="0" y="0"/>
                  </a:cubicBez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1"/>
            <p:cNvSpPr/>
            <p:nvPr/>
          </p:nvSpPr>
          <p:spPr>
            <a:xfrm flipH="1">
              <a:off x="1879052" y="3881068"/>
              <a:ext cx="490415" cy="169535"/>
            </a:xfrm>
            <a:custGeom>
              <a:rect b="b" l="l" r="r" t="t"/>
              <a:pathLst>
                <a:path extrusionOk="0" h="494" w="1429">
                  <a:moveTo>
                    <a:pt x="0" y="0"/>
                  </a:moveTo>
                  <a:lnTo>
                    <a:pt x="1429" y="461"/>
                  </a:lnTo>
                  <a:cubicBezTo>
                    <a:pt x="1408" y="473"/>
                    <a:pt x="1386" y="484"/>
                    <a:pt x="1363" y="494"/>
                  </a:cubicBezTo>
                  <a:lnTo>
                    <a:pt x="36" y="67"/>
                  </a:lnTo>
                  <a:cubicBezTo>
                    <a:pt x="23" y="45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FDC35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"/>
            <p:cNvSpPr/>
            <p:nvPr/>
          </p:nvSpPr>
          <p:spPr>
            <a:xfrm flipH="1">
              <a:off x="1871159" y="3873175"/>
              <a:ext cx="502083" cy="173653"/>
            </a:xfrm>
            <a:custGeom>
              <a:rect b="b" l="l" r="r" t="t"/>
              <a:pathLst>
                <a:path extrusionOk="0" h="506" w="1463">
                  <a:moveTo>
                    <a:pt x="0" y="0"/>
                  </a:moveTo>
                  <a:lnTo>
                    <a:pt x="1463" y="471"/>
                  </a:lnTo>
                  <a:cubicBezTo>
                    <a:pt x="1443" y="483"/>
                    <a:pt x="1422" y="495"/>
                    <a:pt x="1400" y="506"/>
                  </a:cubicBezTo>
                  <a:lnTo>
                    <a:pt x="32" y="64"/>
                  </a:lnTo>
                  <a:cubicBezTo>
                    <a:pt x="20" y="43"/>
                    <a:pt x="9" y="22"/>
                    <a:pt x="0" y="0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1"/>
            <p:cNvSpPr/>
            <p:nvPr/>
          </p:nvSpPr>
          <p:spPr>
            <a:xfrm flipH="1">
              <a:off x="1863952" y="3864939"/>
              <a:ext cx="512722" cy="177428"/>
            </a:xfrm>
            <a:custGeom>
              <a:rect b="b" l="l" r="r" t="t"/>
              <a:pathLst>
                <a:path extrusionOk="0" h="517" w="1494">
                  <a:moveTo>
                    <a:pt x="0" y="0"/>
                  </a:moveTo>
                  <a:lnTo>
                    <a:pt x="1494" y="482"/>
                  </a:lnTo>
                  <a:cubicBezTo>
                    <a:pt x="1475" y="494"/>
                    <a:pt x="1455" y="506"/>
                    <a:pt x="1435" y="517"/>
                  </a:cubicBezTo>
                  <a:lnTo>
                    <a:pt x="28" y="63"/>
                  </a:lnTo>
                  <a:cubicBezTo>
                    <a:pt x="18" y="42"/>
                    <a:pt x="8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"/>
            <p:cNvSpPr/>
            <p:nvPr/>
          </p:nvSpPr>
          <p:spPr>
            <a:xfrm flipH="1">
              <a:off x="1857088" y="3857045"/>
              <a:ext cx="522331" cy="180860"/>
            </a:xfrm>
            <a:custGeom>
              <a:rect b="b" l="l" r="r" t="t"/>
              <a:pathLst>
                <a:path extrusionOk="0" h="527" w="1522">
                  <a:moveTo>
                    <a:pt x="0" y="0"/>
                  </a:moveTo>
                  <a:lnTo>
                    <a:pt x="1522" y="490"/>
                  </a:lnTo>
                  <a:cubicBezTo>
                    <a:pt x="1504" y="503"/>
                    <a:pt x="1485" y="516"/>
                    <a:pt x="1466" y="527"/>
                  </a:cubicBezTo>
                  <a:lnTo>
                    <a:pt x="25" y="62"/>
                  </a:lnTo>
                  <a:cubicBezTo>
                    <a:pt x="15" y="42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"/>
            <p:cNvSpPr/>
            <p:nvPr/>
          </p:nvSpPr>
          <p:spPr>
            <a:xfrm flipH="1">
              <a:off x="1850911" y="3849152"/>
              <a:ext cx="531254" cy="183949"/>
            </a:xfrm>
            <a:custGeom>
              <a:rect b="b" l="l" r="r" t="t"/>
              <a:pathLst>
                <a:path extrusionOk="0" h="536" w="1548">
                  <a:moveTo>
                    <a:pt x="0" y="0"/>
                  </a:moveTo>
                  <a:lnTo>
                    <a:pt x="1548" y="499"/>
                  </a:lnTo>
                  <a:cubicBezTo>
                    <a:pt x="1532" y="512"/>
                    <a:pt x="1514" y="525"/>
                    <a:pt x="1496" y="536"/>
                  </a:cubicBezTo>
                  <a:lnTo>
                    <a:pt x="22" y="61"/>
                  </a:lnTo>
                  <a:cubicBezTo>
                    <a:pt x="14" y="41"/>
                    <a:pt x="7" y="21"/>
                    <a:pt x="0" y="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"/>
            <p:cNvSpPr/>
            <p:nvPr/>
          </p:nvSpPr>
          <p:spPr>
            <a:xfrm flipH="1">
              <a:off x="1844390" y="3841602"/>
              <a:ext cx="539834" cy="186694"/>
            </a:xfrm>
            <a:custGeom>
              <a:rect b="b" l="l" r="r" t="t"/>
              <a:pathLst>
                <a:path extrusionOk="0" h="544" w="1573">
                  <a:moveTo>
                    <a:pt x="0" y="0"/>
                  </a:moveTo>
                  <a:lnTo>
                    <a:pt x="1573" y="506"/>
                  </a:lnTo>
                  <a:cubicBezTo>
                    <a:pt x="1557" y="520"/>
                    <a:pt x="1540" y="532"/>
                    <a:pt x="1523" y="544"/>
                  </a:cubicBezTo>
                  <a:lnTo>
                    <a:pt x="19" y="60"/>
                  </a:lnTo>
                  <a:cubicBezTo>
                    <a:pt x="12" y="40"/>
                    <a:pt x="5" y="20"/>
                    <a:pt x="0" y="0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"/>
            <p:cNvSpPr/>
            <p:nvPr/>
          </p:nvSpPr>
          <p:spPr>
            <a:xfrm flipH="1">
              <a:off x="1838899" y="3833709"/>
              <a:ext cx="547041" cy="190126"/>
            </a:xfrm>
            <a:custGeom>
              <a:rect b="b" l="l" r="r" t="t"/>
              <a:pathLst>
                <a:path extrusionOk="0" h="554" w="1594">
                  <a:moveTo>
                    <a:pt x="0" y="0"/>
                  </a:moveTo>
                  <a:lnTo>
                    <a:pt x="1594" y="515"/>
                  </a:lnTo>
                  <a:cubicBezTo>
                    <a:pt x="1579" y="528"/>
                    <a:pt x="1564" y="541"/>
                    <a:pt x="1547" y="554"/>
                  </a:cubicBezTo>
                  <a:lnTo>
                    <a:pt x="16" y="60"/>
                  </a:lnTo>
                  <a:cubicBezTo>
                    <a:pt x="10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"/>
            <p:cNvSpPr/>
            <p:nvPr/>
          </p:nvSpPr>
          <p:spPr>
            <a:xfrm flipH="1">
              <a:off x="1833065" y="3826158"/>
              <a:ext cx="554591" cy="192528"/>
            </a:xfrm>
            <a:custGeom>
              <a:rect b="b" l="l" r="r" t="t"/>
              <a:pathLst>
                <a:path extrusionOk="0" h="561" w="1616">
                  <a:moveTo>
                    <a:pt x="0" y="0"/>
                  </a:moveTo>
                  <a:lnTo>
                    <a:pt x="1616" y="521"/>
                  </a:lnTo>
                  <a:cubicBezTo>
                    <a:pt x="1602" y="535"/>
                    <a:pt x="1587" y="548"/>
                    <a:pt x="1571" y="561"/>
                  </a:cubicBezTo>
                  <a:lnTo>
                    <a:pt x="14" y="59"/>
                  </a:lnTo>
                  <a:cubicBezTo>
                    <a:pt x="8" y="40"/>
                    <a:pt x="4" y="20"/>
                    <a:pt x="0" y="0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"/>
            <p:cNvSpPr/>
            <p:nvPr/>
          </p:nvSpPr>
          <p:spPr>
            <a:xfrm flipH="1">
              <a:off x="1827917" y="3818951"/>
              <a:ext cx="561112" cy="194587"/>
            </a:xfrm>
            <a:custGeom>
              <a:rect b="b" l="l" r="r" t="t"/>
              <a:pathLst>
                <a:path extrusionOk="0" h="567" w="1635">
                  <a:moveTo>
                    <a:pt x="0" y="0"/>
                  </a:moveTo>
                  <a:lnTo>
                    <a:pt x="1635" y="527"/>
                  </a:lnTo>
                  <a:cubicBezTo>
                    <a:pt x="1622" y="541"/>
                    <a:pt x="1607" y="555"/>
                    <a:pt x="1592" y="567"/>
                  </a:cubicBezTo>
                  <a:lnTo>
                    <a:pt x="12" y="58"/>
                  </a:lnTo>
                  <a:cubicBezTo>
                    <a:pt x="7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"/>
            <p:cNvSpPr/>
            <p:nvPr/>
          </p:nvSpPr>
          <p:spPr>
            <a:xfrm flipH="1">
              <a:off x="1822769" y="3811401"/>
              <a:ext cx="567289" cy="196990"/>
            </a:xfrm>
            <a:custGeom>
              <a:rect b="b" l="l" r="r" t="t"/>
              <a:pathLst>
                <a:path extrusionOk="0" h="574" w="1653">
                  <a:moveTo>
                    <a:pt x="0" y="0"/>
                  </a:moveTo>
                  <a:lnTo>
                    <a:pt x="1653" y="533"/>
                  </a:lnTo>
                  <a:cubicBezTo>
                    <a:pt x="1640" y="547"/>
                    <a:pt x="1627" y="561"/>
                    <a:pt x="1613" y="574"/>
                  </a:cubicBezTo>
                  <a:lnTo>
                    <a:pt x="10" y="58"/>
                  </a:lnTo>
                  <a:cubicBezTo>
                    <a:pt x="6" y="39"/>
                    <a:pt x="3" y="19"/>
                    <a:pt x="0" y="0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"/>
            <p:cNvSpPr/>
            <p:nvPr/>
          </p:nvSpPr>
          <p:spPr>
            <a:xfrm flipH="1">
              <a:off x="1812817" y="3795958"/>
              <a:ext cx="578271" cy="207285"/>
            </a:xfrm>
            <a:custGeom>
              <a:rect b="b" l="l" r="r" t="t"/>
              <a:pathLst>
                <a:path extrusionOk="0" h="604" w="1685">
                  <a:moveTo>
                    <a:pt x="0" y="0"/>
                  </a:moveTo>
                  <a:lnTo>
                    <a:pt x="675" y="218"/>
                  </a:lnTo>
                  <a:cubicBezTo>
                    <a:pt x="689" y="233"/>
                    <a:pt x="705" y="246"/>
                    <a:pt x="722" y="259"/>
                  </a:cubicBezTo>
                  <a:lnTo>
                    <a:pt x="730" y="236"/>
                  </a:lnTo>
                  <a:lnTo>
                    <a:pt x="936" y="302"/>
                  </a:lnTo>
                  <a:lnTo>
                    <a:pt x="925" y="335"/>
                  </a:lnTo>
                  <a:cubicBezTo>
                    <a:pt x="963" y="340"/>
                    <a:pt x="998" y="340"/>
                    <a:pt x="1031" y="333"/>
                  </a:cubicBezTo>
                  <a:lnTo>
                    <a:pt x="1685" y="544"/>
                  </a:lnTo>
                  <a:cubicBezTo>
                    <a:pt x="1668" y="565"/>
                    <a:pt x="1650" y="585"/>
                    <a:pt x="1631" y="604"/>
                  </a:cubicBezTo>
                  <a:lnTo>
                    <a:pt x="9" y="81"/>
                  </a:lnTo>
                  <a:cubicBezTo>
                    <a:pt x="4" y="54"/>
                    <a:pt x="1" y="28"/>
                    <a:pt x="0" y="0"/>
                  </a:cubicBezTo>
                  <a:close/>
                </a:path>
              </a:pathLst>
            </a:custGeom>
            <a:solidFill>
              <a:srgbClr val="FDBC4A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"/>
            <p:cNvSpPr/>
            <p:nvPr/>
          </p:nvSpPr>
          <p:spPr>
            <a:xfrm flipH="1">
              <a:off x="1804237" y="3781544"/>
              <a:ext cx="587194" cy="210374"/>
            </a:xfrm>
            <a:custGeom>
              <a:rect b="b" l="l" r="r" t="t"/>
              <a:pathLst>
                <a:path extrusionOk="0" h="613" w="1711">
                  <a:moveTo>
                    <a:pt x="0" y="0"/>
                  </a:moveTo>
                  <a:lnTo>
                    <a:pt x="637" y="205"/>
                  </a:lnTo>
                  <a:cubicBezTo>
                    <a:pt x="656" y="242"/>
                    <a:pt x="685" y="274"/>
                    <a:pt x="723" y="301"/>
                  </a:cubicBezTo>
                  <a:lnTo>
                    <a:pt x="743" y="239"/>
                  </a:lnTo>
                  <a:lnTo>
                    <a:pt x="949" y="306"/>
                  </a:lnTo>
                  <a:lnTo>
                    <a:pt x="927" y="375"/>
                  </a:lnTo>
                  <a:lnTo>
                    <a:pt x="4" y="77"/>
                  </a:lnTo>
                  <a:cubicBezTo>
                    <a:pt x="1" y="52"/>
                    <a:pt x="0" y="26"/>
                    <a:pt x="0" y="0"/>
                  </a:cubicBezTo>
                  <a:moveTo>
                    <a:pt x="1663" y="613"/>
                  </a:moveTo>
                  <a:lnTo>
                    <a:pt x="936" y="378"/>
                  </a:lnTo>
                  <a:cubicBezTo>
                    <a:pt x="996" y="385"/>
                    <a:pt x="1051" y="376"/>
                    <a:pt x="1096" y="353"/>
                  </a:cubicBezTo>
                  <a:lnTo>
                    <a:pt x="1711" y="551"/>
                  </a:lnTo>
                  <a:cubicBezTo>
                    <a:pt x="1696" y="573"/>
                    <a:pt x="1680" y="593"/>
                    <a:pt x="1663" y="613"/>
                  </a:cubicBezTo>
                  <a:close/>
                </a:path>
              </a:pathLst>
            </a:custGeom>
            <a:solidFill>
              <a:srgbClr val="FDBD4B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"/>
            <p:cNvSpPr/>
            <p:nvPr/>
          </p:nvSpPr>
          <p:spPr>
            <a:xfrm flipH="1">
              <a:off x="1796687" y="3767130"/>
              <a:ext cx="594744" cy="213119"/>
            </a:xfrm>
            <a:custGeom>
              <a:rect b="b" l="l" r="r" t="t"/>
              <a:pathLst>
                <a:path extrusionOk="0" h="621" w="1733">
                  <a:moveTo>
                    <a:pt x="2" y="0"/>
                  </a:moveTo>
                  <a:lnTo>
                    <a:pt x="617" y="198"/>
                  </a:lnTo>
                  <a:cubicBezTo>
                    <a:pt x="626" y="232"/>
                    <a:pt x="643" y="263"/>
                    <a:pt x="666" y="290"/>
                  </a:cubicBezTo>
                  <a:lnTo>
                    <a:pt x="0" y="76"/>
                  </a:lnTo>
                  <a:cubicBezTo>
                    <a:pt x="0" y="51"/>
                    <a:pt x="0" y="25"/>
                    <a:pt x="2" y="0"/>
                  </a:cubicBezTo>
                  <a:moveTo>
                    <a:pt x="756" y="242"/>
                  </a:moveTo>
                  <a:lnTo>
                    <a:pt x="962" y="309"/>
                  </a:lnTo>
                  <a:lnTo>
                    <a:pt x="939" y="378"/>
                  </a:lnTo>
                  <a:lnTo>
                    <a:pt x="733" y="312"/>
                  </a:lnTo>
                  <a:lnTo>
                    <a:pt x="756" y="242"/>
                  </a:lnTo>
                  <a:moveTo>
                    <a:pt x="1691" y="621"/>
                  </a:moveTo>
                  <a:lnTo>
                    <a:pt x="1048" y="413"/>
                  </a:lnTo>
                  <a:cubicBezTo>
                    <a:pt x="1082" y="404"/>
                    <a:pt x="1113" y="388"/>
                    <a:pt x="1139" y="366"/>
                  </a:cubicBezTo>
                  <a:lnTo>
                    <a:pt x="1733" y="557"/>
                  </a:lnTo>
                  <a:cubicBezTo>
                    <a:pt x="1721" y="579"/>
                    <a:pt x="1706" y="601"/>
                    <a:pt x="1691" y="621"/>
                  </a:cubicBezTo>
                  <a:close/>
                </a:path>
              </a:pathLst>
            </a:custGeom>
            <a:solidFill>
              <a:srgbClr val="FDBD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"/>
            <p:cNvSpPr/>
            <p:nvPr/>
          </p:nvSpPr>
          <p:spPr>
            <a:xfrm flipH="1">
              <a:off x="1789823" y="3752716"/>
              <a:ext cx="601608" cy="215522"/>
            </a:xfrm>
            <a:custGeom>
              <a:rect b="b" l="l" r="r" t="t"/>
              <a:pathLst>
                <a:path extrusionOk="0" h="628" w="1753">
                  <a:moveTo>
                    <a:pt x="6" y="0"/>
                  </a:moveTo>
                  <a:lnTo>
                    <a:pt x="608" y="194"/>
                  </a:lnTo>
                  <a:cubicBezTo>
                    <a:pt x="611" y="224"/>
                    <a:pt x="619" y="252"/>
                    <a:pt x="631" y="278"/>
                  </a:cubicBezTo>
                  <a:lnTo>
                    <a:pt x="0" y="74"/>
                  </a:lnTo>
                  <a:cubicBezTo>
                    <a:pt x="1" y="50"/>
                    <a:pt x="3" y="25"/>
                    <a:pt x="6" y="0"/>
                  </a:cubicBezTo>
                  <a:moveTo>
                    <a:pt x="768" y="246"/>
                  </a:moveTo>
                  <a:lnTo>
                    <a:pt x="974" y="312"/>
                  </a:lnTo>
                  <a:lnTo>
                    <a:pt x="952" y="381"/>
                  </a:lnTo>
                  <a:lnTo>
                    <a:pt x="746" y="315"/>
                  </a:lnTo>
                  <a:lnTo>
                    <a:pt x="768" y="246"/>
                  </a:lnTo>
                  <a:moveTo>
                    <a:pt x="1716" y="628"/>
                  </a:moveTo>
                  <a:lnTo>
                    <a:pt x="1106" y="431"/>
                  </a:lnTo>
                  <a:cubicBezTo>
                    <a:pt x="1131" y="417"/>
                    <a:pt x="1152" y="398"/>
                    <a:pt x="1170" y="376"/>
                  </a:cubicBezTo>
                  <a:lnTo>
                    <a:pt x="1753" y="564"/>
                  </a:lnTo>
                  <a:cubicBezTo>
                    <a:pt x="1742" y="586"/>
                    <a:pt x="1729" y="607"/>
                    <a:pt x="1716" y="628"/>
                  </a:cubicBezTo>
                  <a:close/>
                </a:path>
              </a:pathLst>
            </a:custGeom>
            <a:solidFill>
              <a:srgbClr val="FDBE4C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"/>
            <p:cNvSpPr/>
            <p:nvPr/>
          </p:nvSpPr>
          <p:spPr>
            <a:xfrm flipH="1">
              <a:off x="1783989" y="3738645"/>
              <a:ext cx="606412" cy="217238"/>
            </a:xfrm>
            <a:custGeom>
              <a:rect b="b" l="l" r="r" t="t"/>
              <a:pathLst>
                <a:path extrusionOk="0" h="633" w="1767">
                  <a:moveTo>
                    <a:pt x="10" y="0"/>
                  </a:moveTo>
                  <a:lnTo>
                    <a:pt x="604" y="192"/>
                  </a:lnTo>
                  <a:cubicBezTo>
                    <a:pt x="603" y="220"/>
                    <a:pt x="605" y="246"/>
                    <a:pt x="611" y="271"/>
                  </a:cubicBezTo>
                  <a:lnTo>
                    <a:pt x="0" y="74"/>
                  </a:lnTo>
                  <a:cubicBezTo>
                    <a:pt x="2" y="50"/>
                    <a:pt x="5" y="25"/>
                    <a:pt x="10" y="0"/>
                  </a:cubicBezTo>
                  <a:moveTo>
                    <a:pt x="778" y="248"/>
                  </a:moveTo>
                  <a:lnTo>
                    <a:pt x="984" y="314"/>
                  </a:lnTo>
                  <a:lnTo>
                    <a:pt x="961" y="384"/>
                  </a:lnTo>
                  <a:lnTo>
                    <a:pt x="755" y="318"/>
                  </a:lnTo>
                  <a:lnTo>
                    <a:pt x="778" y="248"/>
                  </a:lnTo>
                  <a:moveTo>
                    <a:pt x="1735" y="633"/>
                  </a:moveTo>
                  <a:lnTo>
                    <a:pt x="1143" y="443"/>
                  </a:lnTo>
                  <a:cubicBezTo>
                    <a:pt x="1162" y="425"/>
                    <a:pt x="1178" y="405"/>
                    <a:pt x="1190" y="381"/>
                  </a:cubicBezTo>
                  <a:lnTo>
                    <a:pt x="1767" y="567"/>
                  </a:lnTo>
                  <a:cubicBezTo>
                    <a:pt x="1758" y="590"/>
                    <a:pt x="1747" y="612"/>
                    <a:pt x="1735" y="633"/>
                  </a:cubicBezTo>
                  <a:close/>
                </a:path>
              </a:pathLst>
            </a:custGeom>
            <a:solidFill>
              <a:srgbClr val="FDBF4D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"/>
            <p:cNvSpPr/>
            <p:nvPr/>
          </p:nvSpPr>
          <p:spPr>
            <a:xfrm flipH="1">
              <a:off x="1778841" y="3724918"/>
              <a:ext cx="610187" cy="218267"/>
            </a:xfrm>
            <a:custGeom>
              <a:rect b="b" l="l" r="r" t="t"/>
              <a:pathLst>
                <a:path extrusionOk="0" h="636" w="1778">
                  <a:moveTo>
                    <a:pt x="14" y="0"/>
                  </a:moveTo>
                  <a:lnTo>
                    <a:pt x="603" y="190"/>
                  </a:lnTo>
                  <a:cubicBezTo>
                    <a:pt x="599" y="217"/>
                    <a:pt x="598" y="242"/>
                    <a:pt x="600" y="266"/>
                  </a:cubicBezTo>
                  <a:lnTo>
                    <a:pt x="0" y="73"/>
                  </a:lnTo>
                  <a:cubicBezTo>
                    <a:pt x="4" y="49"/>
                    <a:pt x="8" y="25"/>
                    <a:pt x="14" y="0"/>
                  </a:cubicBezTo>
                  <a:moveTo>
                    <a:pt x="786" y="249"/>
                  </a:moveTo>
                  <a:lnTo>
                    <a:pt x="992" y="316"/>
                  </a:lnTo>
                  <a:lnTo>
                    <a:pt x="970" y="385"/>
                  </a:lnTo>
                  <a:lnTo>
                    <a:pt x="764" y="318"/>
                  </a:lnTo>
                  <a:lnTo>
                    <a:pt x="786" y="249"/>
                  </a:lnTo>
                  <a:moveTo>
                    <a:pt x="1750" y="636"/>
                  </a:moveTo>
                  <a:lnTo>
                    <a:pt x="1169" y="449"/>
                  </a:lnTo>
                  <a:cubicBezTo>
                    <a:pt x="1183" y="430"/>
                    <a:pt x="1194" y="408"/>
                    <a:pt x="1202" y="383"/>
                  </a:cubicBezTo>
                  <a:lnTo>
                    <a:pt x="1778" y="569"/>
                  </a:lnTo>
                  <a:cubicBezTo>
                    <a:pt x="1770" y="592"/>
                    <a:pt x="1761" y="614"/>
                    <a:pt x="1750" y="636"/>
                  </a:cubicBezTo>
                  <a:close/>
                </a:path>
              </a:pathLst>
            </a:custGeom>
            <a:solidFill>
              <a:srgbClr val="FDBF4E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"/>
            <p:cNvSpPr/>
            <p:nvPr/>
          </p:nvSpPr>
          <p:spPr>
            <a:xfrm flipH="1">
              <a:off x="1770605" y="3713936"/>
              <a:ext cx="612933" cy="203510"/>
            </a:xfrm>
            <a:custGeom>
              <a:rect b="b" l="l" r="r" t="t"/>
              <a:pathLst>
                <a:path extrusionOk="0" h="593" w="1786">
                  <a:moveTo>
                    <a:pt x="7" y="0"/>
                  </a:moveTo>
                  <a:lnTo>
                    <a:pt x="593" y="190"/>
                  </a:lnTo>
                  <a:cubicBezTo>
                    <a:pt x="591" y="198"/>
                    <a:pt x="590" y="206"/>
                    <a:pt x="589" y="213"/>
                  </a:cubicBezTo>
                  <a:lnTo>
                    <a:pt x="0" y="24"/>
                  </a:lnTo>
                  <a:cubicBezTo>
                    <a:pt x="2" y="16"/>
                    <a:pt x="4" y="8"/>
                    <a:pt x="7" y="0"/>
                  </a:cubicBezTo>
                  <a:moveTo>
                    <a:pt x="795" y="204"/>
                  </a:moveTo>
                  <a:lnTo>
                    <a:pt x="1001" y="270"/>
                  </a:lnTo>
                  <a:lnTo>
                    <a:pt x="979" y="339"/>
                  </a:lnTo>
                  <a:lnTo>
                    <a:pt x="773" y="273"/>
                  </a:lnTo>
                  <a:lnTo>
                    <a:pt x="795" y="204"/>
                  </a:lnTo>
                  <a:moveTo>
                    <a:pt x="1770" y="580"/>
                  </a:moveTo>
                  <a:cubicBezTo>
                    <a:pt x="1768" y="584"/>
                    <a:pt x="1767" y="589"/>
                    <a:pt x="1765" y="593"/>
                  </a:cubicBezTo>
                  <a:lnTo>
                    <a:pt x="1188" y="407"/>
                  </a:lnTo>
                  <a:cubicBezTo>
                    <a:pt x="1196" y="381"/>
                    <a:pt x="1199" y="357"/>
                    <a:pt x="1197" y="333"/>
                  </a:cubicBezTo>
                  <a:lnTo>
                    <a:pt x="1786" y="523"/>
                  </a:lnTo>
                  <a:cubicBezTo>
                    <a:pt x="1781" y="541"/>
                    <a:pt x="1776" y="560"/>
                    <a:pt x="1770" y="580"/>
                  </a:cubicBezTo>
                  <a:close/>
                </a:path>
              </a:pathLst>
            </a:custGeom>
            <a:solidFill>
              <a:srgbClr val="FDC04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"/>
            <p:cNvSpPr/>
            <p:nvPr/>
          </p:nvSpPr>
          <p:spPr>
            <a:xfrm flipH="1">
              <a:off x="1767516" y="3770219"/>
              <a:ext cx="346619" cy="133843"/>
            </a:xfrm>
            <a:custGeom>
              <a:rect b="b" l="l" r="r" t="t"/>
              <a:pathLst>
                <a:path extrusionOk="0" h="390" w="1010">
                  <a:moveTo>
                    <a:pt x="23" y="0"/>
                  </a:moveTo>
                  <a:lnTo>
                    <a:pt x="229" y="67"/>
                  </a:lnTo>
                  <a:lnTo>
                    <a:pt x="207" y="136"/>
                  </a:lnTo>
                  <a:lnTo>
                    <a:pt x="0" y="70"/>
                  </a:lnTo>
                  <a:lnTo>
                    <a:pt x="23" y="0"/>
                  </a:lnTo>
                  <a:moveTo>
                    <a:pt x="992" y="390"/>
                  </a:moveTo>
                  <a:lnTo>
                    <a:pt x="411" y="203"/>
                  </a:lnTo>
                  <a:cubicBezTo>
                    <a:pt x="414" y="175"/>
                    <a:pt x="411" y="148"/>
                    <a:pt x="403" y="123"/>
                  </a:cubicBezTo>
                  <a:lnTo>
                    <a:pt x="1010" y="318"/>
                  </a:lnTo>
                  <a:cubicBezTo>
                    <a:pt x="1005" y="341"/>
                    <a:pt x="1000" y="365"/>
                    <a:pt x="992" y="390"/>
                  </a:cubicBezTo>
                  <a:close/>
                </a:path>
              </a:pathLst>
            </a:custGeom>
            <a:solidFill>
              <a:srgbClr val="FDC150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"/>
            <p:cNvSpPr/>
            <p:nvPr/>
          </p:nvSpPr>
          <p:spPr>
            <a:xfrm flipH="1">
              <a:off x="1765457" y="3757178"/>
              <a:ext cx="344217" cy="133157"/>
            </a:xfrm>
            <a:custGeom>
              <a:rect b="b" l="l" r="r" t="t"/>
              <a:pathLst>
                <a:path extrusionOk="0" h="388" w="1003">
                  <a:moveTo>
                    <a:pt x="22" y="0"/>
                  </a:moveTo>
                  <a:lnTo>
                    <a:pt x="228" y="67"/>
                  </a:lnTo>
                  <a:lnTo>
                    <a:pt x="206" y="135"/>
                  </a:lnTo>
                  <a:lnTo>
                    <a:pt x="0" y="69"/>
                  </a:lnTo>
                  <a:lnTo>
                    <a:pt x="22" y="0"/>
                  </a:lnTo>
                  <a:moveTo>
                    <a:pt x="990" y="388"/>
                  </a:moveTo>
                  <a:lnTo>
                    <a:pt x="398" y="197"/>
                  </a:lnTo>
                  <a:cubicBezTo>
                    <a:pt x="394" y="167"/>
                    <a:pt x="383" y="139"/>
                    <a:pt x="366" y="111"/>
                  </a:cubicBezTo>
                  <a:lnTo>
                    <a:pt x="1003" y="316"/>
                  </a:lnTo>
                  <a:cubicBezTo>
                    <a:pt x="1000" y="340"/>
                    <a:pt x="996" y="364"/>
                    <a:pt x="990" y="388"/>
                  </a:cubicBezTo>
                  <a:close/>
                </a:path>
              </a:pathLst>
            </a:custGeom>
            <a:solidFill>
              <a:srgbClr val="FDC25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"/>
            <p:cNvSpPr/>
            <p:nvPr/>
          </p:nvSpPr>
          <p:spPr>
            <a:xfrm flipH="1">
              <a:off x="1763741" y="3730409"/>
              <a:ext cx="337353" cy="132127"/>
            </a:xfrm>
            <a:custGeom>
              <a:rect b="b" l="l" r="r" t="t"/>
              <a:pathLst>
                <a:path extrusionOk="0" h="385" w="983">
                  <a:moveTo>
                    <a:pt x="22" y="0"/>
                  </a:moveTo>
                  <a:lnTo>
                    <a:pt x="983" y="310"/>
                  </a:lnTo>
                  <a:cubicBezTo>
                    <a:pt x="983" y="334"/>
                    <a:pt x="982" y="359"/>
                    <a:pt x="979" y="385"/>
                  </a:cubicBezTo>
                  <a:lnTo>
                    <a:pt x="333" y="177"/>
                  </a:lnTo>
                  <a:cubicBezTo>
                    <a:pt x="308" y="139"/>
                    <a:pt x="271" y="104"/>
                    <a:pt x="228" y="69"/>
                  </a:cubicBezTo>
                  <a:lnTo>
                    <a:pt x="206" y="136"/>
                  </a:lnTo>
                  <a:lnTo>
                    <a:pt x="0" y="69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DC3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"/>
            <p:cNvSpPr/>
            <p:nvPr/>
          </p:nvSpPr>
          <p:spPr>
            <a:xfrm flipH="1">
              <a:off x="1763741" y="3717025"/>
              <a:ext cx="333235" cy="131441"/>
            </a:xfrm>
            <a:custGeom>
              <a:rect b="b" l="l" r="r" t="t"/>
              <a:pathLst>
                <a:path extrusionOk="0" h="383" w="971">
                  <a:moveTo>
                    <a:pt x="23" y="0"/>
                  </a:moveTo>
                  <a:lnTo>
                    <a:pt x="968" y="305"/>
                  </a:lnTo>
                  <a:cubicBezTo>
                    <a:pt x="971" y="330"/>
                    <a:pt x="971" y="356"/>
                    <a:pt x="970" y="383"/>
                  </a:cubicBezTo>
                  <a:lnTo>
                    <a:pt x="272" y="158"/>
                  </a:lnTo>
                  <a:cubicBezTo>
                    <a:pt x="255" y="141"/>
                    <a:pt x="236" y="124"/>
                    <a:pt x="216" y="108"/>
                  </a:cubicBezTo>
                  <a:lnTo>
                    <a:pt x="206" y="136"/>
                  </a:lnTo>
                  <a:lnTo>
                    <a:pt x="0" y="7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DC45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"/>
            <p:cNvSpPr/>
            <p:nvPr/>
          </p:nvSpPr>
          <p:spPr>
            <a:xfrm flipH="1">
              <a:off x="1764084" y="3695747"/>
              <a:ext cx="345590" cy="137961"/>
            </a:xfrm>
            <a:custGeom>
              <a:rect b="b" l="l" r="r" t="t"/>
              <a:pathLst>
                <a:path extrusionOk="0" h="402" w="1007">
                  <a:moveTo>
                    <a:pt x="66" y="42"/>
                  </a:moveTo>
                  <a:cubicBezTo>
                    <a:pt x="45" y="28"/>
                    <a:pt x="22" y="14"/>
                    <a:pt x="0" y="0"/>
                  </a:cubicBezTo>
                  <a:lnTo>
                    <a:pt x="999" y="322"/>
                  </a:lnTo>
                  <a:cubicBezTo>
                    <a:pt x="1004" y="348"/>
                    <a:pt x="1007" y="374"/>
                    <a:pt x="1007" y="402"/>
                  </a:cubicBezTo>
                  <a:lnTo>
                    <a:pt x="50" y="93"/>
                  </a:lnTo>
                  <a:lnTo>
                    <a:pt x="66" y="42"/>
                  </a:lnTo>
                  <a:close/>
                </a:path>
              </a:pathLst>
            </a:custGeom>
            <a:solidFill>
              <a:srgbClr val="FDC45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"/>
            <p:cNvSpPr/>
            <p:nvPr/>
          </p:nvSpPr>
          <p:spPr>
            <a:xfrm flipH="1">
              <a:off x="1765114" y="3667262"/>
              <a:ext cx="387459" cy="151346"/>
            </a:xfrm>
            <a:custGeom>
              <a:rect b="b" l="l" r="r" t="t"/>
              <a:pathLst>
                <a:path extrusionOk="0" h="441" w="1129">
                  <a:moveTo>
                    <a:pt x="191" y="125"/>
                  </a:moveTo>
                  <a:cubicBezTo>
                    <a:pt x="129" y="85"/>
                    <a:pt x="63" y="44"/>
                    <a:pt x="0" y="0"/>
                  </a:cubicBezTo>
                  <a:lnTo>
                    <a:pt x="1114" y="359"/>
                  </a:lnTo>
                  <a:cubicBezTo>
                    <a:pt x="1121" y="385"/>
                    <a:pt x="1126" y="412"/>
                    <a:pt x="1129" y="441"/>
                  </a:cubicBezTo>
                  <a:lnTo>
                    <a:pt x="187" y="137"/>
                  </a:lnTo>
                  <a:lnTo>
                    <a:pt x="191" y="125"/>
                  </a:lnTo>
                  <a:close/>
                </a:path>
              </a:pathLst>
            </a:custGeom>
            <a:solidFill>
              <a:srgbClr val="FDC555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"/>
            <p:cNvSpPr/>
            <p:nvPr/>
          </p:nvSpPr>
          <p:spPr>
            <a:xfrm flipH="1">
              <a:off x="1767516" y="3640837"/>
              <a:ext cx="420748" cy="162328"/>
            </a:xfrm>
            <a:custGeom>
              <a:rect b="b" l="l" r="r" t="t"/>
              <a:pathLst>
                <a:path extrusionOk="0" h="473" w="1226">
                  <a:moveTo>
                    <a:pt x="0" y="0"/>
                  </a:moveTo>
                  <a:lnTo>
                    <a:pt x="1202" y="387"/>
                  </a:lnTo>
                  <a:cubicBezTo>
                    <a:pt x="1212" y="414"/>
                    <a:pt x="1221" y="443"/>
                    <a:pt x="1226" y="473"/>
                  </a:cubicBezTo>
                  <a:lnTo>
                    <a:pt x="201" y="142"/>
                  </a:lnTo>
                  <a:cubicBezTo>
                    <a:pt x="133" y="98"/>
                    <a:pt x="64" y="51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"/>
            <p:cNvSpPr/>
            <p:nvPr/>
          </p:nvSpPr>
          <p:spPr>
            <a:xfrm flipH="1">
              <a:off x="1771291" y="3617500"/>
              <a:ext cx="444085" cy="169535"/>
            </a:xfrm>
            <a:custGeom>
              <a:rect b="b" l="l" r="r" t="t"/>
              <a:pathLst>
                <a:path extrusionOk="0" h="494" w="1294">
                  <a:moveTo>
                    <a:pt x="0" y="0"/>
                  </a:moveTo>
                  <a:lnTo>
                    <a:pt x="1259" y="406"/>
                  </a:lnTo>
                  <a:cubicBezTo>
                    <a:pt x="1273" y="434"/>
                    <a:pt x="1285" y="463"/>
                    <a:pt x="1294" y="494"/>
                  </a:cubicBezTo>
                  <a:lnTo>
                    <a:pt x="157" y="127"/>
                  </a:lnTo>
                  <a:cubicBezTo>
                    <a:pt x="102" y="88"/>
                    <a:pt x="48" y="46"/>
                    <a:pt x="0" y="0"/>
                  </a:cubicBezTo>
                  <a:close/>
                </a:path>
              </a:pathLst>
            </a:custGeom>
            <a:solidFill>
              <a:srgbClr val="FDC656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"/>
            <p:cNvSpPr/>
            <p:nvPr/>
          </p:nvSpPr>
          <p:spPr>
            <a:xfrm flipH="1">
              <a:off x="1777125" y="3595879"/>
              <a:ext cx="459185" cy="174339"/>
            </a:xfrm>
            <a:custGeom>
              <a:rect b="b" l="l" r="r" t="t"/>
              <a:pathLst>
                <a:path extrusionOk="0" h="508" w="1338">
                  <a:moveTo>
                    <a:pt x="0" y="0"/>
                  </a:moveTo>
                  <a:lnTo>
                    <a:pt x="1290" y="417"/>
                  </a:lnTo>
                  <a:cubicBezTo>
                    <a:pt x="1309" y="446"/>
                    <a:pt x="1325" y="476"/>
                    <a:pt x="1338" y="508"/>
                  </a:cubicBezTo>
                  <a:lnTo>
                    <a:pt x="122" y="117"/>
                  </a:lnTo>
                  <a:cubicBezTo>
                    <a:pt x="78" y="81"/>
                    <a:pt x="37" y="42"/>
                    <a:pt x="0" y="0"/>
                  </a:cubicBezTo>
                  <a:close/>
                </a:path>
              </a:pathLst>
            </a:custGeom>
            <a:solidFill>
              <a:srgbClr val="FDC757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"/>
            <p:cNvSpPr/>
            <p:nvPr/>
          </p:nvSpPr>
          <p:spPr>
            <a:xfrm flipH="1">
              <a:off x="1785362" y="3576318"/>
              <a:ext cx="466735" cy="176742"/>
            </a:xfrm>
            <a:custGeom>
              <a:rect b="b" l="l" r="r" t="t"/>
              <a:pathLst>
                <a:path extrusionOk="0" h="515" w="1360">
                  <a:moveTo>
                    <a:pt x="0" y="0"/>
                  </a:moveTo>
                  <a:lnTo>
                    <a:pt x="1297" y="418"/>
                  </a:lnTo>
                  <a:cubicBezTo>
                    <a:pt x="1321" y="449"/>
                    <a:pt x="1342" y="481"/>
                    <a:pt x="1360" y="515"/>
                  </a:cubicBezTo>
                  <a:lnTo>
                    <a:pt x="93" y="106"/>
                  </a:lnTo>
                  <a:cubicBezTo>
                    <a:pt x="59" y="73"/>
                    <a:pt x="27" y="38"/>
                    <a:pt x="0" y="0"/>
                  </a:cubicBezTo>
                  <a:close/>
                </a:path>
              </a:pathLst>
            </a:custGeom>
            <a:solidFill>
              <a:srgbClr val="FDC858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"/>
            <p:cNvSpPr/>
            <p:nvPr/>
          </p:nvSpPr>
          <p:spPr>
            <a:xfrm flipH="1">
              <a:off x="1289800" y="2913622"/>
              <a:ext cx="1474334" cy="1473990"/>
            </a:xfrm>
            <a:custGeom>
              <a:rect b="b" l="l" r="r" t="t"/>
              <a:pathLst>
                <a:path extrusionOk="0" h="4295" w="4296">
                  <a:moveTo>
                    <a:pt x="3667" y="629"/>
                  </a:moveTo>
                  <a:cubicBezTo>
                    <a:pt x="3934" y="895"/>
                    <a:pt x="4125" y="1228"/>
                    <a:pt x="4223" y="1592"/>
                  </a:cubicBezTo>
                  <a:cubicBezTo>
                    <a:pt x="4320" y="1957"/>
                    <a:pt x="4320" y="2339"/>
                    <a:pt x="4223" y="2703"/>
                  </a:cubicBezTo>
                  <a:cubicBezTo>
                    <a:pt x="4125" y="3068"/>
                    <a:pt x="3933" y="3400"/>
                    <a:pt x="3667" y="3666"/>
                  </a:cubicBezTo>
                  <a:cubicBezTo>
                    <a:pt x="3400" y="3933"/>
                    <a:pt x="3068" y="4125"/>
                    <a:pt x="2704" y="4222"/>
                  </a:cubicBezTo>
                  <a:cubicBezTo>
                    <a:pt x="2339" y="4320"/>
                    <a:pt x="1956" y="4320"/>
                    <a:pt x="1592" y="4222"/>
                  </a:cubicBezTo>
                  <a:cubicBezTo>
                    <a:pt x="1227" y="4125"/>
                    <a:pt x="895" y="3933"/>
                    <a:pt x="629" y="3666"/>
                  </a:cubicBezTo>
                  <a:cubicBezTo>
                    <a:pt x="362" y="3400"/>
                    <a:pt x="171" y="3068"/>
                    <a:pt x="74" y="2703"/>
                  </a:cubicBezTo>
                  <a:cubicBezTo>
                    <a:pt x="-24" y="2339"/>
                    <a:pt x="-24" y="1956"/>
                    <a:pt x="74" y="1592"/>
                  </a:cubicBezTo>
                  <a:cubicBezTo>
                    <a:pt x="171" y="1227"/>
                    <a:pt x="362" y="896"/>
                    <a:pt x="629" y="629"/>
                  </a:cubicBezTo>
                  <a:cubicBezTo>
                    <a:pt x="895" y="363"/>
                    <a:pt x="1228" y="170"/>
                    <a:pt x="1592" y="73"/>
                  </a:cubicBezTo>
                  <a:cubicBezTo>
                    <a:pt x="1957" y="-25"/>
                    <a:pt x="2340" y="-25"/>
                    <a:pt x="2704" y="73"/>
                  </a:cubicBezTo>
                  <a:cubicBezTo>
                    <a:pt x="3069" y="170"/>
                    <a:pt x="3401" y="362"/>
                    <a:pt x="3667" y="6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7" name="Google Shape;1237;p1"/>
            <p:cNvGrpSpPr/>
            <p:nvPr/>
          </p:nvGrpSpPr>
          <p:grpSpPr>
            <a:xfrm>
              <a:off x="2867090" y="3001478"/>
              <a:ext cx="1364859" cy="1565280"/>
              <a:chOff x="7426940" y="3153878"/>
              <a:chExt cx="1364859" cy="1565280"/>
            </a:xfrm>
          </p:grpSpPr>
          <p:sp>
            <p:nvSpPr>
              <p:cNvPr id="1238" name="Google Shape;1238;p1"/>
              <p:cNvSpPr/>
              <p:nvPr/>
            </p:nvSpPr>
            <p:spPr>
              <a:xfrm flipH="1">
                <a:off x="7576570" y="4641254"/>
                <a:ext cx="1215229" cy="77904"/>
              </a:xfrm>
              <a:custGeom>
                <a:rect b="b" l="l" r="r" t="t"/>
                <a:pathLst>
                  <a:path extrusionOk="0" h="227" w="3541">
                    <a:moveTo>
                      <a:pt x="3541" y="114"/>
                    </a:moveTo>
                    <a:cubicBezTo>
                      <a:pt x="3541" y="134"/>
                      <a:pt x="3459" y="153"/>
                      <a:pt x="3304" y="170"/>
                    </a:cubicBezTo>
                    <a:cubicBezTo>
                      <a:pt x="3149" y="188"/>
                      <a:pt x="2925" y="202"/>
                      <a:pt x="2656" y="212"/>
                    </a:cubicBezTo>
                    <a:cubicBezTo>
                      <a:pt x="2387" y="222"/>
                      <a:pt x="2082" y="227"/>
                      <a:pt x="1771" y="227"/>
                    </a:cubicBezTo>
                    <a:cubicBezTo>
                      <a:pt x="1460" y="227"/>
                      <a:pt x="1155" y="222"/>
                      <a:pt x="886" y="212"/>
                    </a:cubicBezTo>
                    <a:cubicBezTo>
                      <a:pt x="616" y="202"/>
                      <a:pt x="393" y="188"/>
                      <a:pt x="238" y="170"/>
                    </a:cubicBezTo>
                    <a:cubicBezTo>
                      <a:pt x="82" y="153"/>
                      <a:pt x="0" y="134"/>
                      <a:pt x="0" y="114"/>
                    </a:cubicBezTo>
                    <a:cubicBezTo>
                      <a:pt x="0" y="94"/>
                      <a:pt x="82" y="74"/>
                      <a:pt x="238" y="57"/>
                    </a:cubicBezTo>
                    <a:cubicBezTo>
                      <a:pt x="393" y="39"/>
                      <a:pt x="616" y="25"/>
                      <a:pt x="886" y="15"/>
                    </a:cubicBezTo>
                    <a:cubicBezTo>
                      <a:pt x="1155" y="5"/>
                      <a:pt x="1460" y="0"/>
                      <a:pt x="1771" y="0"/>
                    </a:cubicBezTo>
                    <a:cubicBezTo>
                      <a:pt x="2082" y="0"/>
                      <a:pt x="2387" y="5"/>
                      <a:pt x="2656" y="15"/>
                    </a:cubicBezTo>
                    <a:cubicBezTo>
                      <a:pt x="2925" y="25"/>
                      <a:pt x="3149" y="39"/>
                      <a:pt x="3304" y="57"/>
                    </a:cubicBezTo>
                    <a:cubicBezTo>
                      <a:pt x="3459" y="74"/>
                      <a:pt x="3541" y="94"/>
                      <a:pt x="3541" y="114"/>
                    </a:cubicBezTo>
                    <a:close/>
                  </a:path>
                </a:pathLst>
              </a:custGeom>
              <a:solidFill>
                <a:srgbClr val="61795F">
                  <a:alpha val="27058"/>
                </a:srgbClr>
              </a:solidFill>
              <a:ln>
                <a:noFill/>
              </a:ln>
            </p:spPr>
            <p:txBody>
              <a:bodyPr anchorCtr="1" anchor="ctr" bIns="36700" lIns="90000" spcFirstLastPara="1" rIns="90000" wrap="square" tIns="36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1"/>
              <p:cNvSpPr/>
              <p:nvPr/>
            </p:nvSpPr>
            <p:spPr>
              <a:xfrm flipH="1">
                <a:off x="8530632" y="4527659"/>
                <a:ext cx="75845" cy="78933"/>
              </a:xfrm>
              <a:custGeom>
                <a:rect b="b" l="l" r="r" t="t"/>
                <a:pathLst>
                  <a:path extrusionOk="0" h="230" w="221">
                    <a:moveTo>
                      <a:pt x="154" y="230"/>
                    </a:moveTo>
                    <a:cubicBezTo>
                      <a:pt x="145" y="205"/>
                      <a:pt x="138" y="182"/>
                      <a:pt x="138" y="182"/>
                    </a:cubicBezTo>
                    <a:lnTo>
                      <a:pt x="221" y="101"/>
                    </a:lnTo>
                    <a:lnTo>
                      <a:pt x="84" y="0"/>
                    </a:lnTo>
                    <a:lnTo>
                      <a:pt x="3" y="92"/>
                    </a:lnTo>
                    <a:cubicBezTo>
                      <a:pt x="3" y="92"/>
                      <a:pt x="2" y="92"/>
                      <a:pt x="0" y="92"/>
                    </a:cubicBezTo>
                    <a:cubicBezTo>
                      <a:pt x="0" y="105"/>
                      <a:pt x="0" y="117"/>
                      <a:pt x="0" y="129"/>
                    </a:cubicBezTo>
                    <a:cubicBezTo>
                      <a:pt x="42" y="171"/>
                      <a:pt x="95" y="213"/>
                      <a:pt x="15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37800" lIns="90000" spcFirstLastPara="1" rIns="90000" wrap="square" tIns="37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1"/>
              <p:cNvSpPr/>
              <p:nvPr/>
            </p:nvSpPr>
            <p:spPr>
              <a:xfrm flipH="1">
                <a:off x="8484645" y="4559576"/>
                <a:ext cx="146198" cy="103643"/>
              </a:xfrm>
              <a:custGeom>
                <a:rect b="b" l="l" r="r" t="t"/>
                <a:pathLst>
                  <a:path extrusionOk="0" h="302" w="426">
                    <a:moveTo>
                      <a:pt x="400" y="232"/>
                    </a:moveTo>
                    <a:cubicBezTo>
                      <a:pt x="373" y="221"/>
                      <a:pt x="275" y="201"/>
                      <a:pt x="256" y="193"/>
                    </a:cubicBezTo>
                    <a:cubicBezTo>
                      <a:pt x="247" y="188"/>
                      <a:pt x="235" y="162"/>
                      <a:pt x="225" y="137"/>
                    </a:cubicBezTo>
                    <a:cubicBezTo>
                      <a:pt x="166" y="120"/>
                      <a:pt x="113" y="78"/>
                      <a:pt x="71" y="36"/>
                    </a:cubicBezTo>
                    <a:cubicBezTo>
                      <a:pt x="71" y="24"/>
                      <a:pt x="71" y="12"/>
                      <a:pt x="71" y="0"/>
                    </a:cubicBezTo>
                    <a:cubicBezTo>
                      <a:pt x="59" y="3"/>
                      <a:pt x="19" y="17"/>
                      <a:pt x="2" y="76"/>
                    </a:cubicBezTo>
                    <a:cubicBezTo>
                      <a:pt x="-19" y="146"/>
                      <a:pt x="132" y="266"/>
                      <a:pt x="132" y="266"/>
                    </a:cubicBezTo>
                    <a:cubicBezTo>
                      <a:pt x="132" y="266"/>
                      <a:pt x="155" y="297"/>
                      <a:pt x="188" y="300"/>
                    </a:cubicBezTo>
                    <a:cubicBezTo>
                      <a:pt x="221" y="304"/>
                      <a:pt x="426" y="300"/>
                      <a:pt x="426" y="300"/>
                    </a:cubicBezTo>
                    <a:cubicBezTo>
                      <a:pt x="426" y="300"/>
                      <a:pt x="427" y="243"/>
                      <a:pt x="400" y="2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1"/>
              <p:cNvSpPr/>
              <p:nvPr/>
            </p:nvSpPr>
            <p:spPr>
              <a:xfrm flipH="1">
                <a:off x="7780080" y="4595267"/>
                <a:ext cx="76874" cy="56283"/>
              </a:xfrm>
              <a:custGeom>
                <a:rect b="b" l="l" r="r" t="t"/>
                <a:pathLst>
                  <a:path extrusionOk="0" h="164" w="224">
                    <a:moveTo>
                      <a:pt x="224" y="69"/>
                    </a:moveTo>
                    <a:cubicBezTo>
                      <a:pt x="223" y="69"/>
                      <a:pt x="222" y="69"/>
                      <a:pt x="221" y="68"/>
                    </a:cubicBezTo>
                    <a:cubicBezTo>
                      <a:pt x="190" y="61"/>
                      <a:pt x="163" y="0"/>
                      <a:pt x="163" y="0"/>
                    </a:cubicBezTo>
                    <a:lnTo>
                      <a:pt x="0" y="57"/>
                    </a:lnTo>
                    <a:lnTo>
                      <a:pt x="18" y="125"/>
                    </a:lnTo>
                    <a:cubicBezTo>
                      <a:pt x="18" y="125"/>
                      <a:pt x="17" y="139"/>
                      <a:pt x="17" y="156"/>
                    </a:cubicBezTo>
                    <a:cubicBezTo>
                      <a:pt x="90" y="180"/>
                      <a:pt x="185" y="146"/>
                      <a:pt x="224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14025" lIns="90000" spcFirstLastPara="1" rIns="90000" wrap="square" tIns="140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2" name="Google Shape;1242;p1"/>
              <p:cNvSpPr/>
              <p:nvPr/>
            </p:nvSpPr>
            <p:spPr>
              <a:xfrm flipH="1">
                <a:off x="7697715" y="4615172"/>
                <a:ext cx="153405" cy="57999"/>
              </a:xfrm>
              <a:custGeom>
                <a:rect b="b" l="l" r="r" t="t"/>
                <a:pathLst>
                  <a:path extrusionOk="0" h="169" w="447">
                    <a:moveTo>
                      <a:pt x="425" y="0"/>
                    </a:moveTo>
                    <a:cubicBezTo>
                      <a:pt x="405" y="0"/>
                      <a:pt x="243" y="17"/>
                      <a:pt x="207" y="11"/>
                    </a:cubicBezTo>
                    <a:cubicBezTo>
                      <a:pt x="168" y="88"/>
                      <a:pt x="73" y="122"/>
                      <a:pt x="0" y="98"/>
                    </a:cubicBezTo>
                    <a:cubicBezTo>
                      <a:pt x="0" y="117"/>
                      <a:pt x="2" y="140"/>
                      <a:pt x="10" y="154"/>
                    </a:cubicBezTo>
                    <a:cubicBezTo>
                      <a:pt x="25" y="179"/>
                      <a:pt x="165" y="167"/>
                      <a:pt x="212" y="154"/>
                    </a:cubicBezTo>
                    <a:cubicBezTo>
                      <a:pt x="259" y="141"/>
                      <a:pt x="384" y="83"/>
                      <a:pt x="423" y="69"/>
                    </a:cubicBezTo>
                    <a:cubicBezTo>
                      <a:pt x="463" y="54"/>
                      <a:pt x="445" y="0"/>
                      <a:pt x="4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15825" lIns="90000" spcFirstLastPara="1" rIns="90000" wrap="square" tIns="158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3" name="Google Shape;1243;p1"/>
              <p:cNvSpPr/>
              <p:nvPr/>
            </p:nvSpPr>
            <p:spPr>
              <a:xfrm flipH="1">
                <a:off x="7818174" y="3199865"/>
                <a:ext cx="135216" cy="161298"/>
              </a:xfrm>
              <a:custGeom>
                <a:rect b="b" l="l" r="r" t="t"/>
                <a:pathLst>
                  <a:path extrusionOk="0" h="470" w="394">
                    <a:moveTo>
                      <a:pt x="53" y="340"/>
                    </a:moveTo>
                    <a:lnTo>
                      <a:pt x="0" y="329"/>
                    </a:lnTo>
                    <a:cubicBezTo>
                      <a:pt x="0" y="329"/>
                      <a:pt x="77" y="253"/>
                      <a:pt x="84" y="216"/>
                    </a:cubicBezTo>
                    <a:cubicBezTo>
                      <a:pt x="91" y="178"/>
                      <a:pt x="135" y="12"/>
                      <a:pt x="135" y="12"/>
                    </a:cubicBezTo>
                    <a:cubicBezTo>
                      <a:pt x="135" y="12"/>
                      <a:pt x="305" y="-18"/>
                      <a:pt x="358" y="16"/>
                    </a:cubicBezTo>
                    <a:cubicBezTo>
                      <a:pt x="411" y="49"/>
                      <a:pt x="395" y="239"/>
                      <a:pt x="378" y="313"/>
                    </a:cubicBezTo>
                    <a:cubicBezTo>
                      <a:pt x="360" y="388"/>
                      <a:pt x="255" y="370"/>
                      <a:pt x="255" y="370"/>
                    </a:cubicBezTo>
                    <a:cubicBezTo>
                      <a:pt x="255" y="370"/>
                      <a:pt x="220" y="400"/>
                      <a:pt x="224" y="458"/>
                    </a:cubicBezTo>
                    <a:cubicBezTo>
                      <a:pt x="227" y="517"/>
                      <a:pt x="53" y="340"/>
                      <a:pt x="53" y="340"/>
                    </a:cubicBez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1"/>
              <p:cNvSpPr/>
              <p:nvPr/>
            </p:nvSpPr>
            <p:spPr>
              <a:xfrm flipH="1">
                <a:off x="7857984" y="3304194"/>
                <a:ext cx="117713" cy="97465"/>
              </a:xfrm>
              <a:custGeom>
                <a:rect b="b" l="l" r="r" t="t"/>
                <a:pathLst>
                  <a:path extrusionOk="0" h="284" w="343">
                    <a:moveTo>
                      <a:pt x="0" y="41"/>
                    </a:moveTo>
                    <a:cubicBezTo>
                      <a:pt x="0" y="41"/>
                      <a:pt x="44" y="-1"/>
                      <a:pt x="79" y="0"/>
                    </a:cubicBezTo>
                    <a:cubicBezTo>
                      <a:pt x="114" y="1"/>
                      <a:pt x="287" y="110"/>
                      <a:pt x="305" y="139"/>
                    </a:cubicBezTo>
                    <a:cubicBezTo>
                      <a:pt x="323" y="168"/>
                      <a:pt x="343" y="284"/>
                      <a:pt x="343" y="284"/>
                    </a:cubicBezTo>
                    <a:cubicBezTo>
                      <a:pt x="343" y="284"/>
                      <a:pt x="193" y="106"/>
                      <a:pt x="0" y="4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1"/>
              <p:cNvSpPr/>
              <p:nvPr/>
            </p:nvSpPr>
            <p:spPr>
              <a:xfrm flipH="1">
                <a:off x="8058062" y="3884182"/>
                <a:ext cx="525421" cy="692897"/>
              </a:xfrm>
              <a:custGeom>
                <a:rect b="b" l="l" r="r" t="t"/>
                <a:pathLst>
                  <a:path extrusionOk="0" h="2019" w="1531">
                    <a:moveTo>
                      <a:pt x="994" y="0"/>
                    </a:moveTo>
                    <a:lnTo>
                      <a:pt x="606" y="1071"/>
                    </a:lnTo>
                    <a:lnTo>
                      <a:pt x="1" y="1856"/>
                    </a:lnTo>
                    <a:cubicBezTo>
                      <a:pt x="-10" y="1936"/>
                      <a:pt x="59" y="1983"/>
                      <a:pt x="154" y="2019"/>
                    </a:cubicBezTo>
                    <a:lnTo>
                      <a:pt x="1003" y="1247"/>
                    </a:lnTo>
                    <a:lnTo>
                      <a:pt x="1531" y="136"/>
                    </a:lnTo>
                    <a:lnTo>
                      <a:pt x="9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1"/>
              <p:cNvSpPr/>
              <p:nvPr/>
            </p:nvSpPr>
            <p:spPr>
              <a:xfrm flipH="1">
                <a:off x="7791405" y="3771959"/>
                <a:ext cx="460215" cy="848361"/>
              </a:xfrm>
              <a:custGeom>
                <a:rect b="b" l="l" r="r" t="t"/>
                <a:pathLst>
                  <a:path extrusionOk="0" h="2472" w="1341">
                    <a:moveTo>
                      <a:pt x="81" y="0"/>
                    </a:moveTo>
                    <a:cubicBezTo>
                      <a:pt x="81" y="0"/>
                      <a:pt x="16" y="142"/>
                      <a:pt x="2" y="266"/>
                    </a:cubicBezTo>
                    <a:cubicBezTo>
                      <a:pt x="-2" y="297"/>
                      <a:pt x="2" y="330"/>
                      <a:pt x="8" y="363"/>
                    </a:cubicBezTo>
                    <a:cubicBezTo>
                      <a:pt x="30" y="466"/>
                      <a:pt x="86" y="559"/>
                      <a:pt x="164" y="630"/>
                    </a:cubicBezTo>
                    <a:lnTo>
                      <a:pt x="221" y="683"/>
                    </a:lnTo>
                    <a:lnTo>
                      <a:pt x="752" y="1493"/>
                    </a:lnTo>
                    <a:lnTo>
                      <a:pt x="1096" y="2457"/>
                    </a:lnTo>
                    <a:cubicBezTo>
                      <a:pt x="1107" y="2501"/>
                      <a:pt x="1352" y="2439"/>
                      <a:pt x="1341" y="2395"/>
                    </a:cubicBezTo>
                    <a:cubicBezTo>
                      <a:pt x="1341" y="2395"/>
                      <a:pt x="1149" y="1543"/>
                      <a:pt x="1085" y="1335"/>
                    </a:cubicBezTo>
                    <a:cubicBezTo>
                      <a:pt x="1020" y="1128"/>
                      <a:pt x="709" y="432"/>
                      <a:pt x="709" y="432"/>
                    </a:cubicBezTo>
                    <a:lnTo>
                      <a:pt x="689" y="292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1"/>
              <p:cNvSpPr/>
              <p:nvPr/>
            </p:nvSpPr>
            <p:spPr>
              <a:xfrm flipH="1">
                <a:off x="8012418" y="3825840"/>
                <a:ext cx="231995" cy="96436"/>
              </a:xfrm>
              <a:custGeom>
                <a:rect b="b" l="l" r="r" t="t"/>
                <a:pathLst>
                  <a:path extrusionOk="0" h="281" w="676">
                    <a:moveTo>
                      <a:pt x="0" y="0"/>
                    </a:moveTo>
                    <a:cubicBezTo>
                      <a:pt x="0" y="0"/>
                      <a:pt x="89" y="154"/>
                      <a:pt x="294" y="220"/>
                    </a:cubicBezTo>
                    <a:cubicBezTo>
                      <a:pt x="499" y="286"/>
                      <a:pt x="676" y="281"/>
                      <a:pt x="676" y="281"/>
                    </a:cubicBezTo>
                    <a:lnTo>
                      <a:pt x="665" y="1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1"/>
              <p:cNvSpPr/>
              <p:nvPr/>
            </p:nvSpPr>
            <p:spPr>
              <a:xfrm flipH="1">
                <a:off x="7843227" y="3315176"/>
                <a:ext cx="423837" cy="594058"/>
              </a:xfrm>
              <a:custGeom>
                <a:rect b="b" l="l" r="r" t="t"/>
                <a:pathLst>
                  <a:path extrusionOk="0" h="1731" w="1235">
                    <a:moveTo>
                      <a:pt x="842" y="0"/>
                    </a:moveTo>
                    <a:cubicBezTo>
                      <a:pt x="840" y="1"/>
                      <a:pt x="839" y="1"/>
                      <a:pt x="838" y="2"/>
                    </a:cubicBezTo>
                    <a:cubicBezTo>
                      <a:pt x="667" y="71"/>
                      <a:pt x="539" y="216"/>
                      <a:pt x="485" y="392"/>
                    </a:cubicBezTo>
                    <a:cubicBezTo>
                      <a:pt x="426" y="583"/>
                      <a:pt x="358" y="825"/>
                      <a:pt x="358" y="825"/>
                    </a:cubicBezTo>
                    <a:lnTo>
                      <a:pt x="0" y="1441"/>
                    </a:lnTo>
                    <a:cubicBezTo>
                      <a:pt x="0" y="1441"/>
                      <a:pt x="430" y="1786"/>
                      <a:pt x="793" y="1723"/>
                    </a:cubicBezTo>
                    <a:cubicBezTo>
                      <a:pt x="857" y="1552"/>
                      <a:pt x="1027" y="1010"/>
                      <a:pt x="1027" y="1010"/>
                    </a:cubicBezTo>
                    <a:cubicBezTo>
                      <a:pt x="1027" y="1010"/>
                      <a:pt x="1273" y="722"/>
                      <a:pt x="1230" y="344"/>
                    </a:cubicBezTo>
                    <a:cubicBezTo>
                      <a:pt x="1220" y="259"/>
                      <a:pt x="1153" y="181"/>
                      <a:pt x="1098" y="122"/>
                    </a:cubicBezTo>
                    <a:cubicBezTo>
                      <a:pt x="991" y="8"/>
                      <a:pt x="842" y="0"/>
                      <a:pt x="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1"/>
              <p:cNvSpPr/>
              <p:nvPr/>
            </p:nvSpPr>
            <p:spPr>
              <a:xfrm flipH="1">
                <a:off x="7987709" y="3523148"/>
                <a:ext cx="146198" cy="329460"/>
              </a:xfrm>
              <a:custGeom>
                <a:rect b="b" l="l" r="r" t="t"/>
                <a:pathLst>
                  <a:path extrusionOk="0" h="960" w="426">
                    <a:moveTo>
                      <a:pt x="4" y="960"/>
                    </a:moveTo>
                    <a:cubicBezTo>
                      <a:pt x="3" y="960"/>
                      <a:pt x="3" y="960"/>
                      <a:pt x="2" y="960"/>
                    </a:cubicBezTo>
                    <a:cubicBezTo>
                      <a:pt x="0" y="959"/>
                      <a:pt x="-1" y="956"/>
                      <a:pt x="0" y="954"/>
                    </a:cubicBezTo>
                    <a:lnTo>
                      <a:pt x="321" y="316"/>
                    </a:lnTo>
                    <a:lnTo>
                      <a:pt x="417" y="3"/>
                    </a:lnTo>
                    <a:cubicBezTo>
                      <a:pt x="418" y="0"/>
                      <a:pt x="421" y="-1"/>
                      <a:pt x="423" y="0"/>
                    </a:cubicBezTo>
                    <a:cubicBezTo>
                      <a:pt x="425" y="0"/>
                      <a:pt x="427" y="3"/>
                      <a:pt x="426" y="5"/>
                    </a:cubicBezTo>
                    <a:lnTo>
                      <a:pt x="329" y="320"/>
                    </a:lnTo>
                    <a:lnTo>
                      <a:pt x="8" y="958"/>
                    </a:lnTo>
                    <a:cubicBezTo>
                      <a:pt x="7" y="959"/>
                      <a:pt x="6" y="960"/>
                      <a:pt x="4" y="9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0" name="Google Shape;1250;p1"/>
              <p:cNvSpPr/>
              <p:nvPr/>
            </p:nvSpPr>
            <p:spPr>
              <a:xfrm flipH="1">
                <a:off x="7989082" y="3620957"/>
                <a:ext cx="52851" cy="19219"/>
              </a:xfrm>
              <a:custGeom>
                <a:rect b="b" l="l" r="r" t="t"/>
                <a:pathLst>
                  <a:path extrusionOk="0" h="56" w="154">
                    <a:moveTo>
                      <a:pt x="149" y="56"/>
                    </a:moveTo>
                    <a:lnTo>
                      <a:pt x="149" y="56"/>
                    </a:lnTo>
                    <a:cubicBezTo>
                      <a:pt x="67" y="49"/>
                      <a:pt x="5" y="10"/>
                      <a:pt x="2" y="8"/>
                    </a:cubicBezTo>
                    <a:cubicBezTo>
                      <a:pt x="0" y="7"/>
                      <a:pt x="-1" y="4"/>
                      <a:pt x="1" y="2"/>
                    </a:cubicBezTo>
                    <a:cubicBezTo>
                      <a:pt x="2" y="0"/>
                      <a:pt x="5" y="-1"/>
                      <a:pt x="7" y="1"/>
                    </a:cubicBezTo>
                    <a:cubicBezTo>
                      <a:pt x="8" y="1"/>
                      <a:pt x="70" y="40"/>
                      <a:pt x="150" y="47"/>
                    </a:cubicBezTo>
                    <a:cubicBezTo>
                      <a:pt x="152" y="47"/>
                      <a:pt x="154" y="49"/>
                      <a:pt x="154" y="52"/>
                    </a:cubicBezTo>
                    <a:cubicBezTo>
                      <a:pt x="154" y="54"/>
                      <a:pt x="152" y="56"/>
                      <a:pt x="149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0" lIns="90000" spcFirstLastPara="1" rIns="9000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1" name="Google Shape;1251;p1"/>
              <p:cNvSpPr/>
              <p:nvPr/>
            </p:nvSpPr>
            <p:spPr>
              <a:xfrm flipH="1">
                <a:off x="7800328" y="3153878"/>
                <a:ext cx="147228" cy="127323"/>
              </a:xfrm>
              <a:custGeom>
                <a:rect b="b" l="l" r="r" t="t"/>
                <a:pathLst>
                  <a:path extrusionOk="0" h="371" w="429">
                    <a:moveTo>
                      <a:pt x="6" y="133"/>
                    </a:moveTo>
                    <a:cubicBezTo>
                      <a:pt x="6" y="133"/>
                      <a:pt x="-6" y="214"/>
                      <a:pt x="4" y="257"/>
                    </a:cubicBezTo>
                    <a:cubicBezTo>
                      <a:pt x="14" y="301"/>
                      <a:pt x="62" y="366"/>
                      <a:pt x="62" y="366"/>
                    </a:cubicBezTo>
                    <a:lnTo>
                      <a:pt x="103" y="371"/>
                    </a:lnTo>
                    <a:cubicBezTo>
                      <a:pt x="103" y="371"/>
                      <a:pt x="158" y="229"/>
                      <a:pt x="197" y="233"/>
                    </a:cubicBezTo>
                    <a:cubicBezTo>
                      <a:pt x="236" y="237"/>
                      <a:pt x="236" y="303"/>
                      <a:pt x="236" y="303"/>
                    </a:cubicBezTo>
                    <a:lnTo>
                      <a:pt x="234" y="320"/>
                    </a:lnTo>
                    <a:lnTo>
                      <a:pt x="261" y="320"/>
                    </a:lnTo>
                    <a:cubicBezTo>
                      <a:pt x="261" y="320"/>
                      <a:pt x="261" y="262"/>
                      <a:pt x="286" y="240"/>
                    </a:cubicBezTo>
                    <a:cubicBezTo>
                      <a:pt x="311" y="218"/>
                      <a:pt x="352" y="205"/>
                      <a:pt x="367" y="199"/>
                    </a:cubicBezTo>
                    <a:cubicBezTo>
                      <a:pt x="419" y="179"/>
                      <a:pt x="423" y="148"/>
                      <a:pt x="423" y="148"/>
                    </a:cubicBezTo>
                    <a:cubicBezTo>
                      <a:pt x="423" y="148"/>
                      <a:pt x="435" y="95"/>
                      <a:pt x="425" y="48"/>
                    </a:cubicBezTo>
                    <a:cubicBezTo>
                      <a:pt x="415" y="0"/>
                      <a:pt x="348" y="-17"/>
                      <a:pt x="280" y="19"/>
                    </a:cubicBezTo>
                    <a:cubicBezTo>
                      <a:pt x="248" y="36"/>
                      <a:pt x="190" y="41"/>
                      <a:pt x="157" y="49"/>
                    </a:cubicBezTo>
                    <a:cubicBezTo>
                      <a:pt x="124" y="58"/>
                      <a:pt x="32" y="29"/>
                      <a:pt x="6" y="1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1"/>
              <p:cNvSpPr/>
              <p:nvPr/>
            </p:nvSpPr>
            <p:spPr>
              <a:xfrm flipH="1">
                <a:off x="7426940" y="3471327"/>
                <a:ext cx="118743" cy="99868"/>
              </a:xfrm>
              <a:custGeom>
                <a:rect b="b" l="l" r="r" t="t"/>
                <a:pathLst>
                  <a:path extrusionOk="0" h="291" w="346">
                    <a:moveTo>
                      <a:pt x="4" y="169"/>
                    </a:moveTo>
                    <a:lnTo>
                      <a:pt x="88" y="152"/>
                    </a:lnTo>
                    <a:cubicBezTo>
                      <a:pt x="88" y="152"/>
                      <a:pt x="141" y="71"/>
                      <a:pt x="164" y="49"/>
                    </a:cubicBezTo>
                    <a:cubicBezTo>
                      <a:pt x="187" y="27"/>
                      <a:pt x="242" y="27"/>
                      <a:pt x="281" y="17"/>
                    </a:cubicBezTo>
                    <a:cubicBezTo>
                      <a:pt x="320" y="7"/>
                      <a:pt x="337" y="-8"/>
                      <a:pt x="346" y="6"/>
                    </a:cubicBezTo>
                    <a:cubicBezTo>
                      <a:pt x="354" y="21"/>
                      <a:pt x="274" y="67"/>
                      <a:pt x="266" y="77"/>
                    </a:cubicBezTo>
                    <a:cubicBezTo>
                      <a:pt x="258" y="87"/>
                      <a:pt x="215" y="176"/>
                      <a:pt x="176" y="211"/>
                    </a:cubicBezTo>
                    <a:cubicBezTo>
                      <a:pt x="137" y="246"/>
                      <a:pt x="0" y="291"/>
                      <a:pt x="0" y="291"/>
                    </a:cubicBezTo>
                    <a:lnTo>
                      <a:pt x="4" y="16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1"/>
              <p:cNvSpPr/>
              <p:nvPr/>
            </p:nvSpPr>
            <p:spPr>
              <a:xfrm flipH="1">
                <a:off x="7532298" y="3396168"/>
                <a:ext cx="460215" cy="193215"/>
              </a:xfrm>
              <a:custGeom>
                <a:rect b="b" l="l" r="r" t="t"/>
                <a:pathLst>
                  <a:path extrusionOk="0" h="563" w="1341">
                    <a:moveTo>
                      <a:pt x="116" y="404"/>
                    </a:moveTo>
                    <a:cubicBezTo>
                      <a:pt x="116" y="404"/>
                      <a:pt x="562" y="524"/>
                      <a:pt x="685" y="554"/>
                    </a:cubicBezTo>
                    <a:cubicBezTo>
                      <a:pt x="808" y="585"/>
                      <a:pt x="1337" y="525"/>
                      <a:pt x="1337" y="525"/>
                    </a:cubicBezTo>
                    <a:cubicBezTo>
                      <a:pt x="1346" y="458"/>
                      <a:pt x="1340" y="399"/>
                      <a:pt x="1302" y="354"/>
                    </a:cubicBezTo>
                    <a:cubicBezTo>
                      <a:pt x="1302" y="354"/>
                      <a:pt x="873" y="297"/>
                      <a:pt x="801" y="290"/>
                    </a:cubicBezTo>
                    <a:cubicBezTo>
                      <a:pt x="729" y="284"/>
                      <a:pt x="297" y="12"/>
                      <a:pt x="297" y="12"/>
                    </a:cubicBezTo>
                    <a:cubicBezTo>
                      <a:pt x="297" y="12"/>
                      <a:pt x="127" y="-50"/>
                      <a:pt x="29" y="105"/>
                    </a:cubicBezTo>
                    <a:cubicBezTo>
                      <a:pt x="-69" y="260"/>
                      <a:pt x="116" y="404"/>
                      <a:pt x="116" y="4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1"/>
              <p:cNvSpPr/>
              <p:nvPr/>
            </p:nvSpPr>
            <p:spPr>
              <a:xfrm flipH="1">
                <a:off x="7431744" y="3421907"/>
                <a:ext cx="111879" cy="110163"/>
              </a:xfrm>
              <a:custGeom>
                <a:rect b="b" l="l" r="r" t="t"/>
                <a:pathLst>
                  <a:path extrusionOk="0" h="321" w="326">
                    <a:moveTo>
                      <a:pt x="0" y="199"/>
                    </a:moveTo>
                    <a:lnTo>
                      <a:pt x="82" y="174"/>
                    </a:lnTo>
                    <a:cubicBezTo>
                      <a:pt x="82" y="174"/>
                      <a:pt x="128" y="89"/>
                      <a:pt x="149" y="64"/>
                    </a:cubicBezTo>
                    <a:cubicBezTo>
                      <a:pt x="169" y="40"/>
                      <a:pt x="224" y="36"/>
                      <a:pt x="262" y="22"/>
                    </a:cubicBezTo>
                    <a:cubicBezTo>
                      <a:pt x="299" y="8"/>
                      <a:pt x="315" y="-8"/>
                      <a:pt x="325" y="5"/>
                    </a:cubicBezTo>
                    <a:cubicBezTo>
                      <a:pt x="335" y="19"/>
                      <a:pt x="259" y="73"/>
                      <a:pt x="252" y="83"/>
                    </a:cubicBezTo>
                    <a:cubicBezTo>
                      <a:pt x="244" y="94"/>
                      <a:pt x="210" y="187"/>
                      <a:pt x="175" y="225"/>
                    </a:cubicBezTo>
                    <a:cubicBezTo>
                      <a:pt x="139" y="263"/>
                      <a:pt x="7" y="321"/>
                      <a:pt x="7" y="321"/>
                    </a:cubicBezTo>
                    <a:lnTo>
                      <a:pt x="0" y="199"/>
                    </a:lnTo>
                    <a:close/>
                  </a:path>
                </a:pathLst>
              </a:custGeom>
              <a:solidFill>
                <a:srgbClr val="886E58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1"/>
              <p:cNvSpPr/>
              <p:nvPr/>
            </p:nvSpPr>
            <p:spPr>
              <a:xfrm flipH="1">
                <a:off x="7500725" y="3392393"/>
                <a:ext cx="491102" cy="184635"/>
              </a:xfrm>
              <a:custGeom>
                <a:rect b="b" l="l" r="r" t="t"/>
                <a:pathLst>
                  <a:path extrusionOk="0" h="538" w="1431">
                    <a:moveTo>
                      <a:pt x="143" y="433"/>
                    </a:moveTo>
                    <a:cubicBezTo>
                      <a:pt x="143" y="433"/>
                      <a:pt x="622" y="516"/>
                      <a:pt x="754" y="536"/>
                    </a:cubicBezTo>
                    <a:cubicBezTo>
                      <a:pt x="886" y="556"/>
                      <a:pt x="1430" y="420"/>
                      <a:pt x="1430" y="420"/>
                    </a:cubicBezTo>
                    <a:cubicBezTo>
                      <a:pt x="1434" y="348"/>
                      <a:pt x="1421" y="286"/>
                      <a:pt x="1377" y="243"/>
                    </a:cubicBezTo>
                    <a:cubicBezTo>
                      <a:pt x="1377" y="243"/>
                      <a:pt x="926" y="249"/>
                      <a:pt x="850" y="249"/>
                    </a:cubicBezTo>
                    <a:cubicBezTo>
                      <a:pt x="774" y="249"/>
                      <a:pt x="295" y="6"/>
                      <a:pt x="295" y="6"/>
                    </a:cubicBezTo>
                    <a:cubicBezTo>
                      <a:pt x="295" y="6"/>
                      <a:pt x="110" y="-43"/>
                      <a:pt x="22" y="129"/>
                    </a:cubicBezTo>
                    <a:cubicBezTo>
                      <a:pt x="-66" y="301"/>
                      <a:pt x="143" y="433"/>
                      <a:pt x="143" y="4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1"/>
              <p:cNvSpPr/>
              <p:nvPr/>
            </p:nvSpPr>
            <p:spPr>
              <a:xfrm flipH="1">
                <a:off x="7892646" y="3365281"/>
                <a:ext cx="107075" cy="149630"/>
              </a:xfrm>
              <a:custGeom>
                <a:rect b="b" l="l" r="r" t="t"/>
                <a:pathLst>
                  <a:path extrusionOk="0" h="436" w="312">
                    <a:moveTo>
                      <a:pt x="129" y="436"/>
                    </a:moveTo>
                    <a:cubicBezTo>
                      <a:pt x="128" y="436"/>
                      <a:pt x="127" y="435"/>
                      <a:pt x="127" y="435"/>
                    </a:cubicBezTo>
                    <a:cubicBezTo>
                      <a:pt x="59" y="397"/>
                      <a:pt x="9" y="319"/>
                      <a:pt x="1" y="236"/>
                    </a:cubicBezTo>
                    <a:cubicBezTo>
                      <a:pt x="-6" y="164"/>
                      <a:pt x="19" y="100"/>
                      <a:pt x="70" y="56"/>
                    </a:cubicBezTo>
                    <a:cubicBezTo>
                      <a:pt x="195" y="-52"/>
                      <a:pt x="309" y="28"/>
                      <a:pt x="310" y="28"/>
                    </a:cubicBezTo>
                    <a:cubicBezTo>
                      <a:pt x="312" y="30"/>
                      <a:pt x="312" y="33"/>
                      <a:pt x="311" y="34"/>
                    </a:cubicBezTo>
                    <a:cubicBezTo>
                      <a:pt x="309" y="36"/>
                      <a:pt x="307" y="37"/>
                      <a:pt x="305" y="36"/>
                    </a:cubicBezTo>
                    <a:cubicBezTo>
                      <a:pt x="301" y="32"/>
                      <a:pt x="196" y="-41"/>
                      <a:pt x="76" y="62"/>
                    </a:cubicBezTo>
                    <a:cubicBezTo>
                      <a:pt x="27" y="105"/>
                      <a:pt x="3" y="166"/>
                      <a:pt x="10" y="236"/>
                    </a:cubicBezTo>
                    <a:cubicBezTo>
                      <a:pt x="18" y="315"/>
                      <a:pt x="65" y="390"/>
                      <a:pt x="131" y="427"/>
                    </a:cubicBezTo>
                    <a:cubicBezTo>
                      <a:pt x="133" y="429"/>
                      <a:pt x="134" y="431"/>
                      <a:pt x="133" y="433"/>
                    </a:cubicBezTo>
                    <a:cubicBezTo>
                      <a:pt x="132" y="435"/>
                      <a:pt x="130" y="436"/>
                      <a:pt x="129" y="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7" name="Google Shape;1257;p1"/>
            <p:cNvSpPr txBox="1"/>
            <p:nvPr/>
          </p:nvSpPr>
          <p:spPr>
            <a:xfrm>
              <a:off x="1241750" y="2895700"/>
              <a:ext cx="1546500" cy="15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r>
                <a:rPr b="0" i="0" lang="en-US" sz="9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$</a:t>
              </a:r>
              <a:endParaRPr b="0" i="0" sz="9000" u="none" cap="none" strike="noStrike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"/>
          <p:cNvSpPr txBox="1"/>
          <p:nvPr>
            <p:ph type="title"/>
          </p:nvPr>
        </p:nvSpPr>
        <p:spPr>
          <a:xfrm>
            <a:off x="641871" y="44575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0" lang="en-US"/>
              <a:t>Table of Contents</a:t>
            </a:r>
            <a:br>
              <a:rPr b="0" lang="en-US"/>
            </a:br>
            <a:br>
              <a:rPr lang="en-US"/>
            </a:br>
            <a:endParaRPr/>
          </a:p>
        </p:txBody>
      </p:sp>
      <p:sp>
        <p:nvSpPr>
          <p:cNvPr id="1263" name="Google Shape;1263;p2"/>
          <p:cNvSpPr txBox="1"/>
          <p:nvPr/>
        </p:nvSpPr>
        <p:spPr>
          <a:xfrm>
            <a:off x="98215" y="4057475"/>
            <a:ext cx="264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sng" cap="none" strike="noStrike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64" name="Google Shape;1264;p2"/>
          <p:cNvSpPr txBox="1"/>
          <p:nvPr>
            <p:ph idx="1" type="body"/>
          </p:nvPr>
        </p:nvSpPr>
        <p:spPr>
          <a:xfrm>
            <a:off x="368266" y="1601758"/>
            <a:ext cx="46323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Central Bank and it’s work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Objective of the project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System Features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Use-Case Diagram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2400"/>
              <a:t>Class Diagram</a:t>
            </a:r>
            <a:endParaRPr/>
          </a:p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65" name="Google Shape;1265;p2"/>
          <p:cNvSpPr/>
          <p:nvPr/>
        </p:nvSpPr>
        <p:spPr>
          <a:xfrm>
            <a:off x="5058096" y="1256866"/>
            <a:ext cx="3482890" cy="2971456"/>
          </a:xfrm>
          <a:custGeom>
            <a:rect b="b" l="l" r="r" t="t"/>
            <a:pathLst>
              <a:path extrusionOk="0" h="746597" w="875098">
                <a:moveTo>
                  <a:pt x="864578" y="196471"/>
                </a:moveTo>
                <a:cubicBezTo>
                  <a:pt x="840165" y="159266"/>
                  <a:pt x="783440" y="77285"/>
                  <a:pt x="749092" y="27843"/>
                </a:cubicBezTo>
                <a:cubicBezTo>
                  <a:pt x="732514" y="3984"/>
                  <a:pt x="702232" y="-5858"/>
                  <a:pt x="674728" y="3500"/>
                </a:cubicBezTo>
                <a:lnTo>
                  <a:pt x="181174" y="181564"/>
                </a:lnTo>
                <a:cubicBezTo>
                  <a:pt x="158033" y="189439"/>
                  <a:pt x="140262" y="204338"/>
                  <a:pt x="119033" y="235378"/>
                </a:cubicBezTo>
                <a:lnTo>
                  <a:pt x="8276" y="521834"/>
                </a:lnTo>
                <a:cubicBezTo>
                  <a:pt x="-16285" y="585364"/>
                  <a:pt x="15628" y="658011"/>
                  <a:pt x="80103" y="679997"/>
                </a:cubicBezTo>
                <a:cubicBezTo>
                  <a:pt x="93121" y="684437"/>
                  <a:pt x="105928" y="686357"/>
                  <a:pt x="117308" y="684945"/>
                </a:cubicBezTo>
                <a:cubicBezTo>
                  <a:pt x="118869" y="684750"/>
                  <a:pt x="120438" y="684500"/>
                  <a:pt x="122014" y="684188"/>
                </a:cubicBezTo>
                <a:lnTo>
                  <a:pt x="387218" y="605563"/>
                </a:lnTo>
                <a:cubicBezTo>
                  <a:pt x="425524" y="598008"/>
                  <a:pt x="465226" y="602324"/>
                  <a:pt x="501011" y="617949"/>
                </a:cubicBezTo>
                <a:lnTo>
                  <a:pt x="783065" y="741084"/>
                </a:lnTo>
                <a:cubicBezTo>
                  <a:pt x="826108" y="759878"/>
                  <a:pt x="874279" y="728316"/>
                  <a:pt x="874248" y="681347"/>
                </a:cubicBezTo>
                <a:lnTo>
                  <a:pt x="875098" y="231928"/>
                </a:lnTo>
                <a:cubicBezTo>
                  <a:pt x="875098" y="219238"/>
                  <a:pt x="871539" y="207070"/>
                  <a:pt x="864578" y="196463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6" name="Google Shape;1266;p2"/>
          <p:cNvGrpSpPr/>
          <p:nvPr/>
        </p:nvGrpSpPr>
        <p:grpSpPr>
          <a:xfrm>
            <a:off x="7537519" y="1965128"/>
            <a:ext cx="812433" cy="812433"/>
            <a:chOff x="8264723" y="1282331"/>
            <a:chExt cx="657947" cy="657947"/>
          </a:xfrm>
        </p:grpSpPr>
        <p:sp>
          <p:nvSpPr>
            <p:cNvPr id="1267" name="Google Shape;1267;p2"/>
            <p:cNvSpPr/>
            <p:nvPr/>
          </p:nvSpPr>
          <p:spPr>
            <a:xfrm>
              <a:off x="8264723" y="1282331"/>
              <a:ext cx="657947" cy="657947"/>
            </a:xfrm>
            <a:custGeom>
              <a:rect b="b" l="l" r="r" t="t"/>
              <a:pathLst>
                <a:path extrusionOk="0" h="240346" w="240346">
                  <a:moveTo>
                    <a:pt x="0" y="0"/>
                  </a:moveTo>
                  <a:lnTo>
                    <a:pt x="240346" y="0"/>
                  </a:lnTo>
                  <a:lnTo>
                    <a:pt x="240346" y="240346"/>
                  </a:lnTo>
                  <a:lnTo>
                    <a:pt x="0" y="240346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"/>
            <p:cNvSpPr/>
            <p:nvPr/>
          </p:nvSpPr>
          <p:spPr>
            <a:xfrm>
              <a:off x="8333848" y="1566477"/>
              <a:ext cx="58520" cy="79905"/>
            </a:xfrm>
            <a:custGeom>
              <a:rect b="b" l="l" r="r" t="t"/>
              <a:pathLst>
                <a:path extrusionOk="0" h="29189" w="21377">
                  <a:moveTo>
                    <a:pt x="0" y="0"/>
                  </a:moveTo>
                  <a:lnTo>
                    <a:pt x="21377" y="0"/>
                  </a:lnTo>
                  <a:lnTo>
                    <a:pt x="21377" y="29190"/>
                  </a:lnTo>
                  <a:lnTo>
                    <a:pt x="0" y="29190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"/>
            <p:cNvSpPr/>
            <p:nvPr/>
          </p:nvSpPr>
          <p:spPr>
            <a:xfrm>
              <a:off x="8333848" y="1646417"/>
              <a:ext cx="58520" cy="224486"/>
            </a:xfrm>
            <a:custGeom>
              <a:rect b="b" l="l" r="r" t="t"/>
              <a:pathLst>
                <a:path extrusionOk="0" h="82004" w="21377">
                  <a:moveTo>
                    <a:pt x="0" y="0"/>
                  </a:moveTo>
                  <a:lnTo>
                    <a:pt x="21377" y="0"/>
                  </a:lnTo>
                  <a:lnTo>
                    <a:pt x="21377" y="82004"/>
                  </a:lnTo>
                  <a:lnTo>
                    <a:pt x="0" y="82004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"/>
            <p:cNvSpPr/>
            <p:nvPr/>
          </p:nvSpPr>
          <p:spPr>
            <a:xfrm>
              <a:off x="8448946" y="1450459"/>
              <a:ext cx="58520" cy="79905"/>
            </a:xfrm>
            <a:custGeom>
              <a:rect b="b" l="l" r="r" t="t"/>
              <a:pathLst>
                <a:path extrusionOk="0" h="29189" w="21377">
                  <a:moveTo>
                    <a:pt x="0" y="0"/>
                  </a:moveTo>
                  <a:lnTo>
                    <a:pt x="21377" y="0"/>
                  </a:lnTo>
                  <a:lnTo>
                    <a:pt x="21377" y="29190"/>
                  </a:lnTo>
                  <a:lnTo>
                    <a:pt x="0" y="29190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"/>
            <p:cNvSpPr/>
            <p:nvPr/>
          </p:nvSpPr>
          <p:spPr>
            <a:xfrm>
              <a:off x="8448946" y="1530377"/>
              <a:ext cx="58520" cy="340477"/>
            </a:xfrm>
            <a:custGeom>
              <a:rect b="b" l="l" r="r" t="t"/>
              <a:pathLst>
                <a:path extrusionOk="0" h="124375" w="21377">
                  <a:moveTo>
                    <a:pt x="0" y="0"/>
                  </a:moveTo>
                  <a:lnTo>
                    <a:pt x="21377" y="0"/>
                  </a:lnTo>
                  <a:lnTo>
                    <a:pt x="21377" y="124376"/>
                  </a:lnTo>
                  <a:lnTo>
                    <a:pt x="0" y="124376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"/>
            <p:cNvSpPr/>
            <p:nvPr/>
          </p:nvSpPr>
          <p:spPr>
            <a:xfrm>
              <a:off x="8677904" y="1351261"/>
              <a:ext cx="58520" cy="79905"/>
            </a:xfrm>
            <a:custGeom>
              <a:rect b="b" l="l" r="r" t="t"/>
              <a:pathLst>
                <a:path extrusionOk="0" h="29189" w="21377">
                  <a:moveTo>
                    <a:pt x="0" y="0"/>
                  </a:moveTo>
                  <a:lnTo>
                    <a:pt x="21377" y="0"/>
                  </a:lnTo>
                  <a:lnTo>
                    <a:pt x="21377" y="29190"/>
                  </a:lnTo>
                  <a:lnTo>
                    <a:pt x="0" y="29190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2"/>
            <p:cNvSpPr/>
            <p:nvPr/>
          </p:nvSpPr>
          <p:spPr>
            <a:xfrm>
              <a:off x="8677904" y="1431201"/>
              <a:ext cx="58520" cy="440253"/>
            </a:xfrm>
            <a:custGeom>
              <a:rect b="b" l="l" r="r" t="t"/>
              <a:pathLst>
                <a:path extrusionOk="0" h="160823" w="21377">
                  <a:moveTo>
                    <a:pt x="0" y="0"/>
                  </a:moveTo>
                  <a:lnTo>
                    <a:pt x="21377" y="0"/>
                  </a:lnTo>
                  <a:lnTo>
                    <a:pt x="21377" y="160824"/>
                  </a:lnTo>
                  <a:lnTo>
                    <a:pt x="0" y="160824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2"/>
            <p:cNvSpPr/>
            <p:nvPr/>
          </p:nvSpPr>
          <p:spPr>
            <a:xfrm>
              <a:off x="8563127" y="1522191"/>
              <a:ext cx="58520" cy="79905"/>
            </a:xfrm>
            <a:custGeom>
              <a:rect b="b" l="l" r="r" t="t"/>
              <a:pathLst>
                <a:path extrusionOk="0" h="29189" w="21377">
                  <a:moveTo>
                    <a:pt x="0" y="0"/>
                  </a:moveTo>
                  <a:lnTo>
                    <a:pt x="21377" y="0"/>
                  </a:lnTo>
                  <a:lnTo>
                    <a:pt x="21377" y="29190"/>
                  </a:lnTo>
                  <a:lnTo>
                    <a:pt x="0" y="29190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2"/>
            <p:cNvSpPr/>
            <p:nvPr/>
          </p:nvSpPr>
          <p:spPr>
            <a:xfrm>
              <a:off x="8563127" y="1602128"/>
              <a:ext cx="58520" cy="268135"/>
            </a:xfrm>
            <a:custGeom>
              <a:rect b="b" l="l" r="r" t="t"/>
              <a:pathLst>
                <a:path extrusionOk="0" h="97949" w="21377">
                  <a:moveTo>
                    <a:pt x="0" y="0"/>
                  </a:moveTo>
                  <a:lnTo>
                    <a:pt x="21377" y="0"/>
                  </a:lnTo>
                  <a:lnTo>
                    <a:pt x="21377" y="97949"/>
                  </a:lnTo>
                  <a:lnTo>
                    <a:pt x="0" y="97949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2"/>
            <p:cNvSpPr/>
            <p:nvPr/>
          </p:nvSpPr>
          <p:spPr>
            <a:xfrm>
              <a:off x="8792684" y="1487885"/>
              <a:ext cx="58520" cy="79905"/>
            </a:xfrm>
            <a:custGeom>
              <a:rect b="b" l="l" r="r" t="t"/>
              <a:pathLst>
                <a:path extrusionOk="0" h="29189" w="21377">
                  <a:moveTo>
                    <a:pt x="0" y="0"/>
                  </a:moveTo>
                  <a:lnTo>
                    <a:pt x="21377" y="0"/>
                  </a:lnTo>
                  <a:lnTo>
                    <a:pt x="21377" y="29190"/>
                  </a:lnTo>
                  <a:lnTo>
                    <a:pt x="0" y="29190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2"/>
            <p:cNvSpPr/>
            <p:nvPr/>
          </p:nvSpPr>
          <p:spPr>
            <a:xfrm>
              <a:off x="8792684" y="1567824"/>
              <a:ext cx="58520" cy="302447"/>
            </a:xfrm>
            <a:custGeom>
              <a:rect b="b" l="l" r="r" t="t"/>
              <a:pathLst>
                <a:path extrusionOk="0" h="110483" w="21377">
                  <a:moveTo>
                    <a:pt x="0" y="0"/>
                  </a:moveTo>
                  <a:lnTo>
                    <a:pt x="21377" y="0"/>
                  </a:lnTo>
                  <a:lnTo>
                    <a:pt x="21377" y="110484"/>
                  </a:lnTo>
                  <a:lnTo>
                    <a:pt x="0" y="110484"/>
                  </a:ln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"/>
            <p:cNvSpPr/>
            <p:nvPr/>
          </p:nvSpPr>
          <p:spPr>
            <a:xfrm>
              <a:off x="8309373" y="1870993"/>
              <a:ext cx="566843" cy="2135"/>
            </a:xfrm>
            <a:custGeom>
              <a:rect b="b" l="l" r="r" t="t"/>
              <a:pathLst>
                <a:path extrusionOk="0" h="780" w="207066">
                  <a:moveTo>
                    <a:pt x="0" y="0"/>
                  </a:moveTo>
                  <a:lnTo>
                    <a:pt x="207067" y="0"/>
                  </a:lnTo>
                </a:path>
              </a:pathLst>
            </a:custGeom>
            <a:solidFill>
              <a:srgbClr val="5A8AB6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2"/>
            <p:cNvSpPr/>
            <p:nvPr/>
          </p:nvSpPr>
          <p:spPr>
            <a:xfrm>
              <a:off x="8323653" y="1435561"/>
              <a:ext cx="551844" cy="427477"/>
            </a:xfrm>
            <a:custGeom>
              <a:rect b="b" l="l" r="r" t="t"/>
              <a:pathLst>
                <a:path extrusionOk="0" h="156156" w="201587">
                  <a:moveTo>
                    <a:pt x="0" y="156157"/>
                  </a:moveTo>
                  <a:lnTo>
                    <a:pt x="35816" y="88615"/>
                  </a:lnTo>
                  <a:lnTo>
                    <a:pt x="74254" y="149062"/>
                  </a:lnTo>
                  <a:lnTo>
                    <a:pt x="107463" y="42348"/>
                  </a:lnTo>
                  <a:lnTo>
                    <a:pt x="141789" y="107026"/>
                  </a:lnTo>
                  <a:lnTo>
                    <a:pt x="201588" y="0"/>
                  </a:lnTo>
                </a:path>
              </a:pathLst>
            </a:custGeom>
            <a:solidFill>
              <a:srgbClr val="5A8AB6"/>
            </a:solidFill>
            <a:ln cap="flat" cmpd="sng" w="9525">
              <a:solidFill>
                <a:schemeClr val="accent1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2"/>
            <p:cNvSpPr/>
            <p:nvPr/>
          </p:nvSpPr>
          <p:spPr>
            <a:xfrm>
              <a:off x="8840796" y="1401320"/>
              <a:ext cx="54033" cy="63540"/>
            </a:xfrm>
            <a:custGeom>
              <a:rect b="b" l="l" r="r" t="t"/>
              <a:pathLst>
                <a:path extrusionOk="0" h="23211" w="19738">
                  <a:moveTo>
                    <a:pt x="19738" y="8"/>
                  </a:moveTo>
                  <a:cubicBezTo>
                    <a:pt x="18638" y="7110"/>
                    <a:pt x="18279" y="16484"/>
                    <a:pt x="19699" y="23211"/>
                  </a:cubicBezTo>
                  <a:lnTo>
                    <a:pt x="11840" y="14142"/>
                  </a:lnTo>
                  <a:lnTo>
                    <a:pt x="0" y="12199"/>
                  </a:lnTo>
                  <a:cubicBezTo>
                    <a:pt x="6470" y="9881"/>
                    <a:pt x="14275" y="4659"/>
                    <a:pt x="19738" y="0"/>
                  </a:cubicBezTo>
                  <a:close/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2"/>
            <p:cNvSpPr/>
            <p:nvPr/>
          </p:nvSpPr>
          <p:spPr>
            <a:xfrm>
              <a:off x="8882176" y="1304965"/>
              <a:ext cx="31298" cy="34312"/>
            </a:xfrm>
            <a:custGeom>
              <a:rect b="b" l="l" r="r" t="t"/>
              <a:pathLst>
                <a:path extrusionOk="0" h="12534" w="11433">
                  <a:moveTo>
                    <a:pt x="11434" y="0"/>
                  </a:moveTo>
                  <a:lnTo>
                    <a:pt x="0" y="12534"/>
                  </a:lnTo>
                </a:path>
              </a:pathLst>
            </a:custGeom>
            <a:solidFill>
              <a:srgbClr val="5A8AB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2" name="Google Shape;1282;p2"/>
          <p:cNvGrpSpPr/>
          <p:nvPr/>
        </p:nvGrpSpPr>
        <p:grpSpPr>
          <a:xfrm>
            <a:off x="8124417" y="3608252"/>
            <a:ext cx="640055" cy="324422"/>
            <a:chOff x="6580515" y="3436687"/>
            <a:chExt cx="538767" cy="273657"/>
          </a:xfrm>
        </p:grpSpPr>
        <p:sp>
          <p:nvSpPr>
            <p:cNvPr id="1283" name="Google Shape;1283;p2"/>
            <p:cNvSpPr/>
            <p:nvPr/>
          </p:nvSpPr>
          <p:spPr>
            <a:xfrm>
              <a:off x="6580977" y="3553264"/>
              <a:ext cx="538305" cy="157080"/>
            </a:xfrm>
            <a:custGeom>
              <a:rect b="b" l="l" r="r" t="t"/>
              <a:pathLst>
                <a:path extrusionOk="0" h="57381" w="196641">
                  <a:moveTo>
                    <a:pt x="26" y="2763"/>
                  </a:moveTo>
                  <a:cubicBezTo>
                    <a:pt x="-146" y="3091"/>
                    <a:pt x="603" y="16210"/>
                    <a:pt x="603" y="16210"/>
                  </a:cubicBezTo>
                  <a:cubicBezTo>
                    <a:pt x="837" y="20277"/>
                    <a:pt x="4771" y="25084"/>
                    <a:pt x="7206" y="27972"/>
                  </a:cubicBezTo>
                  <a:cubicBezTo>
                    <a:pt x="15908" y="38298"/>
                    <a:pt x="28747" y="44534"/>
                    <a:pt x="41390" y="48538"/>
                  </a:cubicBezTo>
                  <a:cubicBezTo>
                    <a:pt x="74178" y="58918"/>
                    <a:pt x="109401" y="60057"/>
                    <a:pt x="142766" y="52502"/>
                  </a:cubicBezTo>
                  <a:cubicBezTo>
                    <a:pt x="154512" y="49841"/>
                    <a:pt x="166422" y="45931"/>
                    <a:pt x="176912" y="39664"/>
                  </a:cubicBezTo>
                  <a:cubicBezTo>
                    <a:pt x="185395" y="34598"/>
                    <a:pt x="196681" y="24803"/>
                    <a:pt x="196642" y="13853"/>
                  </a:cubicBezTo>
                  <a:lnTo>
                    <a:pt x="196595" y="0"/>
                  </a:lnTo>
                  <a:lnTo>
                    <a:pt x="34" y="27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2"/>
            <p:cNvSpPr/>
            <p:nvPr/>
          </p:nvSpPr>
          <p:spPr>
            <a:xfrm>
              <a:off x="6580515" y="3436687"/>
              <a:ext cx="538655" cy="230005"/>
            </a:xfrm>
            <a:custGeom>
              <a:rect b="b" l="l" r="r" t="t"/>
              <a:pathLst>
                <a:path extrusionOk="0" h="84020" w="196769">
                  <a:moveTo>
                    <a:pt x="193423" y="30884"/>
                  </a:moveTo>
                  <a:cubicBezTo>
                    <a:pt x="181521" y="11880"/>
                    <a:pt x="139196" y="-631"/>
                    <a:pt x="95661" y="25"/>
                  </a:cubicBezTo>
                  <a:cubicBezTo>
                    <a:pt x="50332" y="711"/>
                    <a:pt x="7452" y="15595"/>
                    <a:pt x="889" y="36754"/>
                  </a:cubicBezTo>
                  <a:cubicBezTo>
                    <a:pt x="-7338" y="63274"/>
                    <a:pt x="42527" y="87266"/>
                    <a:pt x="110045" y="83660"/>
                  </a:cubicBezTo>
                  <a:cubicBezTo>
                    <a:pt x="173638" y="80265"/>
                    <a:pt x="208065" y="54252"/>
                    <a:pt x="193423" y="308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2"/>
            <p:cNvSpPr/>
            <p:nvPr/>
          </p:nvSpPr>
          <p:spPr>
            <a:xfrm>
              <a:off x="6581624" y="3550188"/>
              <a:ext cx="535116" cy="115205"/>
            </a:xfrm>
            <a:custGeom>
              <a:rect b="b" l="l" r="r" t="t"/>
              <a:pathLst>
                <a:path extrusionOk="0" h="42084" w="195476">
                  <a:moveTo>
                    <a:pt x="0" y="6962"/>
                  </a:moveTo>
                  <a:cubicBezTo>
                    <a:pt x="7508" y="28159"/>
                    <a:pt x="51776" y="44768"/>
                    <a:pt x="108751" y="41724"/>
                  </a:cubicBezTo>
                  <a:cubicBezTo>
                    <a:pt x="162408" y="38860"/>
                    <a:pt x="195297" y="19894"/>
                    <a:pt x="195477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2"/>
            <p:cNvSpPr/>
            <p:nvPr/>
          </p:nvSpPr>
          <p:spPr>
            <a:xfrm>
              <a:off x="6660775" y="3458842"/>
              <a:ext cx="386612" cy="163678"/>
            </a:xfrm>
            <a:custGeom>
              <a:rect b="b" l="l" r="r" t="t"/>
              <a:pathLst>
                <a:path extrusionOk="0" h="59791" w="141228">
                  <a:moveTo>
                    <a:pt x="77992" y="59602"/>
                  </a:moveTo>
                  <a:cubicBezTo>
                    <a:pt x="32365" y="61701"/>
                    <a:pt x="-3006" y="46092"/>
                    <a:pt x="202" y="27790"/>
                  </a:cubicBezTo>
                  <a:cubicBezTo>
                    <a:pt x="2926" y="12219"/>
                    <a:pt x="33450" y="668"/>
                    <a:pt x="67744" y="28"/>
                  </a:cubicBezTo>
                  <a:cubicBezTo>
                    <a:pt x="101000" y="-596"/>
                    <a:pt x="132406" y="9160"/>
                    <a:pt x="139657" y="23544"/>
                  </a:cubicBezTo>
                  <a:cubicBezTo>
                    <a:pt x="148101" y="40285"/>
                    <a:pt x="121792" y="57588"/>
                    <a:pt x="77992" y="5960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2"/>
            <p:cNvSpPr/>
            <p:nvPr/>
          </p:nvSpPr>
          <p:spPr>
            <a:xfrm>
              <a:off x="6759006" y="3501113"/>
              <a:ext cx="180880" cy="70140"/>
            </a:xfrm>
            <a:custGeom>
              <a:rect b="b" l="l" r="r" t="t"/>
              <a:pathLst>
                <a:path extrusionOk="0" h="25622" w="66075">
                  <a:moveTo>
                    <a:pt x="196" y="0"/>
                  </a:moveTo>
                  <a:lnTo>
                    <a:pt x="1" y="12831"/>
                  </a:lnTo>
                  <a:cubicBezTo>
                    <a:pt x="-85" y="18411"/>
                    <a:pt x="7165" y="23047"/>
                    <a:pt x="16196" y="23180"/>
                  </a:cubicBezTo>
                  <a:lnTo>
                    <a:pt x="16843" y="23180"/>
                  </a:lnTo>
                  <a:cubicBezTo>
                    <a:pt x="25873" y="23328"/>
                    <a:pt x="33264" y="18919"/>
                    <a:pt x="33342" y="13338"/>
                  </a:cubicBezTo>
                  <a:lnTo>
                    <a:pt x="33382" y="10614"/>
                  </a:lnTo>
                  <a:cubicBezTo>
                    <a:pt x="33467" y="5034"/>
                    <a:pt x="40858" y="624"/>
                    <a:pt x="49880" y="765"/>
                  </a:cubicBezTo>
                  <a:lnTo>
                    <a:pt x="49880" y="765"/>
                  </a:lnTo>
                  <a:cubicBezTo>
                    <a:pt x="58911" y="905"/>
                    <a:pt x="66161" y="5534"/>
                    <a:pt x="66075" y="11114"/>
                  </a:cubicBezTo>
                  <a:lnTo>
                    <a:pt x="65857" y="2562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2"/>
            <p:cNvSpPr/>
            <p:nvPr/>
          </p:nvSpPr>
          <p:spPr>
            <a:xfrm>
              <a:off x="6738315" y="3541852"/>
              <a:ext cx="223758" cy="3416"/>
            </a:xfrm>
            <a:custGeom>
              <a:rect b="b" l="l" r="r" t="t"/>
              <a:pathLst>
                <a:path extrusionOk="0" h="1248" w="81738">
                  <a:moveTo>
                    <a:pt x="0" y="0"/>
                  </a:moveTo>
                  <a:lnTo>
                    <a:pt x="81739" y="124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2"/>
            <p:cNvSpPr/>
            <p:nvPr/>
          </p:nvSpPr>
          <p:spPr>
            <a:xfrm>
              <a:off x="6738551" y="3525393"/>
              <a:ext cx="223780" cy="3394"/>
            </a:xfrm>
            <a:custGeom>
              <a:rect b="b" l="l" r="r" t="t"/>
              <a:pathLst>
                <a:path extrusionOk="0" h="1240" w="81746">
                  <a:moveTo>
                    <a:pt x="0" y="0"/>
                  </a:moveTo>
                  <a:lnTo>
                    <a:pt x="81747" y="124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2"/>
            <p:cNvSpPr/>
            <p:nvPr/>
          </p:nvSpPr>
          <p:spPr>
            <a:xfrm>
              <a:off x="6964176" y="3654726"/>
              <a:ext cx="5702" cy="43841"/>
            </a:xfrm>
            <a:custGeom>
              <a:rect b="b" l="l" r="r" t="t"/>
              <a:pathLst>
                <a:path extrusionOk="0" h="16015" w="2083">
                  <a:moveTo>
                    <a:pt x="2084" y="0"/>
                  </a:moveTo>
                  <a:lnTo>
                    <a:pt x="0" y="16015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2"/>
            <p:cNvSpPr/>
            <p:nvPr/>
          </p:nvSpPr>
          <p:spPr>
            <a:xfrm>
              <a:off x="6841703" y="3666568"/>
              <a:ext cx="4038" cy="43690"/>
            </a:xfrm>
            <a:custGeom>
              <a:rect b="b" l="l" r="r" t="t"/>
              <a:pathLst>
                <a:path extrusionOk="0" h="15960" w="1475">
                  <a:moveTo>
                    <a:pt x="1475" y="0"/>
                  </a:moveTo>
                  <a:lnTo>
                    <a:pt x="0" y="1596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2"/>
            <p:cNvSpPr/>
            <p:nvPr/>
          </p:nvSpPr>
          <p:spPr>
            <a:xfrm>
              <a:off x="6708884" y="3653080"/>
              <a:ext cx="5489" cy="37857"/>
            </a:xfrm>
            <a:custGeom>
              <a:rect b="b" l="l" r="r" t="t"/>
              <a:pathLst>
                <a:path extrusionOk="0" h="13829" w="2005">
                  <a:moveTo>
                    <a:pt x="2006" y="0"/>
                  </a:moveTo>
                  <a:lnTo>
                    <a:pt x="0" y="1383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2"/>
            <p:cNvSpPr/>
            <p:nvPr/>
          </p:nvSpPr>
          <p:spPr>
            <a:xfrm>
              <a:off x="6667098" y="3639489"/>
              <a:ext cx="4914" cy="36535"/>
            </a:xfrm>
            <a:custGeom>
              <a:rect b="b" l="l" r="r" t="t"/>
              <a:pathLst>
                <a:path extrusionOk="0" h="13346" w="1795">
                  <a:moveTo>
                    <a:pt x="1795" y="0"/>
                  </a:moveTo>
                  <a:lnTo>
                    <a:pt x="0" y="13346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2"/>
            <p:cNvSpPr/>
            <p:nvPr/>
          </p:nvSpPr>
          <p:spPr>
            <a:xfrm>
              <a:off x="6606611" y="3605952"/>
              <a:ext cx="4123" cy="30657"/>
            </a:xfrm>
            <a:custGeom>
              <a:rect b="b" l="l" r="r" t="t"/>
              <a:pathLst>
                <a:path extrusionOk="0" h="11199" w="1506">
                  <a:moveTo>
                    <a:pt x="1506" y="0"/>
                  </a:moveTo>
                  <a:lnTo>
                    <a:pt x="0" y="1120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2"/>
            <p:cNvSpPr/>
            <p:nvPr/>
          </p:nvSpPr>
          <p:spPr>
            <a:xfrm>
              <a:off x="6825351" y="3633119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8"/>
                    <a:pt x="4737" y="6103"/>
                    <a:pt x="3051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1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2"/>
            <p:cNvSpPr/>
            <p:nvPr/>
          </p:nvSpPr>
          <p:spPr>
            <a:xfrm>
              <a:off x="6717434" y="3619439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7"/>
                    <a:pt x="4737" y="6103"/>
                    <a:pt x="3051" y="6103"/>
                  </a:cubicBezTo>
                  <a:cubicBezTo>
                    <a:pt x="1366" y="6103"/>
                    <a:pt x="0" y="4737"/>
                    <a:pt x="0" y="3052"/>
                  </a:cubicBezTo>
                  <a:cubicBezTo>
                    <a:pt x="0" y="1366"/>
                    <a:pt x="1366" y="0"/>
                    <a:pt x="3051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2"/>
            <p:cNvSpPr/>
            <p:nvPr/>
          </p:nvSpPr>
          <p:spPr>
            <a:xfrm>
              <a:off x="6628645" y="3572522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7"/>
                    <a:pt x="4737" y="6103"/>
                    <a:pt x="3052" y="6103"/>
                  </a:cubicBezTo>
                  <a:cubicBezTo>
                    <a:pt x="1366" y="6103"/>
                    <a:pt x="0" y="4737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2"/>
            <p:cNvSpPr/>
            <p:nvPr/>
          </p:nvSpPr>
          <p:spPr>
            <a:xfrm>
              <a:off x="6613728" y="3511286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8"/>
                    <a:pt x="4737" y="6103"/>
                    <a:pt x="3052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"/>
            <p:cNvSpPr/>
            <p:nvPr/>
          </p:nvSpPr>
          <p:spPr>
            <a:xfrm>
              <a:off x="6674407" y="3471703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4" y="2427"/>
                  </a:moveTo>
                  <a:cubicBezTo>
                    <a:pt x="4854" y="3770"/>
                    <a:pt x="3770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70" y="0"/>
                    <a:pt x="4854" y="1085"/>
                    <a:pt x="4854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"/>
            <p:cNvSpPr/>
            <p:nvPr/>
          </p:nvSpPr>
          <p:spPr>
            <a:xfrm>
              <a:off x="6750434" y="3449493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5" y="2427"/>
                  </a:moveTo>
                  <a:cubicBezTo>
                    <a:pt x="4855" y="3770"/>
                    <a:pt x="3770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70" y="0"/>
                    <a:pt x="4855" y="1085"/>
                    <a:pt x="4855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2"/>
            <p:cNvSpPr/>
            <p:nvPr/>
          </p:nvSpPr>
          <p:spPr>
            <a:xfrm>
              <a:off x="6831526" y="3440474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5" y="2427"/>
                  </a:moveTo>
                  <a:cubicBezTo>
                    <a:pt x="4855" y="3770"/>
                    <a:pt x="3770" y="4855"/>
                    <a:pt x="2428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8" y="0"/>
                  </a:cubicBezTo>
                  <a:cubicBezTo>
                    <a:pt x="3770" y="0"/>
                    <a:pt x="4855" y="1085"/>
                    <a:pt x="4855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2"/>
            <p:cNvSpPr/>
            <p:nvPr/>
          </p:nvSpPr>
          <p:spPr>
            <a:xfrm>
              <a:off x="6919011" y="3445648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5" y="2427"/>
                  </a:moveTo>
                  <a:cubicBezTo>
                    <a:pt x="4855" y="3770"/>
                    <a:pt x="3770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70" y="0"/>
                    <a:pt x="4855" y="1085"/>
                    <a:pt x="4855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2"/>
            <p:cNvSpPr/>
            <p:nvPr/>
          </p:nvSpPr>
          <p:spPr>
            <a:xfrm>
              <a:off x="7001771" y="3468282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4" y="2427"/>
                  </a:moveTo>
                  <a:cubicBezTo>
                    <a:pt x="4854" y="3770"/>
                    <a:pt x="3769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69" y="0"/>
                    <a:pt x="4854" y="1085"/>
                    <a:pt x="4854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2"/>
            <p:cNvSpPr/>
            <p:nvPr/>
          </p:nvSpPr>
          <p:spPr>
            <a:xfrm>
              <a:off x="6940449" y="3625574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4" y="3052"/>
                  </a:moveTo>
                  <a:cubicBezTo>
                    <a:pt x="6104" y="4738"/>
                    <a:pt x="4738" y="6103"/>
                    <a:pt x="3052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8" y="0"/>
                    <a:pt x="6104" y="1366"/>
                    <a:pt x="6104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2"/>
            <p:cNvSpPr/>
            <p:nvPr/>
          </p:nvSpPr>
          <p:spPr>
            <a:xfrm>
              <a:off x="7030735" y="3593554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8"/>
                    <a:pt x="4737" y="6103"/>
                    <a:pt x="3052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2"/>
            <p:cNvSpPr/>
            <p:nvPr/>
          </p:nvSpPr>
          <p:spPr>
            <a:xfrm>
              <a:off x="7070661" y="3524303"/>
              <a:ext cx="18456" cy="18459"/>
            </a:xfrm>
            <a:custGeom>
              <a:rect b="b" l="l" r="r" t="t"/>
              <a:pathLst>
                <a:path extrusionOk="0" h="6743" w="6742">
                  <a:moveTo>
                    <a:pt x="6743" y="3372"/>
                  </a:moveTo>
                  <a:cubicBezTo>
                    <a:pt x="6743" y="5237"/>
                    <a:pt x="5237" y="6743"/>
                    <a:pt x="3371" y="6743"/>
                  </a:cubicBezTo>
                  <a:cubicBezTo>
                    <a:pt x="1506" y="6743"/>
                    <a:pt x="0" y="5229"/>
                    <a:pt x="0" y="3372"/>
                  </a:cubicBezTo>
                  <a:cubicBezTo>
                    <a:pt x="0" y="1514"/>
                    <a:pt x="1506" y="0"/>
                    <a:pt x="3371" y="0"/>
                  </a:cubicBezTo>
                  <a:cubicBezTo>
                    <a:pt x="5237" y="0"/>
                    <a:pt x="6743" y="1514"/>
                    <a:pt x="6743" y="337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7" name="Google Shape;1307;p2"/>
          <p:cNvSpPr/>
          <p:nvPr/>
        </p:nvSpPr>
        <p:spPr>
          <a:xfrm>
            <a:off x="3204008" y="3023168"/>
            <a:ext cx="162842" cy="162842"/>
          </a:xfrm>
          <a:custGeom>
            <a:rect b="b" l="l" r="r" t="t"/>
            <a:pathLst>
              <a:path extrusionOk="0" h="48178" w="48178">
                <a:moveTo>
                  <a:pt x="48178" y="24085"/>
                </a:moveTo>
                <a:lnTo>
                  <a:pt x="31734" y="31734"/>
                </a:lnTo>
                <a:lnTo>
                  <a:pt x="24085" y="48178"/>
                </a:lnTo>
                <a:lnTo>
                  <a:pt x="16445" y="31734"/>
                </a:lnTo>
                <a:lnTo>
                  <a:pt x="0" y="24085"/>
                </a:lnTo>
                <a:lnTo>
                  <a:pt x="16445" y="16444"/>
                </a:lnTo>
                <a:lnTo>
                  <a:pt x="24085" y="0"/>
                </a:lnTo>
                <a:lnTo>
                  <a:pt x="31734" y="16444"/>
                </a:lnTo>
                <a:lnTo>
                  <a:pt x="48178" y="24085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"/>
          <p:cNvSpPr/>
          <p:nvPr/>
        </p:nvSpPr>
        <p:spPr>
          <a:xfrm>
            <a:off x="5058096" y="2041139"/>
            <a:ext cx="162842" cy="162842"/>
          </a:xfrm>
          <a:custGeom>
            <a:rect b="b" l="l" r="r" t="t"/>
            <a:pathLst>
              <a:path extrusionOk="0" h="48178" w="48178">
                <a:moveTo>
                  <a:pt x="48178" y="24093"/>
                </a:moveTo>
                <a:lnTo>
                  <a:pt x="31734" y="31734"/>
                </a:lnTo>
                <a:lnTo>
                  <a:pt x="24085" y="48178"/>
                </a:lnTo>
                <a:lnTo>
                  <a:pt x="16444" y="31734"/>
                </a:lnTo>
                <a:lnTo>
                  <a:pt x="0" y="24093"/>
                </a:lnTo>
                <a:lnTo>
                  <a:pt x="16444" y="16452"/>
                </a:lnTo>
                <a:lnTo>
                  <a:pt x="24085" y="0"/>
                </a:lnTo>
                <a:lnTo>
                  <a:pt x="31734" y="16452"/>
                </a:lnTo>
                <a:lnTo>
                  <a:pt x="48178" y="24093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"/>
          <p:cNvSpPr/>
          <p:nvPr/>
        </p:nvSpPr>
        <p:spPr>
          <a:xfrm>
            <a:off x="4737420" y="3223493"/>
            <a:ext cx="1196535" cy="1059311"/>
          </a:xfrm>
          <a:custGeom>
            <a:rect b="b" l="l" r="r" t="t"/>
            <a:pathLst>
              <a:path extrusionOk="0" h="322224" w="363965">
                <a:moveTo>
                  <a:pt x="43896" y="257165"/>
                </a:moveTo>
                <a:cubicBezTo>
                  <a:pt x="56649" y="269996"/>
                  <a:pt x="85925" y="298038"/>
                  <a:pt x="103626" y="314935"/>
                </a:cubicBezTo>
                <a:cubicBezTo>
                  <a:pt x="112172" y="323091"/>
                  <a:pt x="125034" y="324543"/>
                  <a:pt x="135227" y="318580"/>
                </a:cubicBezTo>
                <a:lnTo>
                  <a:pt x="317326" y="207465"/>
                </a:lnTo>
                <a:cubicBezTo>
                  <a:pt x="325904" y="202446"/>
                  <a:pt x="331765" y="195063"/>
                  <a:pt x="337697" y="180968"/>
                </a:cubicBezTo>
                <a:lnTo>
                  <a:pt x="362438" y="34473"/>
                </a:lnTo>
                <a:cubicBezTo>
                  <a:pt x="369501" y="14719"/>
                  <a:pt x="350887" y="-5393"/>
                  <a:pt x="331000" y="1319"/>
                </a:cubicBezTo>
                <a:cubicBezTo>
                  <a:pt x="330392" y="1522"/>
                  <a:pt x="329791" y="1748"/>
                  <a:pt x="329190" y="2005"/>
                </a:cubicBezTo>
                <a:lnTo>
                  <a:pt x="200724" y="55351"/>
                </a:lnTo>
                <a:cubicBezTo>
                  <a:pt x="186083" y="61477"/>
                  <a:pt x="169911" y="62991"/>
                  <a:pt x="154388" y="59682"/>
                </a:cubicBezTo>
                <a:lnTo>
                  <a:pt x="32010" y="33599"/>
                </a:lnTo>
                <a:cubicBezTo>
                  <a:pt x="13333" y="29619"/>
                  <a:pt x="-3283" y="46110"/>
                  <a:pt x="557" y="64818"/>
                </a:cubicBezTo>
                <a:lnTo>
                  <a:pt x="36810" y="243905"/>
                </a:lnTo>
                <a:cubicBezTo>
                  <a:pt x="37848" y="248954"/>
                  <a:pt x="40252" y="253520"/>
                  <a:pt x="43889" y="257173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"/>
          <p:cNvSpPr/>
          <p:nvPr/>
        </p:nvSpPr>
        <p:spPr>
          <a:xfrm>
            <a:off x="5156330" y="860696"/>
            <a:ext cx="1237372" cy="938006"/>
          </a:xfrm>
          <a:custGeom>
            <a:rect b="b" l="l" r="r" t="t"/>
            <a:pathLst>
              <a:path extrusionOk="0" h="285325" w="376387">
                <a:moveTo>
                  <a:pt x="374067" y="36778"/>
                </a:moveTo>
                <a:cubicBezTo>
                  <a:pt x="373950" y="29231"/>
                  <a:pt x="368799" y="22706"/>
                  <a:pt x="361486" y="20841"/>
                </a:cubicBezTo>
                <a:lnTo>
                  <a:pt x="220595" y="517"/>
                </a:lnTo>
                <a:cubicBezTo>
                  <a:pt x="215483" y="-786"/>
                  <a:pt x="210051" y="408"/>
                  <a:pt x="205954" y="3725"/>
                </a:cubicBezTo>
                <a:lnTo>
                  <a:pt x="6192" y="165665"/>
                </a:lnTo>
                <a:cubicBezTo>
                  <a:pt x="-4399" y="174250"/>
                  <a:pt x="-793" y="191225"/>
                  <a:pt x="12365" y="194768"/>
                </a:cubicBezTo>
                <a:lnTo>
                  <a:pt x="56166" y="206554"/>
                </a:lnTo>
                <a:cubicBezTo>
                  <a:pt x="64587" y="208817"/>
                  <a:pt x="69839" y="217176"/>
                  <a:pt x="68247" y="225745"/>
                </a:cubicBezTo>
                <a:lnTo>
                  <a:pt x="60817" y="265542"/>
                </a:lnTo>
                <a:cubicBezTo>
                  <a:pt x="58538" y="277733"/>
                  <a:pt x="69878" y="288066"/>
                  <a:pt x="81804" y="284671"/>
                </a:cubicBezTo>
                <a:lnTo>
                  <a:pt x="364257" y="208177"/>
                </a:lnTo>
                <a:cubicBezTo>
                  <a:pt x="371523" y="206109"/>
                  <a:pt x="376502" y="199420"/>
                  <a:pt x="376385" y="191857"/>
                </a:cubicBezTo>
                <a:lnTo>
                  <a:pt x="374059" y="36762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1" name="Google Shape;1311;p2"/>
          <p:cNvGrpSpPr/>
          <p:nvPr/>
        </p:nvGrpSpPr>
        <p:grpSpPr>
          <a:xfrm>
            <a:off x="7420636" y="1256866"/>
            <a:ext cx="597969" cy="640070"/>
            <a:chOff x="7361503" y="2222384"/>
            <a:chExt cx="523111" cy="564586"/>
          </a:xfrm>
        </p:grpSpPr>
        <p:sp>
          <p:nvSpPr>
            <p:cNvPr id="1312" name="Google Shape;1312;p2"/>
            <p:cNvSpPr/>
            <p:nvPr/>
          </p:nvSpPr>
          <p:spPr>
            <a:xfrm>
              <a:off x="7361503" y="2255649"/>
              <a:ext cx="490434" cy="531321"/>
            </a:xfrm>
            <a:custGeom>
              <a:rect b="b" l="l" r="r" t="t"/>
              <a:pathLst>
                <a:path extrusionOk="0" h="194090" w="179154">
                  <a:moveTo>
                    <a:pt x="42463" y="8"/>
                  </a:moveTo>
                  <a:cubicBezTo>
                    <a:pt x="42463" y="8"/>
                    <a:pt x="-24314" y="32070"/>
                    <a:pt x="9613" y="114956"/>
                  </a:cubicBezTo>
                  <a:cubicBezTo>
                    <a:pt x="9613" y="114956"/>
                    <a:pt x="33324" y="179282"/>
                    <a:pt x="98228" y="192714"/>
                  </a:cubicBezTo>
                  <a:cubicBezTo>
                    <a:pt x="98228" y="192714"/>
                    <a:pt x="149106" y="205350"/>
                    <a:pt x="179155" y="154042"/>
                  </a:cubicBezTo>
                  <a:lnTo>
                    <a:pt x="424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2"/>
            <p:cNvSpPr/>
            <p:nvPr/>
          </p:nvSpPr>
          <p:spPr>
            <a:xfrm>
              <a:off x="7401829" y="2222384"/>
              <a:ext cx="482785" cy="530629"/>
            </a:xfrm>
            <a:custGeom>
              <a:rect b="b" l="l" r="r" t="t"/>
              <a:pathLst>
                <a:path extrusionOk="0" h="193837" w="176360">
                  <a:moveTo>
                    <a:pt x="165639" y="74921"/>
                  </a:moveTo>
                  <a:cubicBezTo>
                    <a:pt x="142139" y="22419"/>
                    <a:pt x="87553" y="-10502"/>
                    <a:pt x="44354" y="3055"/>
                  </a:cubicBezTo>
                  <a:cubicBezTo>
                    <a:pt x="874" y="16698"/>
                    <a:pt x="-12902" y="71658"/>
                    <a:pt x="13182" y="124020"/>
                  </a:cubicBezTo>
                  <a:cubicBezTo>
                    <a:pt x="38492" y="174837"/>
                    <a:pt x="92025" y="204050"/>
                    <a:pt x="132945" y="190548"/>
                  </a:cubicBezTo>
                  <a:cubicBezTo>
                    <a:pt x="173615" y="177131"/>
                    <a:pt x="188452" y="125886"/>
                    <a:pt x="165639" y="749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2"/>
            <p:cNvSpPr/>
            <p:nvPr/>
          </p:nvSpPr>
          <p:spPr>
            <a:xfrm>
              <a:off x="7402119" y="2265631"/>
              <a:ext cx="442637" cy="486016"/>
            </a:xfrm>
            <a:custGeom>
              <a:rect b="b" l="l" r="r" t="t"/>
              <a:pathLst>
                <a:path extrusionOk="0" h="177540" w="161694">
                  <a:moveTo>
                    <a:pt x="21755" y="0"/>
                  </a:moveTo>
                  <a:cubicBezTo>
                    <a:pt x="11133" y="13416"/>
                    <a:pt x="2665" y="28269"/>
                    <a:pt x="612" y="45517"/>
                  </a:cubicBezTo>
                  <a:cubicBezTo>
                    <a:pt x="-1768" y="65528"/>
                    <a:pt x="2993" y="86094"/>
                    <a:pt x="11398" y="104216"/>
                  </a:cubicBezTo>
                  <a:cubicBezTo>
                    <a:pt x="11945" y="105395"/>
                    <a:pt x="12507" y="106558"/>
                    <a:pt x="13084" y="107721"/>
                  </a:cubicBezTo>
                  <a:cubicBezTo>
                    <a:pt x="20171" y="121949"/>
                    <a:pt x="29708" y="134967"/>
                    <a:pt x="41205" y="145948"/>
                  </a:cubicBezTo>
                  <a:cubicBezTo>
                    <a:pt x="51835" y="156102"/>
                    <a:pt x="64197" y="164586"/>
                    <a:pt x="77778" y="170283"/>
                  </a:cubicBezTo>
                  <a:cubicBezTo>
                    <a:pt x="90000" y="175411"/>
                    <a:pt x="103354" y="178275"/>
                    <a:pt x="116637" y="177378"/>
                  </a:cubicBezTo>
                  <a:cubicBezTo>
                    <a:pt x="125051" y="176808"/>
                    <a:pt x="133605" y="174919"/>
                    <a:pt x="141284" y="171204"/>
                  </a:cubicBezTo>
                  <a:cubicBezTo>
                    <a:pt x="149378" y="167286"/>
                    <a:pt x="156051" y="161253"/>
                    <a:pt x="161694" y="154315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2"/>
            <p:cNvSpPr/>
            <p:nvPr/>
          </p:nvSpPr>
          <p:spPr>
            <a:xfrm>
              <a:off x="7469037" y="2301001"/>
              <a:ext cx="350378" cy="384988"/>
            </a:xfrm>
            <a:custGeom>
              <a:rect b="b" l="l" r="r" t="t"/>
              <a:pathLst>
                <a:path extrusionOk="0" h="140635" w="127992">
                  <a:moveTo>
                    <a:pt x="119963" y="53847"/>
                  </a:moveTo>
                  <a:cubicBezTo>
                    <a:pt x="136852" y="91028"/>
                    <a:pt x="126207" y="128483"/>
                    <a:pt x="96377" y="138262"/>
                  </a:cubicBezTo>
                  <a:cubicBezTo>
                    <a:pt x="66415" y="148081"/>
                    <a:pt x="27547" y="126579"/>
                    <a:pt x="9331" y="89475"/>
                  </a:cubicBezTo>
                  <a:cubicBezTo>
                    <a:pt x="-9291" y="51560"/>
                    <a:pt x="800" y="12146"/>
                    <a:pt x="32113" y="2250"/>
                  </a:cubicBezTo>
                  <a:cubicBezTo>
                    <a:pt x="63277" y="-7600"/>
                    <a:pt x="102699" y="15853"/>
                    <a:pt x="119963" y="53847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2"/>
            <p:cNvSpPr/>
            <p:nvPr/>
          </p:nvSpPr>
          <p:spPr>
            <a:xfrm>
              <a:off x="7562713" y="2361003"/>
              <a:ext cx="174086" cy="249674"/>
            </a:xfrm>
            <a:custGeom>
              <a:rect b="b" l="l" r="r" t="t"/>
              <a:pathLst>
                <a:path extrusionOk="0" h="91205" w="63593">
                  <a:moveTo>
                    <a:pt x="30297" y="0"/>
                  </a:moveTo>
                  <a:lnTo>
                    <a:pt x="9310" y="12729"/>
                  </a:lnTo>
                  <a:cubicBezTo>
                    <a:pt x="179" y="18263"/>
                    <a:pt x="-2732" y="30157"/>
                    <a:pt x="2809" y="39289"/>
                  </a:cubicBezTo>
                  <a:lnTo>
                    <a:pt x="3207" y="39944"/>
                  </a:lnTo>
                  <a:cubicBezTo>
                    <a:pt x="8748" y="49076"/>
                    <a:pt x="20635" y="51987"/>
                    <a:pt x="29766" y="46446"/>
                  </a:cubicBezTo>
                  <a:lnTo>
                    <a:pt x="34231" y="43738"/>
                  </a:lnTo>
                  <a:cubicBezTo>
                    <a:pt x="43362" y="38196"/>
                    <a:pt x="55249" y="41107"/>
                    <a:pt x="60790" y="50239"/>
                  </a:cubicBezTo>
                  <a:lnTo>
                    <a:pt x="60790" y="50239"/>
                  </a:lnTo>
                  <a:cubicBezTo>
                    <a:pt x="66324" y="59370"/>
                    <a:pt x="63413" y="71257"/>
                    <a:pt x="54289" y="76798"/>
                  </a:cubicBezTo>
                  <a:lnTo>
                    <a:pt x="30547" y="91206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2"/>
            <p:cNvSpPr/>
            <p:nvPr/>
          </p:nvSpPr>
          <p:spPr>
            <a:xfrm>
              <a:off x="7565852" y="2380924"/>
              <a:ext cx="137250" cy="226238"/>
            </a:xfrm>
            <a:custGeom>
              <a:rect b="b" l="l" r="r" t="t"/>
              <a:pathLst>
                <a:path extrusionOk="0" h="82644" w="50137">
                  <a:moveTo>
                    <a:pt x="0" y="0"/>
                  </a:moveTo>
                  <a:lnTo>
                    <a:pt x="50138" y="82644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2"/>
            <p:cNvSpPr/>
            <p:nvPr/>
          </p:nvSpPr>
          <p:spPr>
            <a:xfrm>
              <a:off x="7592805" y="2364572"/>
              <a:ext cx="137228" cy="226238"/>
            </a:xfrm>
            <a:custGeom>
              <a:rect b="b" l="l" r="r" t="t"/>
              <a:pathLst>
                <a:path extrusionOk="0" h="82644" w="50129">
                  <a:moveTo>
                    <a:pt x="0" y="0"/>
                  </a:moveTo>
                  <a:lnTo>
                    <a:pt x="50130" y="82644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2"/>
            <p:cNvSpPr/>
            <p:nvPr/>
          </p:nvSpPr>
          <p:spPr>
            <a:xfrm>
              <a:off x="7364190" y="2378081"/>
              <a:ext cx="40592" cy="28073"/>
            </a:xfrm>
            <a:custGeom>
              <a:rect b="b" l="l" r="r" t="t"/>
              <a:pathLst>
                <a:path extrusionOk="0" h="10255" w="14828">
                  <a:moveTo>
                    <a:pt x="14829" y="0"/>
                  </a:moveTo>
                  <a:lnTo>
                    <a:pt x="0" y="10255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2"/>
            <p:cNvSpPr/>
            <p:nvPr/>
          </p:nvSpPr>
          <p:spPr>
            <a:xfrm>
              <a:off x="7364190" y="2469027"/>
              <a:ext cx="42387" cy="26299"/>
            </a:xfrm>
            <a:custGeom>
              <a:rect b="b" l="l" r="r" t="t"/>
              <a:pathLst>
                <a:path extrusionOk="0" h="9607" w="15484">
                  <a:moveTo>
                    <a:pt x="15485" y="0"/>
                  </a:moveTo>
                  <a:lnTo>
                    <a:pt x="0" y="960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2"/>
            <p:cNvSpPr/>
            <p:nvPr/>
          </p:nvSpPr>
          <p:spPr>
            <a:xfrm>
              <a:off x="7393386" y="2547255"/>
              <a:ext cx="37580" cy="30893"/>
            </a:xfrm>
            <a:custGeom>
              <a:rect b="b" l="l" r="r" t="t"/>
              <a:pathLst>
                <a:path extrusionOk="0" h="11285" w="13728">
                  <a:moveTo>
                    <a:pt x="13728" y="0"/>
                  </a:moveTo>
                  <a:lnTo>
                    <a:pt x="0" y="11286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2"/>
            <p:cNvSpPr/>
            <p:nvPr/>
          </p:nvSpPr>
          <p:spPr>
            <a:xfrm>
              <a:off x="7410272" y="2579743"/>
              <a:ext cx="37068" cy="33907"/>
            </a:xfrm>
            <a:custGeom>
              <a:rect b="b" l="l" r="r" t="t"/>
              <a:pathLst>
                <a:path extrusionOk="0" h="12386" w="13541">
                  <a:moveTo>
                    <a:pt x="13541" y="0"/>
                  </a:moveTo>
                  <a:lnTo>
                    <a:pt x="0" y="12386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2"/>
            <p:cNvSpPr/>
            <p:nvPr/>
          </p:nvSpPr>
          <p:spPr>
            <a:xfrm>
              <a:off x="7451480" y="2639571"/>
              <a:ext cx="37772" cy="34503"/>
            </a:xfrm>
            <a:custGeom>
              <a:rect b="b" l="l" r="r" t="t"/>
              <a:pathLst>
                <a:path extrusionOk="0" h="12604" w="13798">
                  <a:moveTo>
                    <a:pt x="13799" y="0"/>
                  </a:moveTo>
                  <a:lnTo>
                    <a:pt x="0" y="12605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2"/>
            <p:cNvSpPr/>
            <p:nvPr/>
          </p:nvSpPr>
          <p:spPr>
            <a:xfrm>
              <a:off x="7588380" y="2737207"/>
              <a:ext cx="35122" cy="34268"/>
            </a:xfrm>
            <a:custGeom>
              <a:rect b="b" l="l" r="r" t="t"/>
              <a:pathLst>
                <a:path extrusionOk="0" h="12518" w="12830">
                  <a:moveTo>
                    <a:pt x="12831" y="0"/>
                  </a:moveTo>
                  <a:lnTo>
                    <a:pt x="0" y="1251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2"/>
            <p:cNvSpPr/>
            <p:nvPr/>
          </p:nvSpPr>
          <p:spPr>
            <a:xfrm>
              <a:off x="7789338" y="2673020"/>
              <a:ext cx="24057" cy="24057"/>
            </a:xfrm>
            <a:custGeom>
              <a:rect b="b" l="l" r="r" t="t"/>
              <a:pathLst>
                <a:path extrusionOk="0" h="8788" w="8788">
                  <a:moveTo>
                    <a:pt x="8788" y="4394"/>
                  </a:moveTo>
                  <a:cubicBezTo>
                    <a:pt x="8788" y="6821"/>
                    <a:pt x="6821" y="8788"/>
                    <a:pt x="4394" y="8788"/>
                  </a:cubicBezTo>
                  <a:cubicBezTo>
                    <a:pt x="1968" y="8788"/>
                    <a:pt x="0" y="6821"/>
                    <a:pt x="0" y="4394"/>
                  </a:cubicBezTo>
                  <a:cubicBezTo>
                    <a:pt x="0" y="1967"/>
                    <a:pt x="1968" y="0"/>
                    <a:pt x="4394" y="0"/>
                  </a:cubicBezTo>
                  <a:cubicBezTo>
                    <a:pt x="6821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2"/>
            <p:cNvSpPr/>
            <p:nvPr/>
          </p:nvSpPr>
          <p:spPr>
            <a:xfrm>
              <a:off x="7836853" y="2582351"/>
              <a:ext cx="24057" cy="24057"/>
            </a:xfrm>
            <a:custGeom>
              <a:rect b="b" l="l" r="r" t="t"/>
              <a:pathLst>
                <a:path extrusionOk="0" h="8788" w="8788">
                  <a:moveTo>
                    <a:pt x="8788" y="4394"/>
                  </a:moveTo>
                  <a:cubicBezTo>
                    <a:pt x="8788" y="6821"/>
                    <a:pt x="6822" y="8788"/>
                    <a:pt x="4394" y="8788"/>
                  </a:cubicBezTo>
                  <a:cubicBezTo>
                    <a:pt x="1967" y="8788"/>
                    <a:pt x="0" y="6821"/>
                    <a:pt x="0" y="4394"/>
                  </a:cubicBezTo>
                  <a:cubicBezTo>
                    <a:pt x="0" y="1967"/>
                    <a:pt x="1967" y="0"/>
                    <a:pt x="4394" y="0"/>
                  </a:cubicBezTo>
                  <a:cubicBezTo>
                    <a:pt x="6822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2"/>
            <p:cNvSpPr/>
            <p:nvPr/>
          </p:nvSpPr>
          <p:spPr>
            <a:xfrm>
              <a:off x="7689565" y="2704654"/>
              <a:ext cx="24057" cy="24057"/>
            </a:xfrm>
            <a:custGeom>
              <a:rect b="b" l="l" r="r" t="t"/>
              <a:pathLst>
                <a:path extrusionOk="0" h="8788" w="8788">
                  <a:moveTo>
                    <a:pt x="8788" y="4394"/>
                  </a:moveTo>
                  <a:cubicBezTo>
                    <a:pt x="8788" y="6821"/>
                    <a:pt x="6821" y="8788"/>
                    <a:pt x="4394" y="8788"/>
                  </a:cubicBezTo>
                  <a:cubicBezTo>
                    <a:pt x="1967" y="8788"/>
                    <a:pt x="0" y="6821"/>
                    <a:pt x="0" y="4394"/>
                  </a:cubicBezTo>
                  <a:cubicBezTo>
                    <a:pt x="0" y="1967"/>
                    <a:pt x="1967" y="0"/>
                    <a:pt x="4394" y="0"/>
                  </a:cubicBezTo>
                  <a:cubicBezTo>
                    <a:pt x="6821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2"/>
            <p:cNvSpPr/>
            <p:nvPr/>
          </p:nvSpPr>
          <p:spPr>
            <a:xfrm>
              <a:off x="7586586" y="2679538"/>
              <a:ext cx="24054" cy="24057"/>
            </a:xfrm>
            <a:custGeom>
              <a:rect b="b" l="l" r="r" t="t"/>
              <a:pathLst>
                <a:path extrusionOk="0" h="8788" w="8787">
                  <a:moveTo>
                    <a:pt x="8788" y="4394"/>
                  </a:moveTo>
                  <a:cubicBezTo>
                    <a:pt x="8788" y="6821"/>
                    <a:pt x="6821" y="8788"/>
                    <a:pt x="4394" y="8788"/>
                  </a:cubicBezTo>
                  <a:cubicBezTo>
                    <a:pt x="1967" y="8788"/>
                    <a:pt x="0" y="6821"/>
                    <a:pt x="0" y="4394"/>
                  </a:cubicBezTo>
                  <a:cubicBezTo>
                    <a:pt x="0" y="1967"/>
                    <a:pt x="1967" y="0"/>
                    <a:pt x="4394" y="0"/>
                  </a:cubicBezTo>
                  <a:cubicBezTo>
                    <a:pt x="6821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2"/>
            <p:cNvSpPr/>
            <p:nvPr/>
          </p:nvSpPr>
          <p:spPr>
            <a:xfrm>
              <a:off x="7499616" y="2610523"/>
              <a:ext cx="24054" cy="24057"/>
            </a:xfrm>
            <a:custGeom>
              <a:rect b="b" l="l" r="r" t="t"/>
              <a:pathLst>
                <a:path extrusionOk="0" h="8788" w="8787">
                  <a:moveTo>
                    <a:pt x="8788" y="4394"/>
                  </a:moveTo>
                  <a:cubicBezTo>
                    <a:pt x="8788" y="6821"/>
                    <a:pt x="6821" y="8788"/>
                    <a:pt x="4394" y="8788"/>
                  </a:cubicBezTo>
                  <a:cubicBezTo>
                    <a:pt x="1967" y="8788"/>
                    <a:pt x="0" y="6821"/>
                    <a:pt x="0" y="4394"/>
                  </a:cubicBezTo>
                  <a:cubicBezTo>
                    <a:pt x="0" y="1967"/>
                    <a:pt x="1967" y="0"/>
                    <a:pt x="4394" y="0"/>
                  </a:cubicBezTo>
                  <a:cubicBezTo>
                    <a:pt x="6821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2"/>
            <p:cNvSpPr/>
            <p:nvPr/>
          </p:nvSpPr>
          <p:spPr>
            <a:xfrm>
              <a:off x="7442530" y="2512229"/>
              <a:ext cx="24046" cy="24046"/>
            </a:xfrm>
            <a:custGeom>
              <a:rect b="b" l="l" r="r" t="t"/>
              <a:pathLst>
                <a:path extrusionOk="0" h="8784" w="8784">
                  <a:moveTo>
                    <a:pt x="107" y="5352"/>
                  </a:moveTo>
                  <a:cubicBezTo>
                    <a:pt x="-423" y="2987"/>
                    <a:pt x="1067" y="638"/>
                    <a:pt x="3432" y="107"/>
                  </a:cubicBezTo>
                  <a:cubicBezTo>
                    <a:pt x="5797" y="-423"/>
                    <a:pt x="8146" y="1067"/>
                    <a:pt x="8677" y="3432"/>
                  </a:cubicBezTo>
                  <a:cubicBezTo>
                    <a:pt x="9208" y="5797"/>
                    <a:pt x="7717" y="8146"/>
                    <a:pt x="5352" y="8677"/>
                  </a:cubicBezTo>
                  <a:cubicBezTo>
                    <a:pt x="2987" y="9208"/>
                    <a:pt x="638" y="7717"/>
                    <a:pt x="107" y="53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2"/>
            <p:cNvSpPr/>
            <p:nvPr/>
          </p:nvSpPr>
          <p:spPr>
            <a:xfrm>
              <a:off x="7426052" y="2401105"/>
              <a:ext cx="24046" cy="24046"/>
            </a:xfrm>
            <a:custGeom>
              <a:rect b="b" l="l" r="r" t="t"/>
              <a:pathLst>
                <a:path extrusionOk="0" h="8784" w="8784">
                  <a:moveTo>
                    <a:pt x="107" y="5352"/>
                  </a:moveTo>
                  <a:cubicBezTo>
                    <a:pt x="-423" y="2987"/>
                    <a:pt x="1067" y="638"/>
                    <a:pt x="3432" y="107"/>
                  </a:cubicBezTo>
                  <a:cubicBezTo>
                    <a:pt x="5797" y="-423"/>
                    <a:pt x="8146" y="1067"/>
                    <a:pt x="8677" y="3432"/>
                  </a:cubicBezTo>
                  <a:cubicBezTo>
                    <a:pt x="9208" y="5797"/>
                    <a:pt x="7717" y="8146"/>
                    <a:pt x="5352" y="8677"/>
                  </a:cubicBezTo>
                  <a:cubicBezTo>
                    <a:pt x="2987" y="9208"/>
                    <a:pt x="638" y="7717"/>
                    <a:pt x="107" y="53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2"/>
            <p:cNvSpPr/>
            <p:nvPr/>
          </p:nvSpPr>
          <p:spPr>
            <a:xfrm>
              <a:off x="7463647" y="2299516"/>
              <a:ext cx="24046" cy="24046"/>
            </a:xfrm>
            <a:custGeom>
              <a:rect b="b" l="l" r="r" t="t"/>
              <a:pathLst>
                <a:path extrusionOk="0" h="8784" w="8784">
                  <a:moveTo>
                    <a:pt x="107" y="5352"/>
                  </a:moveTo>
                  <a:cubicBezTo>
                    <a:pt x="-424" y="2987"/>
                    <a:pt x="1067" y="638"/>
                    <a:pt x="3432" y="107"/>
                  </a:cubicBezTo>
                  <a:cubicBezTo>
                    <a:pt x="5797" y="-423"/>
                    <a:pt x="8146" y="1067"/>
                    <a:pt x="8677" y="3432"/>
                  </a:cubicBezTo>
                  <a:cubicBezTo>
                    <a:pt x="9207" y="5797"/>
                    <a:pt x="7717" y="8146"/>
                    <a:pt x="5352" y="8677"/>
                  </a:cubicBezTo>
                  <a:cubicBezTo>
                    <a:pt x="2987" y="9207"/>
                    <a:pt x="638" y="7717"/>
                    <a:pt x="107" y="53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2"/>
            <p:cNvSpPr/>
            <p:nvPr/>
          </p:nvSpPr>
          <p:spPr>
            <a:xfrm>
              <a:off x="7546613" y="2250605"/>
              <a:ext cx="24038" cy="24038"/>
            </a:xfrm>
            <a:custGeom>
              <a:rect b="b" l="l" r="r" t="t"/>
              <a:pathLst>
                <a:path extrusionOk="0" h="8781" w="8781">
                  <a:moveTo>
                    <a:pt x="32" y="3872"/>
                  </a:moveTo>
                  <a:cubicBezTo>
                    <a:pt x="321" y="1460"/>
                    <a:pt x="2506" y="-257"/>
                    <a:pt x="4910" y="32"/>
                  </a:cubicBezTo>
                  <a:cubicBezTo>
                    <a:pt x="7321" y="320"/>
                    <a:pt x="9038" y="2506"/>
                    <a:pt x="8750" y="4910"/>
                  </a:cubicBezTo>
                  <a:cubicBezTo>
                    <a:pt x="8461" y="7321"/>
                    <a:pt x="6275" y="9038"/>
                    <a:pt x="3872" y="8750"/>
                  </a:cubicBezTo>
                  <a:cubicBezTo>
                    <a:pt x="1460" y="8461"/>
                    <a:pt x="-257" y="6275"/>
                    <a:pt x="32" y="387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"/>
            <p:cNvSpPr/>
            <p:nvPr/>
          </p:nvSpPr>
          <p:spPr>
            <a:xfrm>
              <a:off x="7642177" y="2262553"/>
              <a:ext cx="24038" cy="24038"/>
            </a:xfrm>
            <a:custGeom>
              <a:rect b="b" l="l" r="r" t="t"/>
              <a:pathLst>
                <a:path extrusionOk="0" h="8781" w="8781">
                  <a:moveTo>
                    <a:pt x="32" y="3872"/>
                  </a:moveTo>
                  <a:cubicBezTo>
                    <a:pt x="321" y="1460"/>
                    <a:pt x="2506" y="-257"/>
                    <a:pt x="4910" y="32"/>
                  </a:cubicBezTo>
                  <a:cubicBezTo>
                    <a:pt x="7322" y="320"/>
                    <a:pt x="9038" y="2506"/>
                    <a:pt x="8750" y="4910"/>
                  </a:cubicBezTo>
                  <a:cubicBezTo>
                    <a:pt x="8461" y="7321"/>
                    <a:pt x="6275" y="9038"/>
                    <a:pt x="3872" y="8749"/>
                  </a:cubicBezTo>
                  <a:cubicBezTo>
                    <a:pt x="1460" y="8461"/>
                    <a:pt x="-257" y="6275"/>
                    <a:pt x="32" y="387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2"/>
            <p:cNvSpPr/>
            <p:nvPr/>
          </p:nvSpPr>
          <p:spPr>
            <a:xfrm>
              <a:off x="7830420" y="2477128"/>
              <a:ext cx="24054" cy="24057"/>
            </a:xfrm>
            <a:custGeom>
              <a:rect b="b" l="l" r="r" t="t"/>
              <a:pathLst>
                <a:path extrusionOk="0" h="8788" w="8787">
                  <a:moveTo>
                    <a:pt x="8788" y="4394"/>
                  </a:moveTo>
                  <a:cubicBezTo>
                    <a:pt x="8788" y="6821"/>
                    <a:pt x="6821" y="8788"/>
                    <a:pt x="4394" y="8788"/>
                  </a:cubicBezTo>
                  <a:cubicBezTo>
                    <a:pt x="1967" y="8788"/>
                    <a:pt x="0" y="6821"/>
                    <a:pt x="0" y="4394"/>
                  </a:cubicBezTo>
                  <a:cubicBezTo>
                    <a:pt x="0" y="1967"/>
                    <a:pt x="1967" y="0"/>
                    <a:pt x="4394" y="0"/>
                  </a:cubicBezTo>
                  <a:cubicBezTo>
                    <a:pt x="6821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2"/>
            <p:cNvSpPr/>
            <p:nvPr/>
          </p:nvSpPr>
          <p:spPr>
            <a:xfrm>
              <a:off x="7792674" y="2384322"/>
              <a:ext cx="24054" cy="24057"/>
            </a:xfrm>
            <a:custGeom>
              <a:rect b="b" l="l" r="r" t="t"/>
              <a:pathLst>
                <a:path extrusionOk="0" h="8788" w="8787">
                  <a:moveTo>
                    <a:pt x="8788" y="4394"/>
                  </a:moveTo>
                  <a:cubicBezTo>
                    <a:pt x="8788" y="6821"/>
                    <a:pt x="6821" y="8788"/>
                    <a:pt x="4394" y="8788"/>
                  </a:cubicBezTo>
                  <a:cubicBezTo>
                    <a:pt x="1967" y="8788"/>
                    <a:pt x="0" y="6821"/>
                    <a:pt x="0" y="4394"/>
                  </a:cubicBezTo>
                  <a:cubicBezTo>
                    <a:pt x="0" y="1967"/>
                    <a:pt x="1967" y="0"/>
                    <a:pt x="4394" y="0"/>
                  </a:cubicBezTo>
                  <a:cubicBezTo>
                    <a:pt x="6821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2"/>
            <p:cNvSpPr/>
            <p:nvPr/>
          </p:nvSpPr>
          <p:spPr>
            <a:xfrm>
              <a:off x="7729878" y="2310112"/>
              <a:ext cx="24054" cy="24057"/>
            </a:xfrm>
            <a:custGeom>
              <a:rect b="b" l="l" r="r" t="t"/>
              <a:pathLst>
                <a:path extrusionOk="0" h="8788" w="8787">
                  <a:moveTo>
                    <a:pt x="8788" y="4394"/>
                  </a:moveTo>
                  <a:cubicBezTo>
                    <a:pt x="8788" y="6821"/>
                    <a:pt x="6821" y="8788"/>
                    <a:pt x="4394" y="8788"/>
                  </a:cubicBezTo>
                  <a:cubicBezTo>
                    <a:pt x="1967" y="8788"/>
                    <a:pt x="0" y="6821"/>
                    <a:pt x="0" y="4394"/>
                  </a:cubicBezTo>
                  <a:cubicBezTo>
                    <a:pt x="0" y="1967"/>
                    <a:pt x="1967" y="0"/>
                    <a:pt x="4394" y="0"/>
                  </a:cubicBezTo>
                  <a:cubicBezTo>
                    <a:pt x="6821" y="0"/>
                    <a:pt x="8788" y="1967"/>
                    <a:pt x="8788" y="4394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8" name="Google Shape;1338;p2"/>
          <p:cNvSpPr/>
          <p:nvPr/>
        </p:nvSpPr>
        <p:spPr>
          <a:xfrm>
            <a:off x="2548617" y="787967"/>
            <a:ext cx="2285993" cy="1855810"/>
          </a:xfrm>
          <a:custGeom>
            <a:rect b="b" l="l" r="r" t="t"/>
            <a:pathLst>
              <a:path extrusionOk="0" h="564505" w="695359">
                <a:moveTo>
                  <a:pt x="693055" y="306042"/>
                </a:moveTo>
                <a:lnTo>
                  <a:pt x="379571" y="8393"/>
                </a:lnTo>
                <a:cubicBezTo>
                  <a:pt x="375333" y="1104"/>
                  <a:pt x="366357" y="-1940"/>
                  <a:pt x="358560" y="1275"/>
                </a:cubicBezTo>
                <a:lnTo>
                  <a:pt x="85224" y="51905"/>
                </a:lnTo>
                <a:cubicBezTo>
                  <a:pt x="72619" y="57102"/>
                  <a:pt x="71066" y="74335"/>
                  <a:pt x="82547" y="81695"/>
                </a:cubicBezTo>
                <a:lnTo>
                  <a:pt x="206454" y="159063"/>
                </a:lnTo>
                <a:cubicBezTo>
                  <a:pt x="217615" y="166220"/>
                  <a:pt x="216530" y="182868"/>
                  <a:pt x="204534" y="188518"/>
                </a:cubicBezTo>
                <a:lnTo>
                  <a:pt x="9682" y="280309"/>
                </a:lnTo>
                <a:cubicBezTo>
                  <a:pt x="152" y="284797"/>
                  <a:pt x="-2977" y="296832"/>
                  <a:pt x="3165" y="305394"/>
                </a:cubicBezTo>
                <a:lnTo>
                  <a:pt x="151181" y="558454"/>
                </a:lnTo>
                <a:cubicBezTo>
                  <a:pt x="155966" y="565127"/>
                  <a:pt x="161609" y="565158"/>
                  <a:pt x="172246" y="563800"/>
                </a:cubicBezTo>
                <a:lnTo>
                  <a:pt x="407098" y="537256"/>
                </a:lnTo>
                <a:cubicBezTo>
                  <a:pt x="429778" y="534923"/>
                  <a:pt x="451241" y="525869"/>
                  <a:pt x="468732" y="511243"/>
                </a:cubicBezTo>
                <a:lnTo>
                  <a:pt x="685843" y="329698"/>
                </a:lnTo>
                <a:cubicBezTo>
                  <a:pt x="694678" y="325421"/>
                  <a:pt x="698003" y="314525"/>
                  <a:pt x="693070" y="306042"/>
                </a:cubicBez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"/>
          <p:cNvSpPr/>
          <p:nvPr/>
        </p:nvSpPr>
        <p:spPr>
          <a:xfrm>
            <a:off x="3489073" y="1393725"/>
            <a:ext cx="604574" cy="74022"/>
          </a:xfrm>
          <a:custGeom>
            <a:rect b="b" l="l" r="r" t="t"/>
            <a:pathLst>
              <a:path extrusionOk="0" h="21900" w="178868">
                <a:moveTo>
                  <a:pt x="0" y="21900"/>
                </a:moveTo>
                <a:cubicBezTo>
                  <a:pt x="22353" y="21900"/>
                  <a:pt x="24374" y="0"/>
                  <a:pt x="44713" y="0"/>
                </a:cubicBezTo>
                <a:cubicBezTo>
                  <a:pt x="65052" y="0"/>
                  <a:pt x="67058" y="21900"/>
                  <a:pt x="89411" y="21900"/>
                </a:cubicBezTo>
                <a:cubicBezTo>
                  <a:pt x="111764" y="21900"/>
                  <a:pt x="114495" y="0"/>
                  <a:pt x="134140" y="0"/>
                </a:cubicBezTo>
                <a:cubicBezTo>
                  <a:pt x="153784" y="0"/>
                  <a:pt x="156500" y="21900"/>
                  <a:pt x="178869" y="21900"/>
                </a:cubicBezTo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0" name="Google Shape;1340;p2"/>
          <p:cNvGrpSpPr/>
          <p:nvPr/>
        </p:nvGrpSpPr>
        <p:grpSpPr>
          <a:xfrm rot="-5400000">
            <a:off x="5383064" y="2911428"/>
            <a:ext cx="686880" cy="769588"/>
            <a:chOff x="6225377" y="921581"/>
            <a:chExt cx="556268" cy="623249"/>
          </a:xfrm>
        </p:grpSpPr>
        <p:sp>
          <p:nvSpPr>
            <p:cNvPr id="1341" name="Google Shape;1341;p2"/>
            <p:cNvSpPr/>
            <p:nvPr/>
          </p:nvSpPr>
          <p:spPr>
            <a:xfrm>
              <a:off x="6225377" y="921581"/>
              <a:ext cx="556268" cy="623249"/>
            </a:xfrm>
            <a:custGeom>
              <a:rect b="b" l="l" r="r" t="t"/>
              <a:pathLst>
                <a:path extrusionOk="0" h="227671" w="203203">
                  <a:moveTo>
                    <a:pt x="89629" y="227671"/>
                  </a:moveTo>
                  <a:lnTo>
                    <a:pt x="203203" y="61095"/>
                  </a:lnTo>
                  <a:lnTo>
                    <a:pt x="113855" y="0"/>
                  </a:lnTo>
                  <a:lnTo>
                    <a:pt x="0" y="166560"/>
                  </a:lnTo>
                  <a:lnTo>
                    <a:pt x="89629" y="2276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2"/>
            <p:cNvSpPr/>
            <p:nvPr/>
          </p:nvSpPr>
          <p:spPr>
            <a:xfrm>
              <a:off x="6417476" y="1141509"/>
              <a:ext cx="174781" cy="174702"/>
            </a:xfrm>
            <a:custGeom>
              <a:rect b="b" l="l" r="r" t="t"/>
              <a:pathLst>
                <a:path extrusionOk="0" h="63818" w="63847">
                  <a:moveTo>
                    <a:pt x="57719" y="50726"/>
                  </a:moveTo>
                  <a:cubicBezTo>
                    <a:pt x="47620" y="64572"/>
                    <a:pt x="28210" y="68006"/>
                    <a:pt x="13950" y="58281"/>
                  </a:cubicBezTo>
                  <a:cubicBezTo>
                    <a:pt x="6903" y="53473"/>
                    <a:pt x="2158" y="46215"/>
                    <a:pt x="565" y="37841"/>
                  </a:cubicBezTo>
                  <a:cubicBezTo>
                    <a:pt x="-1019" y="29458"/>
                    <a:pt x="752" y="20967"/>
                    <a:pt x="5560" y="13919"/>
                  </a:cubicBezTo>
                  <a:cubicBezTo>
                    <a:pt x="15488" y="-598"/>
                    <a:pt x="35374" y="-4383"/>
                    <a:pt x="49922" y="5529"/>
                  </a:cubicBezTo>
                  <a:cubicBezTo>
                    <a:pt x="64462" y="15449"/>
                    <a:pt x="68224" y="35343"/>
                    <a:pt x="58312" y="49891"/>
                  </a:cubicBezTo>
                  <a:cubicBezTo>
                    <a:pt x="58117" y="50172"/>
                    <a:pt x="57922" y="50453"/>
                    <a:pt x="57719" y="5072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2"/>
            <p:cNvSpPr/>
            <p:nvPr/>
          </p:nvSpPr>
          <p:spPr>
            <a:xfrm>
              <a:off x="6577613" y="1083763"/>
              <a:ext cx="31484" cy="31479"/>
            </a:xfrm>
            <a:custGeom>
              <a:rect b="b" l="l" r="r" t="t"/>
              <a:pathLst>
                <a:path extrusionOk="0" h="11499" w="11501">
                  <a:moveTo>
                    <a:pt x="10398" y="9140"/>
                  </a:moveTo>
                  <a:cubicBezTo>
                    <a:pt x="8579" y="11638"/>
                    <a:pt x="5083" y="12255"/>
                    <a:pt x="2515" y="10499"/>
                  </a:cubicBezTo>
                  <a:cubicBezTo>
                    <a:pt x="1243" y="9632"/>
                    <a:pt x="392" y="8329"/>
                    <a:pt x="104" y="6815"/>
                  </a:cubicBezTo>
                  <a:cubicBezTo>
                    <a:pt x="-185" y="5301"/>
                    <a:pt x="135" y="3779"/>
                    <a:pt x="1001" y="2506"/>
                  </a:cubicBezTo>
                  <a:cubicBezTo>
                    <a:pt x="2788" y="-108"/>
                    <a:pt x="6371" y="-787"/>
                    <a:pt x="8993" y="992"/>
                  </a:cubicBezTo>
                  <a:cubicBezTo>
                    <a:pt x="11616" y="2780"/>
                    <a:pt x="12287" y="6362"/>
                    <a:pt x="10507" y="8984"/>
                  </a:cubicBezTo>
                  <a:cubicBezTo>
                    <a:pt x="10476" y="9031"/>
                    <a:pt x="10437" y="9086"/>
                    <a:pt x="10398" y="913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2"/>
            <p:cNvSpPr/>
            <p:nvPr/>
          </p:nvSpPr>
          <p:spPr>
            <a:xfrm>
              <a:off x="6395551" y="1350084"/>
              <a:ext cx="31484" cy="31479"/>
            </a:xfrm>
            <a:custGeom>
              <a:rect b="b" l="l" r="r" t="t"/>
              <a:pathLst>
                <a:path extrusionOk="0" h="11499" w="11501">
                  <a:moveTo>
                    <a:pt x="10398" y="9141"/>
                  </a:moveTo>
                  <a:cubicBezTo>
                    <a:pt x="8579" y="11638"/>
                    <a:pt x="5083" y="12255"/>
                    <a:pt x="2515" y="10499"/>
                  </a:cubicBezTo>
                  <a:cubicBezTo>
                    <a:pt x="1243" y="9632"/>
                    <a:pt x="392" y="8329"/>
                    <a:pt x="104" y="6815"/>
                  </a:cubicBezTo>
                  <a:cubicBezTo>
                    <a:pt x="-185" y="5308"/>
                    <a:pt x="135" y="3779"/>
                    <a:pt x="1001" y="2507"/>
                  </a:cubicBezTo>
                  <a:cubicBezTo>
                    <a:pt x="2788" y="-108"/>
                    <a:pt x="6371" y="-787"/>
                    <a:pt x="8993" y="992"/>
                  </a:cubicBezTo>
                  <a:cubicBezTo>
                    <a:pt x="11616" y="2780"/>
                    <a:pt x="12287" y="6362"/>
                    <a:pt x="10507" y="8984"/>
                  </a:cubicBezTo>
                  <a:cubicBezTo>
                    <a:pt x="10476" y="9039"/>
                    <a:pt x="10437" y="9086"/>
                    <a:pt x="10398" y="913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2"/>
            <p:cNvSpPr/>
            <p:nvPr/>
          </p:nvSpPr>
          <p:spPr>
            <a:xfrm>
              <a:off x="6451205" y="1170183"/>
              <a:ext cx="99560" cy="114154"/>
            </a:xfrm>
            <a:custGeom>
              <a:rect b="b" l="l" r="r" t="t"/>
              <a:pathLst>
                <a:path extrusionOk="0" h="41700" w="36369">
                  <a:moveTo>
                    <a:pt x="27289" y="41701"/>
                  </a:moveTo>
                  <a:lnTo>
                    <a:pt x="34500" y="31921"/>
                  </a:lnTo>
                  <a:cubicBezTo>
                    <a:pt x="37638" y="27668"/>
                    <a:pt x="36732" y="21681"/>
                    <a:pt x="32479" y="18544"/>
                  </a:cubicBezTo>
                  <a:lnTo>
                    <a:pt x="32175" y="18318"/>
                  </a:lnTo>
                  <a:cubicBezTo>
                    <a:pt x="27921" y="15180"/>
                    <a:pt x="21935" y="16085"/>
                    <a:pt x="18797" y="20339"/>
                  </a:cubicBezTo>
                  <a:lnTo>
                    <a:pt x="17268" y="22415"/>
                  </a:lnTo>
                  <a:cubicBezTo>
                    <a:pt x="14130" y="26669"/>
                    <a:pt x="8144" y="27574"/>
                    <a:pt x="3891" y="24437"/>
                  </a:cubicBezTo>
                  <a:lnTo>
                    <a:pt x="3891" y="24437"/>
                  </a:lnTo>
                  <a:cubicBezTo>
                    <a:pt x="-363" y="21299"/>
                    <a:pt x="-1269" y="15313"/>
                    <a:pt x="1869" y="11059"/>
                  </a:cubicBezTo>
                  <a:lnTo>
                    <a:pt x="1002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2"/>
            <p:cNvSpPr/>
            <p:nvPr/>
          </p:nvSpPr>
          <p:spPr>
            <a:xfrm>
              <a:off x="6453308" y="1182493"/>
              <a:ext cx="105372" cy="77726"/>
            </a:xfrm>
            <a:custGeom>
              <a:rect b="b" l="l" r="r" t="t"/>
              <a:pathLst>
                <a:path extrusionOk="0" h="28393" w="38492">
                  <a:moveTo>
                    <a:pt x="38493" y="2839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2"/>
            <p:cNvSpPr/>
            <p:nvPr/>
          </p:nvSpPr>
          <p:spPr>
            <a:xfrm>
              <a:off x="6444054" y="1195041"/>
              <a:ext cx="105372" cy="77726"/>
            </a:xfrm>
            <a:custGeom>
              <a:rect b="b" l="l" r="r" t="t"/>
              <a:pathLst>
                <a:path extrusionOk="0" h="28393" w="38492">
                  <a:moveTo>
                    <a:pt x="38493" y="2839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2"/>
            <p:cNvSpPr/>
            <p:nvPr/>
          </p:nvSpPr>
          <p:spPr>
            <a:xfrm>
              <a:off x="6294926" y="992094"/>
              <a:ext cx="415065" cy="479952"/>
            </a:xfrm>
            <a:custGeom>
              <a:rect b="b" l="l" r="r" t="t"/>
              <a:pathLst>
                <a:path extrusionOk="0" h="175325" w="151622">
                  <a:moveTo>
                    <a:pt x="149148" y="34200"/>
                  </a:moveTo>
                  <a:lnTo>
                    <a:pt x="98823" y="0"/>
                  </a:lnTo>
                  <a:cubicBezTo>
                    <a:pt x="95865" y="4152"/>
                    <a:pt x="90129" y="5198"/>
                    <a:pt x="85891" y="2326"/>
                  </a:cubicBezTo>
                  <a:lnTo>
                    <a:pt x="0" y="127911"/>
                  </a:lnTo>
                  <a:cubicBezTo>
                    <a:pt x="4293" y="130846"/>
                    <a:pt x="5393" y="136700"/>
                    <a:pt x="2458" y="140992"/>
                  </a:cubicBezTo>
                  <a:lnTo>
                    <a:pt x="52682" y="175325"/>
                  </a:lnTo>
                  <a:cubicBezTo>
                    <a:pt x="55616" y="171032"/>
                    <a:pt x="61470" y="169932"/>
                    <a:pt x="65762" y="172867"/>
                  </a:cubicBezTo>
                  <a:lnTo>
                    <a:pt x="151622" y="47258"/>
                  </a:lnTo>
                  <a:cubicBezTo>
                    <a:pt x="147337" y="44331"/>
                    <a:pt x="146237" y="38485"/>
                    <a:pt x="149148" y="3420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2"/>
            <p:cNvSpPr/>
            <p:nvPr/>
          </p:nvSpPr>
          <p:spPr>
            <a:xfrm>
              <a:off x="6249356" y="946288"/>
              <a:ext cx="509243" cy="574150"/>
            </a:xfrm>
            <a:custGeom>
              <a:rect b="b" l="l" r="r" t="t"/>
              <a:pathLst>
                <a:path extrusionOk="0" h="209735" w="186025">
                  <a:moveTo>
                    <a:pt x="0" y="154931"/>
                  </a:moveTo>
                  <a:lnTo>
                    <a:pt x="80179" y="209736"/>
                  </a:lnTo>
                  <a:lnTo>
                    <a:pt x="186026" y="54891"/>
                  </a:lnTo>
                  <a:lnTo>
                    <a:pt x="105723" y="0"/>
                  </a:lnTo>
                  <a:cubicBezTo>
                    <a:pt x="105723" y="0"/>
                    <a:pt x="-218" y="153776"/>
                    <a:pt x="0" y="1549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0" name="Google Shape;1350;p2"/>
          <p:cNvSpPr/>
          <p:nvPr/>
        </p:nvSpPr>
        <p:spPr>
          <a:xfrm>
            <a:off x="3709925" y="2041140"/>
            <a:ext cx="162842" cy="162842"/>
          </a:xfrm>
          <a:custGeom>
            <a:rect b="b" l="l" r="r" t="t"/>
            <a:pathLst>
              <a:path extrusionOk="0" h="48178" w="48178">
                <a:moveTo>
                  <a:pt x="48178" y="24085"/>
                </a:moveTo>
                <a:lnTo>
                  <a:pt x="31734" y="31734"/>
                </a:lnTo>
                <a:lnTo>
                  <a:pt x="24085" y="48178"/>
                </a:lnTo>
                <a:lnTo>
                  <a:pt x="16445" y="31734"/>
                </a:lnTo>
                <a:lnTo>
                  <a:pt x="0" y="24085"/>
                </a:lnTo>
                <a:lnTo>
                  <a:pt x="16445" y="16444"/>
                </a:lnTo>
                <a:lnTo>
                  <a:pt x="24085" y="0"/>
                </a:lnTo>
                <a:lnTo>
                  <a:pt x="31734" y="16444"/>
                </a:lnTo>
                <a:lnTo>
                  <a:pt x="48178" y="24085"/>
                </a:lnTo>
                <a:close/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"/>
          <p:cNvSpPr/>
          <p:nvPr/>
        </p:nvSpPr>
        <p:spPr>
          <a:xfrm>
            <a:off x="5740134" y="3679585"/>
            <a:ext cx="742329" cy="90878"/>
          </a:xfrm>
          <a:custGeom>
            <a:rect b="b" l="l" r="r" t="t"/>
            <a:pathLst>
              <a:path extrusionOk="0" h="26887" w="219624">
                <a:moveTo>
                  <a:pt x="0" y="26887"/>
                </a:moveTo>
                <a:cubicBezTo>
                  <a:pt x="27449" y="26887"/>
                  <a:pt x="29924" y="0"/>
                  <a:pt x="54899" y="0"/>
                </a:cubicBezTo>
                <a:cubicBezTo>
                  <a:pt x="79874" y="0"/>
                  <a:pt x="82340" y="26887"/>
                  <a:pt x="109781" y="26887"/>
                </a:cubicBezTo>
                <a:cubicBezTo>
                  <a:pt x="137223" y="26887"/>
                  <a:pt x="140579" y="0"/>
                  <a:pt x="164703" y="0"/>
                </a:cubicBezTo>
                <a:cubicBezTo>
                  <a:pt x="188828" y="0"/>
                  <a:pt x="192160" y="26887"/>
                  <a:pt x="219625" y="26887"/>
                </a:cubicBezTo>
              </a:path>
            </a:pathLst>
          </a:custGeom>
          <a:noFill/>
          <a:ln cap="flat" cmpd="sng" w="9525">
            <a:solidFill>
              <a:schemeClr val="accent4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2" name="Google Shape;1352;p2"/>
          <p:cNvGrpSpPr/>
          <p:nvPr/>
        </p:nvGrpSpPr>
        <p:grpSpPr>
          <a:xfrm>
            <a:off x="5775016" y="1601757"/>
            <a:ext cx="686880" cy="769588"/>
            <a:chOff x="6225377" y="921581"/>
            <a:chExt cx="556268" cy="623249"/>
          </a:xfrm>
        </p:grpSpPr>
        <p:sp>
          <p:nvSpPr>
            <p:cNvPr id="1353" name="Google Shape;1353;p2"/>
            <p:cNvSpPr/>
            <p:nvPr/>
          </p:nvSpPr>
          <p:spPr>
            <a:xfrm>
              <a:off x="6225377" y="921581"/>
              <a:ext cx="556268" cy="623249"/>
            </a:xfrm>
            <a:custGeom>
              <a:rect b="b" l="l" r="r" t="t"/>
              <a:pathLst>
                <a:path extrusionOk="0" h="227671" w="203203">
                  <a:moveTo>
                    <a:pt x="89629" y="227671"/>
                  </a:moveTo>
                  <a:lnTo>
                    <a:pt x="203203" y="61095"/>
                  </a:lnTo>
                  <a:lnTo>
                    <a:pt x="113855" y="0"/>
                  </a:lnTo>
                  <a:lnTo>
                    <a:pt x="0" y="166560"/>
                  </a:lnTo>
                  <a:lnTo>
                    <a:pt x="89629" y="22767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2"/>
            <p:cNvSpPr/>
            <p:nvPr/>
          </p:nvSpPr>
          <p:spPr>
            <a:xfrm>
              <a:off x="6417476" y="1141509"/>
              <a:ext cx="174781" cy="174702"/>
            </a:xfrm>
            <a:custGeom>
              <a:rect b="b" l="l" r="r" t="t"/>
              <a:pathLst>
                <a:path extrusionOk="0" h="63818" w="63847">
                  <a:moveTo>
                    <a:pt x="57719" y="50726"/>
                  </a:moveTo>
                  <a:cubicBezTo>
                    <a:pt x="47620" y="64572"/>
                    <a:pt x="28210" y="68006"/>
                    <a:pt x="13950" y="58281"/>
                  </a:cubicBezTo>
                  <a:cubicBezTo>
                    <a:pt x="6903" y="53473"/>
                    <a:pt x="2158" y="46215"/>
                    <a:pt x="565" y="37841"/>
                  </a:cubicBezTo>
                  <a:cubicBezTo>
                    <a:pt x="-1019" y="29458"/>
                    <a:pt x="752" y="20967"/>
                    <a:pt x="5560" y="13919"/>
                  </a:cubicBezTo>
                  <a:cubicBezTo>
                    <a:pt x="15488" y="-598"/>
                    <a:pt x="35374" y="-4383"/>
                    <a:pt x="49922" y="5529"/>
                  </a:cubicBezTo>
                  <a:cubicBezTo>
                    <a:pt x="64462" y="15449"/>
                    <a:pt x="68224" y="35343"/>
                    <a:pt x="58312" y="49891"/>
                  </a:cubicBezTo>
                  <a:cubicBezTo>
                    <a:pt x="58117" y="50172"/>
                    <a:pt x="57922" y="50453"/>
                    <a:pt x="57719" y="50726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2"/>
            <p:cNvSpPr/>
            <p:nvPr/>
          </p:nvSpPr>
          <p:spPr>
            <a:xfrm>
              <a:off x="6577613" y="1083763"/>
              <a:ext cx="31484" cy="31479"/>
            </a:xfrm>
            <a:custGeom>
              <a:rect b="b" l="l" r="r" t="t"/>
              <a:pathLst>
                <a:path extrusionOk="0" h="11499" w="11501">
                  <a:moveTo>
                    <a:pt x="10398" y="9140"/>
                  </a:moveTo>
                  <a:cubicBezTo>
                    <a:pt x="8579" y="11638"/>
                    <a:pt x="5083" y="12255"/>
                    <a:pt x="2515" y="10499"/>
                  </a:cubicBezTo>
                  <a:cubicBezTo>
                    <a:pt x="1243" y="9632"/>
                    <a:pt x="392" y="8329"/>
                    <a:pt x="104" y="6815"/>
                  </a:cubicBezTo>
                  <a:cubicBezTo>
                    <a:pt x="-185" y="5301"/>
                    <a:pt x="135" y="3779"/>
                    <a:pt x="1001" y="2506"/>
                  </a:cubicBezTo>
                  <a:cubicBezTo>
                    <a:pt x="2788" y="-108"/>
                    <a:pt x="6371" y="-787"/>
                    <a:pt x="8993" y="992"/>
                  </a:cubicBezTo>
                  <a:cubicBezTo>
                    <a:pt x="11616" y="2780"/>
                    <a:pt x="12287" y="6362"/>
                    <a:pt x="10507" y="8984"/>
                  </a:cubicBezTo>
                  <a:cubicBezTo>
                    <a:pt x="10476" y="9031"/>
                    <a:pt x="10437" y="9086"/>
                    <a:pt x="10398" y="913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2"/>
            <p:cNvSpPr/>
            <p:nvPr/>
          </p:nvSpPr>
          <p:spPr>
            <a:xfrm>
              <a:off x="6395551" y="1350084"/>
              <a:ext cx="31484" cy="31479"/>
            </a:xfrm>
            <a:custGeom>
              <a:rect b="b" l="l" r="r" t="t"/>
              <a:pathLst>
                <a:path extrusionOk="0" h="11499" w="11501">
                  <a:moveTo>
                    <a:pt x="10398" y="9141"/>
                  </a:moveTo>
                  <a:cubicBezTo>
                    <a:pt x="8579" y="11638"/>
                    <a:pt x="5083" y="12255"/>
                    <a:pt x="2515" y="10499"/>
                  </a:cubicBezTo>
                  <a:cubicBezTo>
                    <a:pt x="1243" y="9632"/>
                    <a:pt x="392" y="8329"/>
                    <a:pt x="104" y="6815"/>
                  </a:cubicBezTo>
                  <a:cubicBezTo>
                    <a:pt x="-185" y="5308"/>
                    <a:pt x="135" y="3779"/>
                    <a:pt x="1001" y="2507"/>
                  </a:cubicBezTo>
                  <a:cubicBezTo>
                    <a:pt x="2788" y="-108"/>
                    <a:pt x="6371" y="-787"/>
                    <a:pt x="8993" y="992"/>
                  </a:cubicBezTo>
                  <a:cubicBezTo>
                    <a:pt x="11616" y="2780"/>
                    <a:pt x="12287" y="6362"/>
                    <a:pt x="10507" y="8984"/>
                  </a:cubicBezTo>
                  <a:cubicBezTo>
                    <a:pt x="10476" y="9039"/>
                    <a:pt x="10437" y="9086"/>
                    <a:pt x="10398" y="9133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2"/>
            <p:cNvSpPr/>
            <p:nvPr/>
          </p:nvSpPr>
          <p:spPr>
            <a:xfrm>
              <a:off x="6451205" y="1170183"/>
              <a:ext cx="99560" cy="114154"/>
            </a:xfrm>
            <a:custGeom>
              <a:rect b="b" l="l" r="r" t="t"/>
              <a:pathLst>
                <a:path extrusionOk="0" h="41700" w="36369">
                  <a:moveTo>
                    <a:pt x="27289" y="41701"/>
                  </a:moveTo>
                  <a:lnTo>
                    <a:pt x="34500" y="31921"/>
                  </a:lnTo>
                  <a:cubicBezTo>
                    <a:pt x="37638" y="27668"/>
                    <a:pt x="36732" y="21681"/>
                    <a:pt x="32479" y="18544"/>
                  </a:cubicBezTo>
                  <a:lnTo>
                    <a:pt x="32175" y="18318"/>
                  </a:lnTo>
                  <a:cubicBezTo>
                    <a:pt x="27921" y="15180"/>
                    <a:pt x="21935" y="16085"/>
                    <a:pt x="18797" y="20339"/>
                  </a:cubicBezTo>
                  <a:lnTo>
                    <a:pt x="17268" y="22415"/>
                  </a:lnTo>
                  <a:cubicBezTo>
                    <a:pt x="14130" y="26669"/>
                    <a:pt x="8144" y="27574"/>
                    <a:pt x="3891" y="24437"/>
                  </a:cubicBezTo>
                  <a:lnTo>
                    <a:pt x="3891" y="24437"/>
                  </a:lnTo>
                  <a:cubicBezTo>
                    <a:pt x="-363" y="21299"/>
                    <a:pt x="-1269" y="15313"/>
                    <a:pt x="1869" y="11059"/>
                  </a:cubicBezTo>
                  <a:lnTo>
                    <a:pt x="1002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2"/>
            <p:cNvSpPr/>
            <p:nvPr/>
          </p:nvSpPr>
          <p:spPr>
            <a:xfrm>
              <a:off x="6453308" y="1182493"/>
              <a:ext cx="105372" cy="77726"/>
            </a:xfrm>
            <a:custGeom>
              <a:rect b="b" l="l" r="r" t="t"/>
              <a:pathLst>
                <a:path extrusionOk="0" h="28393" w="38492">
                  <a:moveTo>
                    <a:pt x="38493" y="2839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2"/>
            <p:cNvSpPr/>
            <p:nvPr/>
          </p:nvSpPr>
          <p:spPr>
            <a:xfrm>
              <a:off x="6444054" y="1195041"/>
              <a:ext cx="105372" cy="77726"/>
            </a:xfrm>
            <a:custGeom>
              <a:rect b="b" l="l" r="r" t="t"/>
              <a:pathLst>
                <a:path extrusionOk="0" h="28393" w="38492">
                  <a:moveTo>
                    <a:pt x="38493" y="28394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2"/>
            <p:cNvSpPr/>
            <p:nvPr/>
          </p:nvSpPr>
          <p:spPr>
            <a:xfrm>
              <a:off x="6294926" y="992094"/>
              <a:ext cx="415065" cy="479952"/>
            </a:xfrm>
            <a:custGeom>
              <a:rect b="b" l="l" r="r" t="t"/>
              <a:pathLst>
                <a:path extrusionOk="0" h="175325" w="151622">
                  <a:moveTo>
                    <a:pt x="149148" y="34200"/>
                  </a:moveTo>
                  <a:lnTo>
                    <a:pt x="98823" y="0"/>
                  </a:lnTo>
                  <a:cubicBezTo>
                    <a:pt x="95865" y="4152"/>
                    <a:pt x="90129" y="5198"/>
                    <a:pt x="85891" y="2326"/>
                  </a:cubicBezTo>
                  <a:lnTo>
                    <a:pt x="0" y="127911"/>
                  </a:lnTo>
                  <a:cubicBezTo>
                    <a:pt x="4293" y="130846"/>
                    <a:pt x="5393" y="136700"/>
                    <a:pt x="2458" y="140992"/>
                  </a:cubicBezTo>
                  <a:lnTo>
                    <a:pt x="52682" y="175325"/>
                  </a:lnTo>
                  <a:cubicBezTo>
                    <a:pt x="55616" y="171032"/>
                    <a:pt x="61470" y="169932"/>
                    <a:pt x="65762" y="172867"/>
                  </a:cubicBezTo>
                  <a:lnTo>
                    <a:pt x="151622" y="47258"/>
                  </a:lnTo>
                  <a:cubicBezTo>
                    <a:pt x="147337" y="44331"/>
                    <a:pt x="146237" y="38485"/>
                    <a:pt x="149148" y="3420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2"/>
            <p:cNvSpPr/>
            <p:nvPr/>
          </p:nvSpPr>
          <p:spPr>
            <a:xfrm>
              <a:off x="6249356" y="946288"/>
              <a:ext cx="509243" cy="574150"/>
            </a:xfrm>
            <a:custGeom>
              <a:rect b="b" l="l" r="r" t="t"/>
              <a:pathLst>
                <a:path extrusionOk="0" h="209735" w="186025">
                  <a:moveTo>
                    <a:pt x="0" y="154931"/>
                  </a:moveTo>
                  <a:lnTo>
                    <a:pt x="80179" y="209736"/>
                  </a:lnTo>
                  <a:lnTo>
                    <a:pt x="186026" y="54891"/>
                  </a:lnTo>
                  <a:lnTo>
                    <a:pt x="105723" y="0"/>
                  </a:lnTo>
                  <a:cubicBezTo>
                    <a:pt x="105723" y="0"/>
                    <a:pt x="-218" y="153776"/>
                    <a:pt x="0" y="1549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2" name="Google Shape;1362;p2"/>
          <p:cNvGrpSpPr/>
          <p:nvPr/>
        </p:nvGrpSpPr>
        <p:grpSpPr>
          <a:xfrm>
            <a:off x="6111298" y="2367888"/>
            <a:ext cx="1826531" cy="1689587"/>
            <a:chOff x="6116826" y="3852632"/>
            <a:chExt cx="1155740" cy="1069089"/>
          </a:xfrm>
        </p:grpSpPr>
        <p:sp>
          <p:nvSpPr>
            <p:cNvPr id="1363" name="Google Shape;1363;p2"/>
            <p:cNvSpPr/>
            <p:nvPr/>
          </p:nvSpPr>
          <p:spPr>
            <a:xfrm>
              <a:off x="6234147" y="4329187"/>
              <a:ext cx="949157" cy="523793"/>
            </a:xfrm>
            <a:custGeom>
              <a:rect b="b" l="l" r="r" t="t"/>
              <a:pathLst>
                <a:path extrusionOk="0" h="191340" w="346724">
                  <a:moveTo>
                    <a:pt x="0" y="0"/>
                  </a:moveTo>
                  <a:lnTo>
                    <a:pt x="346724" y="0"/>
                  </a:lnTo>
                  <a:lnTo>
                    <a:pt x="346724" y="191340"/>
                  </a:lnTo>
                  <a:lnTo>
                    <a:pt x="0" y="1913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2"/>
            <p:cNvSpPr/>
            <p:nvPr/>
          </p:nvSpPr>
          <p:spPr>
            <a:xfrm>
              <a:off x="6154999" y="3852632"/>
              <a:ext cx="1079443" cy="388399"/>
            </a:xfrm>
            <a:custGeom>
              <a:rect b="b" l="l" r="r" t="t"/>
              <a:pathLst>
                <a:path extrusionOk="0" h="141881" w="394317">
                  <a:moveTo>
                    <a:pt x="195922" y="0"/>
                  </a:moveTo>
                  <a:lnTo>
                    <a:pt x="0" y="123611"/>
                  </a:lnTo>
                  <a:lnTo>
                    <a:pt x="0" y="141882"/>
                  </a:lnTo>
                  <a:lnTo>
                    <a:pt x="394317" y="141882"/>
                  </a:lnTo>
                  <a:lnTo>
                    <a:pt x="394317" y="123611"/>
                  </a:lnTo>
                  <a:lnTo>
                    <a:pt x="1959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2"/>
            <p:cNvSpPr/>
            <p:nvPr/>
          </p:nvSpPr>
          <p:spPr>
            <a:xfrm>
              <a:off x="6284291" y="3919725"/>
              <a:ext cx="820984" cy="254035"/>
            </a:xfrm>
            <a:custGeom>
              <a:rect b="b" l="l" r="r" t="t"/>
              <a:pathLst>
                <a:path extrusionOk="0" h="92798" w="299903">
                  <a:moveTo>
                    <a:pt x="0" y="92798"/>
                  </a:moveTo>
                  <a:lnTo>
                    <a:pt x="299904" y="92798"/>
                  </a:lnTo>
                  <a:lnTo>
                    <a:pt x="149101" y="0"/>
                  </a:lnTo>
                  <a:lnTo>
                    <a:pt x="0" y="927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2"/>
            <p:cNvSpPr/>
            <p:nvPr/>
          </p:nvSpPr>
          <p:spPr>
            <a:xfrm>
              <a:off x="6317527" y="3930241"/>
              <a:ext cx="393869" cy="243523"/>
            </a:xfrm>
            <a:custGeom>
              <a:rect b="b" l="l" r="r" t="t"/>
              <a:pathLst>
                <a:path extrusionOk="0" h="88958" w="143879">
                  <a:moveTo>
                    <a:pt x="0" y="88958"/>
                  </a:moveTo>
                  <a:lnTo>
                    <a:pt x="14388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2"/>
            <p:cNvSpPr/>
            <p:nvPr/>
          </p:nvSpPr>
          <p:spPr>
            <a:xfrm>
              <a:off x="6643308" y="4042945"/>
              <a:ext cx="96442" cy="96442"/>
            </a:xfrm>
            <a:custGeom>
              <a:rect b="b" l="l" r="r" t="t"/>
              <a:pathLst>
                <a:path extrusionOk="0" h="35230" w="35230">
                  <a:moveTo>
                    <a:pt x="35231" y="17615"/>
                  </a:moveTo>
                  <a:cubicBezTo>
                    <a:pt x="35231" y="27340"/>
                    <a:pt x="27348" y="35230"/>
                    <a:pt x="17615" y="35230"/>
                  </a:cubicBezTo>
                  <a:cubicBezTo>
                    <a:pt x="7883" y="35230"/>
                    <a:pt x="0" y="27348"/>
                    <a:pt x="0" y="17615"/>
                  </a:cubicBezTo>
                  <a:cubicBezTo>
                    <a:pt x="0" y="7883"/>
                    <a:pt x="7883" y="0"/>
                    <a:pt x="17615" y="0"/>
                  </a:cubicBezTo>
                  <a:cubicBezTo>
                    <a:pt x="27348" y="0"/>
                    <a:pt x="35231" y="7883"/>
                    <a:pt x="35231" y="1761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2"/>
            <p:cNvSpPr/>
            <p:nvPr/>
          </p:nvSpPr>
          <p:spPr>
            <a:xfrm>
              <a:off x="6154999" y="4241190"/>
              <a:ext cx="1079443" cy="87959"/>
            </a:xfrm>
            <a:custGeom>
              <a:rect b="b" l="l" r="r" t="t"/>
              <a:pathLst>
                <a:path extrusionOk="0" h="32131" w="394317">
                  <a:moveTo>
                    <a:pt x="386591" y="20448"/>
                  </a:moveTo>
                  <a:lnTo>
                    <a:pt x="386591" y="0"/>
                  </a:lnTo>
                  <a:lnTo>
                    <a:pt x="7727" y="0"/>
                  </a:lnTo>
                  <a:lnTo>
                    <a:pt x="7727" y="20448"/>
                  </a:lnTo>
                  <a:lnTo>
                    <a:pt x="0" y="20448"/>
                  </a:lnTo>
                  <a:lnTo>
                    <a:pt x="0" y="32132"/>
                  </a:lnTo>
                  <a:lnTo>
                    <a:pt x="394317" y="32132"/>
                  </a:lnTo>
                  <a:lnTo>
                    <a:pt x="394317" y="20448"/>
                  </a:lnTo>
                  <a:lnTo>
                    <a:pt x="386591" y="204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2"/>
            <p:cNvSpPr/>
            <p:nvPr/>
          </p:nvSpPr>
          <p:spPr>
            <a:xfrm>
              <a:off x="6176160" y="4241190"/>
              <a:ext cx="1037140" cy="2135"/>
            </a:xfrm>
            <a:custGeom>
              <a:rect b="b" l="l" r="r" t="t"/>
              <a:pathLst>
                <a:path extrusionOk="0" h="780" w="378864">
                  <a:moveTo>
                    <a:pt x="0" y="0"/>
                  </a:moveTo>
                  <a:lnTo>
                    <a:pt x="378864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2"/>
            <p:cNvSpPr/>
            <p:nvPr/>
          </p:nvSpPr>
          <p:spPr>
            <a:xfrm>
              <a:off x="6176160" y="4297189"/>
              <a:ext cx="1037140" cy="2135"/>
            </a:xfrm>
            <a:custGeom>
              <a:rect b="b" l="l" r="r" t="t"/>
              <a:pathLst>
                <a:path extrusionOk="0" h="780" w="378864">
                  <a:moveTo>
                    <a:pt x="0" y="0"/>
                  </a:moveTo>
                  <a:lnTo>
                    <a:pt x="378864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2"/>
            <p:cNvSpPr/>
            <p:nvPr/>
          </p:nvSpPr>
          <p:spPr>
            <a:xfrm>
              <a:off x="6400328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2"/>
            <p:cNvSpPr/>
            <p:nvPr/>
          </p:nvSpPr>
          <p:spPr>
            <a:xfrm>
              <a:off x="6415035" y="4832886"/>
              <a:ext cx="66404" cy="2135"/>
            </a:xfrm>
            <a:custGeom>
              <a:rect b="b" l="l" r="r" t="t"/>
              <a:pathLst>
                <a:path extrusionOk="0" h="780" w="24257">
                  <a:moveTo>
                    <a:pt x="0" y="0"/>
                  </a:moveTo>
                  <a:lnTo>
                    <a:pt x="24257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2"/>
            <p:cNvSpPr/>
            <p:nvPr/>
          </p:nvSpPr>
          <p:spPr>
            <a:xfrm>
              <a:off x="6415035" y="4361568"/>
              <a:ext cx="66404" cy="2135"/>
            </a:xfrm>
            <a:custGeom>
              <a:rect b="b" l="l" r="r" t="t"/>
              <a:pathLst>
                <a:path extrusionOk="0" h="780" w="24257">
                  <a:moveTo>
                    <a:pt x="0" y="0"/>
                  </a:moveTo>
                  <a:lnTo>
                    <a:pt x="24257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2"/>
            <p:cNvSpPr/>
            <p:nvPr/>
          </p:nvSpPr>
          <p:spPr>
            <a:xfrm>
              <a:off x="6435982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2"/>
            <p:cNvSpPr/>
            <p:nvPr/>
          </p:nvSpPr>
          <p:spPr>
            <a:xfrm>
              <a:off x="6460517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2"/>
            <p:cNvSpPr/>
            <p:nvPr/>
          </p:nvSpPr>
          <p:spPr>
            <a:xfrm>
              <a:off x="6176160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2"/>
            <p:cNvSpPr/>
            <p:nvPr/>
          </p:nvSpPr>
          <p:spPr>
            <a:xfrm>
              <a:off x="6190864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2"/>
            <p:cNvSpPr/>
            <p:nvPr/>
          </p:nvSpPr>
          <p:spPr>
            <a:xfrm>
              <a:off x="6190864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2"/>
            <p:cNvSpPr/>
            <p:nvPr/>
          </p:nvSpPr>
          <p:spPr>
            <a:xfrm>
              <a:off x="6211811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2"/>
            <p:cNvSpPr/>
            <p:nvPr/>
          </p:nvSpPr>
          <p:spPr>
            <a:xfrm>
              <a:off x="6236349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2"/>
            <p:cNvSpPr/>
            <p:nvPr/>
          </p:nvSpPr>
          <p:spPr>
            <a:xfrm>
              <a:off x="6911403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2"/>
            <p:cNvSpPr/>
            <p:nvPr/>
          </p:nvSpPr>
          <p:spPr>
            <a:xfrm>
              <a:off x="6926087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2"/>
            <p:cNvSpPr/>
            <p:nvPr/>
          </p:nvSpPr>
          <p:spPr>
            <a:xfrm>
              <a:off x="6926087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2"/>
            <p:cNvSpPr/>
            <p:nvPr/>
          </p:nvSpPr>
          <p:spPr>
            <a:xfrm>
              <a:off x="6947054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2"/>
            <p:cNvSpPr/>
            <p:nvPr/>
          </p:nvSpPr>
          <p:spPr>
            <a:xfrm>
              <a:off x="6971592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2"/>
            <p:cNvSpPr/>
            <p:nvPr/>
          </p:nvSpPr>
          <p:spPr>
            <a:xfrm>
              <a:off x="6655856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7" y="5955"/>
                  </a:moveTo>
                  <a:lnTo>
                    <a:pt x="34997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7" y="191340"/>
                  </a:lnTo>
                  <a:lnTo>
                    <a:pt x="34997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7" y="9194"/>
                    <a:pt x="34997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2"/>
            <p:cNvSpPr/>
            <p:nvPr/>
          </p:nvSpPr>
          <p:spPr>
            <a:xfrm>
              <a:off x="6670560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2"/>
            <p:cNvSpPr/>
            <p:nvPr/>
          </p:nvSpPr>
          <p:spPr>
            <a:xfrm>
              <a:off x="6670560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2"/>
            <p:cNvSpPr/>
            <p:nvPr/>
          </p:nvSpPr>
          <p:spPr>
            <a:xfrm>
              <a:off x="6691507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2"/>
            <p:cNvSpPr/>
            <p:nvPr/>
          </p:nvSpPr>
          <p:spPr>
            <a:xfrm>
              <a:off x="6716067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2"/>
            <p:cNvSpPr/>
            <p:nvPr/>
          </p:nvSpPr>
          <p:spPr>
            <a:xfrm>
              <a:off x="7119479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2"/>
            <p:cNvSpPr/>
            <p:nvPr/>
          </p:nvSpPr>
          <p:spPr>
            <a:xfrm>
              <a:off x="7134183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2"/>
            <p:cNvSpPr/>
            <p:nvPr/>
          </p:nvSpPr>
          <p:spPr>
            <a:xfrm>
              <a:off x="7134183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2"/>
            <p:cNvSpPr/>
            <p:nvPr/>
          </p:nvSpPr>
          <p:spPr>
            <a:xfrm>
              <a:off x="7155130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2"/>
            <p:cNvSpPr/>
            <p:nvPr/>
          </p:nvSpPr>
          <p:spPr>
            <a:xfrm>
              <a:off x="7179668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2"/>
            <p:cNvSpPr/>
            <p:nvPr/>
          </p:nvSpPr>
          <p:spPr>
            <a:xfrm>
              <a:off x="6154999" y="4853190"/>
              <a:ext cx="1079443" cy="34268"/>
            </a:xfrm>
            <a:custGeom>
              <a:rect b="b" l="l" r="r" t="t"/>
              <a:pathLst>
                <a:path extrusionOk="0" h="12518" w="394317">
                  <a:moveTo>
                    <a:pt x="0" y="0"/>
                  </a:moveTo>
                  <a:lnTo>
                    <a:pt x="394317" y="0"/>
                  </a:lnTo>
                  <a:lnTo>
                    <a:pt x="394317" y="12519"/>
                  </a:lnTo>
                  <a:lnTo>
                    <a:pt x="0" y="125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2"/>
            <p:cNvSpPr/>
            <p:nvPr/>
          </p:nvSpPr>
          <p:spPr>
            <a:xfrm>
              <a:off x="6116826" y="4887453"/>
              <a:ext cx="1155740" cy="34268"/>
            </a:xfrm>
            <a:custGeom>
              <a:rect b="b" l="l" r="r" t="t"/>
              <a:pathLst>
                <a:path extrusionOk="0" h="12518" w="422188">
                  <a:moveTo>
                    <a:pt x="0" y="0"/>
                  </a:moveTo>
                  <a:lnTo>
                    <a:pt x="422188" y="0"/>
                  </a:lnTo>
                  <a:lnTo>
                    <a:pt x="422188" y="12519"/>
                  </a:lnTo>
                  <a:lnTo>
                    <a:pt x="0" y="125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2"/>
            <p:cNvSpPr/>
            <p:nvPr/>
          </p:nvSpPr>
          <p:spPr>
            <a:xfrm>
              <a:off x="6176160" y="4853190"/>
              <a:ext cx="1038742" cy="2135"/>
            </a:xfrm>
            <a:custGeom>
              <a:rect b="b" l="l" r="r" t="t"/>
              <a:pathLst>
                <a:path extrusionOk="0" h="780" w="379449">
                  <a:moveTo>
                    <a:pt x="0" y="0"/>
                  </a:moveTo>
                  <a:lnTo>
                    <a:pt x="379449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2"/>
            <p:cNvSpPr/>
            <p:nvPr/>
          </p:nvSpPr>
          <p:spPr>
            <a:xfrm>
              <a:off x="6154999" y="4887453"/>
              <a:ext cx="1079443" cy="2135"/>
            </a:xfrm>
            <a:custGeom>
              <a:rect b="b" l="l" r="r" t="t"/>
              <a:pathLst>
                <a:path extrusionOk="0" h="780" w="394317">
                  <a:moveTo>
                    <a:pt x="0" y="0"/>
                  </a:moveTo>
                  <a:lnTo>
                    <a:pt x="394317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2"/>
            <p:cNvSpPr/>
            <p:nvPr/>
          </p:nvSpPr>
          <p:spPr>
            <a:xfrm>
              <a:off x="6176160" y="4329187"/>
              <a:ext cx="1037140" cy="2135"/>
            </a:xfrm>
            <a:custGeom>
              <a:rect b="b" l="l" r="r" t="t"/>
              <a:pathLst>
                <a:path extrusionOk="0" h="780" w="378864">
                  <a:moveTo>
                    <a:pt x="0" y="0"/>
                  </a:moveTo>
                  <a:lnTo>
                    <a:pt x="378864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1" name="Google Shape;1401;p2"/>
          <p:cNvGrpSpPr/>
          <p:nvPr/>
        </p:nvGrpSpPr>
        <p:grpSpPr>
          <a:xfrm flipH="1">
            <a:off x="6508839" y="3699577"/>
            <a:ext cx="1116440" cy="715796"/>
            <a:chOff x="6054827" y="2081751"/>
            <a:chExt cx="904146" cy="579687"/>
          </a:xfrm>
        </p:grpSpPr>
        <p:sp>
          <p:nvSpPr>
            <p:cNvPr id="1402" name="Google Shape;1402;p2"/>
            <p:cNvSpPr/>
            <p:nvPr/>
          </p:nvSpPr>
          <p:spPr>
            <a:xfrm>
              <a:off x="6594147" y="2573253"/>
              <a:ext cx="136993" cy="86015"/>
            </a:xfrm>
            <a:custGeom>
              <a:rect b="b" l="l" r="r" t="t"/>
              <a:pathLst>
                <a:path extrusionOk="0" h="31421" w="50043">
                  <a:moveTo>
                    <a:pt x="9311" y="31422"/>
                  </a:moveTo>
                  <a:lnTo>
                    <a:pt x="40733" y="31422"/>
                  </a:lnTo>
                  <a:lnTo>
                    <a:pt x="50044" y="0"/>
                  </a:lnTo>
                  <a:lnTo>
                    <a:pt x="0" y="0"/>
                  </a:lnTo>
                  <a:lnTo>
                    <a:pt x="9311" y="314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2"/>
            <p:cNvSpPr/>
            <p:nvPr/>
          </p:nvSpPr>
          <p:spPr>
            <a:xfrm>
              <a:off x="6329067" y="2573253"/>
              <a:ext cx="136974" cy="86015"/>
            </a:xfrm>
            <a:custGeom>
              <a:rect b="b" l="l" r="r" t="t"/>
              <a:pathLst>
                <a:path extrusionOk="0" h="31421" w="50036">
                  <a:moveTo>
                    <a:pt x="9311" y="31422"/>
                  </a:moveTo>
                  <a:lnTo>
                    <a:pt x="40725" y="31422"/>
                  </a:lnTo>
                  <a:lnTo>
                    <a:pt x="50036" y="0"/>
                  </a:lnTo>
                  <a:lnTo>
                    <a:pt x="0" y="0"/>
                  </a:lnTo>
                  <a:lnTo>
                    <a:pt x="9311" y="314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2"/>
            <p:cNvSpPr/>
            <p:nvPr/>
          </p:nvSpPr>
          <p:spPr>
            <a:xfrm>
              <a:off x="6781448" y="2257687"/>
              <a:ext cx="112550" cy="216002"/>
            </a:xfrm>
            <a:custGeom>
              <a:rect b="b" l="l" r="r" t="t"/>
              <a:pathLst>
                <a:path extrusionOk="0" h="78905" w="41114">
                  <a:moveTo>
                    <a:pt x="0" y="78906"/>
                  </a:moveTo>
                  <a:lnTo>
                    <a:pt x="41115" y="66785"/>
                  </a:lnTo>
                  <a:lnTo>
                    <a:pt x="41115" y="12121"/>
                  </a:lnTo>
                  <a:lnTo>
                    <a:pt x="0" y="0"/>
                  </a:lnTo>
                  <a:lnTo>
                    <a:pt x="0" y="789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2"/>
            <p:cNvSpPr/>
            <p:nvPr/>
          </p:nvSpPr>
          <p:spPr>
            <a:xfrm>
              <a:off x="6636426" y="2110564"/>
              <a:ext cx="174940" cy="113839"/>
            </a:xfrm>
            <a:custGeom>
              <a:rect b="b" l="l" r="r" t="t"/>
              <a:pathLst>
                <a:path extrusionOk="0" h="41585" w="63905">
                  <a:moveTo>
                    <a:pt x="0" y="17867"/>
                  </a:moveTo>
                  <a:cubicBezTo>
                    <a:pt x="0" y="17867"/>
                    <a:pt x="24483" y="931"/>
                    <a:pt x="58028" y="2"/>
                  </a:cubicBezTo>
                  <a:cubicBezTo>
                    <a:pt x="62523" y="-123"/>
                    <a:pt x="65403" y="4748"/>
                    <a:pt x="63086" y="8603"/>
                  </a:cubicBezTo>
                  <a:lnTo>
                    <a:pt x="43301" y="41586"/>
                  </a:lnTo>
                  <a:lnTo>
                    <a:pt x="0" y="178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2"/>
            <p:cNvSpPr/>
            <p:nvPr/>
          </p:nvSpPr>
          <p:spPr>
            <a:xfrm>
              <a:off x="6181525" y="2110463"/>
              <a:ext cx="650446" cy="495570"/>
            </a:xfrm>
            <a:custGeom>
              <a:rect b="b" l="l" r="r" t="t"/>
              <a:pathLst>
                <a:path extrusionOk="0" h="181030" w="237606">
                  <a:moveTo>
                    <a:pt x="71967" y="5089"/>
                  </a:moveTo>
                  <a:cubicBezTo>
                    <a:pt x="86726" y="1779"/>
                    <a:pt x="102460" y="0"/>
                    <a:pt x="118803" y="0"/>
                  </a:cubicBezTo>
                  <a:cubicBezTo>
                    <a:pt x="135147" y="0"/>
                    <a:pt x="150881" y="1787"/>
                    <a:pt x="165639" y="5089"/>
                  </a:cubicBezTo>
                  <a:cubicBezTo>
                    <a:pt x="207785" y="14532"/>
                    <a:pt x="237607" y="52175"/>
                    <a:pt x="237607" y="95366"/>
                  </a:cubicBezTo>
                  <a:lnTo>
                    <a:pt x="237607" y="95366"/>
                  </a:lnTo>
                  <a:cubicBezTo>
                    <a:pt x="237607" y="129964"/>
                    <a:pt x="218469" y="160996"/>
                    <a:pt x="189186" y="176831"/>
                  </a:cubicBezTo>
                  <a:cubicBezTo>
                    <a:pt x="184059" y="179602"/>
                    <a:pt x="178306" y="181030"/>
                    <a:pt x="172477" y="181030"/>
                  </a:cubicBezTo>
                  <a:lnTo>
                    <a:pt x="65130" y="181030"/>
                  </a:lnTo>
                  <a:cubicBezTo>
                    <a:pt x="59300" y="181030"/>
                    <a:pt x="53548" y="179602"/>
                    <a:pt x="48420" y="176831"/>
                  </a:cubicBezTo>
                  <a:cubicBezTo>
                    <a:pt x="19137" y="161003"/>
                    <a:pt x="0" y="129964"/>
                    <a:pt x="0" y="95366"/>
                  </a:cubicBezTo>
                  <a:lnTo>
                    <a:pt x="0" y="95366"/>
                  </a:lnTo>
                  <a:cubicBezTo>
                    <a:pt x="0" y="52175"/>
                    <a:pt x="29814" y="14525"/>
                    <a:pt x="71967" y="508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2"/>
            <p:cNvSpPr/>
            <p:nvPr/>
          </p:nvSpPr>
          <p:spPr>
            <a:xfrm>
              <a:off x="6555248" y="2573253"/>
              <a:ext cx="136971" cy="86015"/>
            </a:xfrm>
            <a:custGeom>
              <a:rect b="b" l="l" r="r" t="t"/>
              <a:pathLst>
                <a:path extrusionOk="0" h="31421" w="50035">
                  <a:moveTo>
                    <a:pt x="9311" y="31422"/>
                  </a:moveTo>
                  <a:lnTo>
                    <a:pt x="40725" y="31422"/>
                  </a:lnTo>
                  <a:lnTo>
                    <a:pt x="50036" y="0"/>
                  </a:lnTo>
                  <a:lnTo>
                    <a:pt x="0" y="0"/>
                  </a:lnTo>
                  <a:lnTo>
                    <a:pt x="9311" y="314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2"/>
            <p:cNvSpPr/>
            <p:nvPr/>
          </p:nvSpPr>
          <p:spPr>
            <a:xfrm>
              <a:off x="6283798" y="2573253"/>
              <a:ext cx="136993" cy="86015"/>
            </a:xfrm>
            <a:custGeom>
              <a:rect b="b" l="l" r="r" t="t"/>
              <a:pathLst>
                <a:path extrusionOk="0" h="31421" w="50043">
                  <a:moveTo>
                    <a:pt x="9311" y="31422"/>
                  </a:moveTo>
                  <a:lnTo>
                    <a:pt x="40733" y="31422"/>
                  </a:lnTo>
                  <a:lnTo>
                    <a:pt x="50044" y="0"/>
                  </a:lnTo>
                  <a:lnTo>
                    <a:pt x="0" y="0"/>
                  </a:lnTo>
                  <a:lnTo>
                    <a:pt x="9311" y="314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2"/>
            <p:cNvSpPr/>
            <p:nvPr/>
          </p:nvSpPr>
          <p:spPr>
            <a:xfrm>
              <a:off x="6718652" y="2295625"/>
              <a:ext cx="30208" cy="30208"/>
            </a:xfrm>
            <a:custGeom>
              <a:rect b="b" l="l" r="r" t="t"/>
              <a:pathLst>
                <a:path extrusionOk="0" h="11035" w="11035">
                  <a:moveTo>
                    <a:pt x="0" y="5518"/>
                  </a:moveTo>
                  <a:cubicBezTo>
                    <a:pt x="0" y="8562"/>
                    <a:pt x="2466" y="11036"/>
                    <a:pt x="5518" y="11036"/>
                  </a:cubicBezTo>
                  <a:cubicBezTo>
                    <a:pt x="8570" y="11036"/>
                    <a:pt x="11036" y="8570"/>
                    <a:pt x="11036" y="5518"/>
                  </a:cubicBezTo>
                  <a:cubicBezTo>
                    <a:pt x="11036" y="2466"/>
                    <a:pt x="8570" y="0"/>
                    <a:pt x="5518" y="0"/>
                  </a:cubicBezTo>
                  <a:cubicBezTo>
                    <a:pt x="2466" y="0"/>
                    <a:pt x="0" y="2466"/>
                    <a:pt x="0" y="55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2"/>
            <p:cNvSpPr/>
            <p:nvPr/>
          </p:nvSpPr>
          <p:spPr>
            <a:xfrm>
              <a:off x="6393427" y="2130331"/>
              <a:ext cx="205469" cy="11032"/>
            </a:xfrm>
            <a:custGeom>
              <a:rect b="b" l="l" r="r" t="t"/>
              <a:pathLst>
                <a:path extrusionOk="0" h="4030" w="75057">
                  <a:moveTo>
                    <a:pt x="75058" y="4031"/>
                  </a:moveTo>
                  <a:cubicBezTo>
                    <a:pt x="75058" y="4031"/>
                    <a:pt x="48170" y="-5038"/>
                    <a:pt x="0" y="4031"/>
                  </a:cubicBez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2"/>
            <p:cNvSpPr/>
            <p:nvPr/>
          </p:nvSpPr>
          <p:spPr>
            <a:xfrm>
              <a:off x="6367178" y="2574811"/>
              <a:ext cx="363403" cy="31446"/>
            </a:xfrm>
            <a:custGeom>
              <a:rect b="b" l="l" r="r" t="t"/>
              <a:pathLst>
                <a:path extrusionOk="0" h="11487" w="132750">
                  <a:moveTo>
                    <a:pt x="0" y="11473"/>
                  </a:moveTo>
                  <a:lnTo>
                    <a:pt x="106066" y="11473"/>
                  </a:lnTo>
                  <a:cubicBezTo>
                    <a:pt x="106066" y="11473"/>
                    <a:pt x="116922" y="12363"/>
                    <a:pt x="132751" y="0"/>
                  </a:cubicBez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2"/>
            <p:cNvSpPr/>
            <p:nvPr/>
          </p:nvSpPr>
          <p:spPr>
            <a:xfrm>
              <a:off x="6732310" y="2134573"/>
              <a:ext cx="68837" cy="35015"/>
            </a:xfrm>
            <a:custGeom>
              <a:rect b="b" l="l" r="r" t="t"/>
              <a:pathLst>
                <a:path extrusionOk="0" h="12791" w="25146">
                  <a:moveTo>
                    <a:pt x="25147" y="0"/>
                  </a:moveTo>
                  <a:lnTo>
                    <a:pt x="0" y="12792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2"/>
            <p:cNvSpPr/>
            <p:nvPr/>
          </p:nvSpPr>
          <p:spPr>
            <a:xfrm>
              <a:off x="6595388" y="2081751"/>
              <a:ext cx="174932" cy="113839"/>
            </a:xfrm>
            <a:custGeom>
              <a:rect b="b" l="l" r="r" t="t"/>
              <a:pathLst>
                <a:path extrusionOk="0" h="41585" w="63902">
                  <a:moveTo>
                    <a:pt x="0" y="17867"/>
                  </a:moveTo>
                  <a:cubicBezTo>
                    <a:pt x="0" y="17867"/>
                    <a:pt x="24483" y="931"/>
                    <a:pt x="58028" y="2"/>
                  </a:cubicBezTo>
                  <a:cubicBezTo>
                    <a:pt x="62524" y="-123"/>
                    <a:pt x="65396" y="4748"/>
                    <a:pt x="63086" y="8603"/>
                  </a:cubicBezTo>
                  <a:lnTo>
                    <a:pt x="43301" y="41586"/>
                  </a:lnTo>
                  <a:lnTo>
                    <a:pt x="0" y="178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2"/>
            <p:cNvSpPr/>
            <p:nvPr/>
          </p:nvSpPr>
          <p:spPr>
            <a:xfrm>
              <a:off x="6677143" y="2101891"/>
              <a:ext cx="75632" cy="36362"/>
            </a:xfrm>
            <a:custGeom>
              <a:rect b="b" l="l" r="r" t="t"/>
              <a:pathLst>
                <a:path extrusionOk="0" h="13283" w="27628">
                  <a:moveTo>
                    <a:pt x="27628" y="0"/>
                  </a:moveTo>
                  <a:lnTo>
                    <a:pt x="0" y="13284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2"/>
            <p:cNvSpPr/>
            <p:nvPr/>
          </p:nvSpPr>
          <p:spPr>
            <a:xfrm>
              <a:off x="6054827" y="2277843"/>
              <a:ext cx="188841" cy="115512"/>
            </a:xfrm>
            <a:custGeom>
              <a:rect b="b" l="l" r="r" t="t"/>
              <a:pathLst>
                <a:path extrusionOk="0" h="42196" w="68983">
                  <a:moveTo>
                    <a:pt x="68983" y="31406"/>
                  </a:moveTo>
                  <a:cubicBezTo>
                    <a:pt x="64730" y="37900"/>
                    <a:pt x="57073" y="41864"/>
                    <a:pt x="49316" y="42177"/>
                  </a:cubicBezTo>
                  <a:cubicBezTo>
                    <a:pt x="41558" y="42481"/>
                    <a:pt x="33831" y="39297"/>
                    <a:pt x="28133" y="34029"/>
                  </a:cubicBezTo>
                  <a:cubicBezTo>
                    <a:pt x="24770" y="30922"/>
                    <a:pt x="21991" y="26934"/>
                    <a:pt x="21320" y="22407"/>
                  </a:cubicBezTo>
                  <a:cubicBezTo>
                    <a:pt x="20649" y="17881"/>
                    <a:pt x="22483" y="12808"/>
                    <a:pt x="26471" y="10568"/>
                  </a:cubicBezTo>
                  <a:cubicBezTo>
                    <a:pt x="31607" y="7680"/>
                    <a:pt x="38810" y="10739"/>
                    <a:pt x="41066" y="16179"/>
                  </a:cubicBezTo>
                  <a:cubicBezTo>
                    <a:pt x="43321" y="21619"/>
                    <a:pt x="41011" y="28308"/>
                    <a:pt x="36398" y="31968"/>
                  </a:cubicBezTo>
                  <a:cubicBezTo>
                    <a:pt x="31786" y="35629"/>
                    <a:pt x="25363" y="36495"/>
                    <a:pt x="19618" y="35176"/>
                  </a:cubicBezTo>
                  <a:cubicBezTo>
                    <a:pt x="12329" y="33506"/>
                    <a:pt x="5890" y="28417"/>
                    <a:pt x="2581" y="21713"/>
                  </a:cubicBezTo>
                  <a:cubicBezTo>
                    <a:pt x="-736" y="15008"/>
                    <a:pt x="-861" y="6806"/>
                    <a:pt x="2237" y="0"/>
                  </a:cubicBez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2"/>
            <p:cNvSpPr/>
            <p:nvPr/>
          </p:nvSpPr>
          <p:spPr>
            <a:xfrm>
              <a:off x="6677464" y="2346922"/>
              <a:ext cx="92897" cy="92894"/>
            </a:xfrm>
            <a:custGeom>
              <a:rect b="b" l="l" r="r" t="t"/>
              <a:pathLst>
                <a:path extrusionOk="0" h="33934" w="33935">
                  <a:moveTo>
                    <a:pt x="33935" y="16967"/>
                  </a:moveTo>
                  <a:cubicBezTo>
                    <a:pt x="33935" y="26341"/>
                    <a:pt x="26341" y="33935"/>
                    <a:pt x="16968" y="33935"/>
                  </a:cubicBezTo>
                  <a:cubicBezTo>
                    <a:pt x="7594" y="33935"/>
                    <a:pt x="0" y="26341"/>
                    <a:pt x="0" y="16967"/>
                  </a:cubicBezTo>
                  <a:cubicBezTo>
                    <a:pt x="0" y="7594"/>
                    <a:pt x="7594" y="0"/>
                    <a:pt x="16968" y="0"/>
                  </a:cubicBezTo>
                  <a:cubicBezTo>
                    <a:pt x="26341" y="0"/>
                    <a:pt x="33935" y="7594"/>
                    <a:pt x="33935" y="1696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2"/>
            <p:cNvSpPr/>
            <p:nvPr/>
          </p:nvSpPr>
          <p:spPr>
            <a:xfrm>
              <a:off x="6613493" y="2119996"/>
              <a:ext cx="154469" cy="82705"/>
            </a:xfrm>
            <a:custGeom>
              <a:rect b="b" l="l" r="r" t="t"/>
              <a:pathLst>
                <a:path extrusionOk="0" h="30212" w="56427">
                  <a:moveTo>
                    <a:pt x="0" y="0"/>
                  </a:moveTo>
                  <a:cubicBezTo>
                    <a:pt x="2115" y="219"/>
                    <a:pt x="29923" y="2935"/>
                    <a:pt x="56428" y="30212"/>
                  </a:cubicBez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2"/>
            <p:cNvSpPr/>
            <p:nvPr/>
          </p:nvSpPr>
          <p:spPr>
            <a:xfrm>
              <a:off x="6729659" y="2113220"/>
              <a:ext cx="33734" cy="56234"/>
            </a:xfrm>
            <a:custGeom>
              <a:rect b="b" l="l" r="r" t="t"/>
              <a:pathLst>
                <a:path extrusionOk="0" h="20542" w="12323">
                  <a:moveTo>
                    <a:pt x="12324" y="0"/>
                  </a:moveTo>
                  <a:lnTo>
                    <a:pt x="0" y="20542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2"/>
            <p:cNvSpPr/>
            <p:nvPr/>
          </p:nvSpPr>
          <p:spPr>
            <a:xfrm>
              <a:off x="6395350" y="2606231"/>
              <a:ext cx="18927" cy="53050"/>
            </a:xfrm>
            <a:custGeom>
              <a:rect b="b" l="l" r="r" t="t"/>
              <a:pathLst>
                <a:path extrusionOk="0" h="19379" w="6914">
                  <a:moveTo>
                    <a:pt x="0" y="19379"/>
                  </a:moveTo>
                  <a:lnTo>
                    <a:pt x="6915" y="0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2"/>
            <p:cNvSpPr/>
            <p:nvPr/>
          </p:nvSpPr>
          <p:spPr>
            <a:xfrm>
              <a:off x="6666778" y="2601466"/>
              <a:ext cx="17134" cy="57813"/>
            </a:xfrm>
            <a:custGeom>
              <a:rect b="b" l="l" r="r" t="t"/>
              <a:pathLst>
                <a:path extrusionOk="0" h="21119" w="6259">
                  <a:moveTo>
                    <a:pt x="0" y="21120"/>
                  </a:moveTo>
                  <a:lnTo>
                    <a:pt x="6259" y="0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2"/>
            <p:cNvSpPr/>
            <p:nvPr/>
          </p:nvSpPr>
          <p:spPr>
            <a:xfrm>
              <a:off x="6095065" y="2659303"/>
              <a:ext cx="863908" cy="2135"/>
            </a:xfrm>
            <a:custGeom>
              <a:rect b="b" l="l" r="r" t="t"/>
              <a:pathLst>
                <a:path extrusionOk="0" h="780" w="315583">
                  <a:moveTo>
                    <a:pt x="0" y="0"/>
                  </a:moveTo>
                  <a:lnTo>
                    <a:pt x="315583" y="0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3"/>
          <p:cNvSpPr txBox="1"/>
          <p:nvPr>
            <p:ph idx="1" type="subTitle"/>
          </p:nvPr>
        </p:nvSpPr>
        <p:spPr>
          <a:xfrm>
            <a:off x="927550" y="2399663"/>
            <a:ext cx="40407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A central bank is the main financial authority of a country responsible for: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Regulating commercial banks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Maintaining financial stability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Issuing loans to banks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Monitoring banking risks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Managing monetary policies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Supervising the banking sector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27" name="Google Shape;1427;p3"/>
          <p:cNvSpPr/>
          <p:nvPr/>
        </p:nvSpPr>
        <p:spPr>
          <a:xfrm>
            <a:off x="5122874" y="4237600"/>
            <a:ext cx="736802" cy="732801"/>
          </a:xfrm>
          <a:custGeom>
            <a:rect b="b" l="l" r="r" t="t"/>
            <a:pathLst>
              <a:path extrusionOk="0" h="2007" w="2018">
                <a:moveTo>
                  <a:pt x="1763" y="649"/>
                </a:moveTo>
                <a:cubicBezTo>
                  <a:pt x="1745" y="611"/>
                  <a:pt x="1725" y="575"/>
                  <a:pt x="1703" y="542"/>
                </a:cubicBezTo>
                <a:lnTo>
                  <a:pt x="1800" y="376"/>
                </a:lnTo>
                <a:cubicBezTo>
                  <a:pt x="1765" y="332"/>
                  <a:pt x="1727" y="291"/>
                  <a:pt x="1686" y="254"/>
                </a:cubicBezTo>
                <a:lnTo>
                  <a:pt x="1514" y="341"/>
                </a:lnTo>
                <a:cubicBezTo>
                  <a:pt x="1448" y="291"/>
                  <a:pt x="1376" y="251"/>
                  <a:pt x="1299" y="222"/>
                </a:cubicBezTo>
                <a:lnTo>
                  <a:pt x="1280" y="31"/>
                </a:lnTo>
                <a:cubicBezTo>
                  <a:pt x="1227" y="16"/>
                  <a:pt x="1172" y="6"/>
                  <a:pt x="1116" y="0"/>
                </a:cubicBezTo>
                <a:lnTo>
                  <a:pt x="1028" y="170"/>
                </a:lnTo>
                <a:cubicBezTo>
                  <a:pt x="947" y="168"/>
                  <a:pt x="865" y="178"/>
                  <a:pt x="784" y="201"/>
                </a:cubicBezTo>
                <a:lnTo>
                  <a:pt x="657" y="57"/>
                </a:lnTo>
                <a:cubicBezTo>
                  <a:pt x="631" y="67"/>
                  <a:pt x="605" y="78"/>
                  <a:pt x="580" y="90"/>
                </a:cubicBezTo>
                <a:cubicBezTo>
                  <a:pt x="555" y="102"/>
                  <a:pt x="530" y="115"/>
                  <a:pt x="506" y="128"/>
                </a:cubicBezTo>
                <a:lnTo>
                  <a:pt x="535" y="318"/>
                </a:lnTo>
                <a:cubicBezTo>
                  <a:pt x="466" y="366"/>
                  <a:pt x="406" y="423"/>
                  <a:pt x="356" y="486"/>
                </a:cubicBezTo>
                <a:lnTo>
                  <a:pt x="168" y="445"/>
                </a:lnTo>
                <a:cubicBezTo>
                  <a:pt x="137" y="491"/>
                  <a:pt x="110" y="540"/>
                  <a:pt x="88" y="591"/>
                </a:cubicBezTo>
                <a:lnTo>
                  <a:pt x="223" y="728"/>
                </a:lnTo>
                <a:cubicBezTo>
                  <a:pt x="196" y="805"/>
                  <a:pt x="180" y="886"/>
                  <a:pt x="177" y="969"/>
                </a:cubicBezTo>
                <a:lnTo>
                  <a:pt x="0" y="1046"/>
                </a:lnTo>
                <a:cubicBezTo>
                  <a:pt x="3" y="1101"/>
                  <a:pt x="10" y="1156"/>
                  <a:pt x="21" y="1211"/>
                </a:cubicBezTo>
                <a:lnTo>
                  <a:pt x="211" y="1242"/>
                </a:lnTo>
                <a:cubicBezTo>
                  <a:pt x="223" y="1281"/>
                  <a:pt x="237" y="1319"/>
                  <a:pt x="255" y="1357"/>
                </a:cubicBezTo>
                <a:cubicBezTo>
                  <a:pt x="273" y="1395"/>
                  <a:pt x="293" y="1431"/>
                  <a:pt x="315" y="1465"/>
                </a:cubicBezTo>
                <a:lnTo>
                  <a:pt x="218" y="1630"/>
                </a:lnTo>
                <a:cubicBezTo>
                  <a:pt x="253" y="1675"/>
                  <a:pt x="291" y="1715"/>
                  <a:pt x="332" y="1752"/>
                </a:cubicBezTo>
                <a:lnTo>
                  <a:pt x="504" y="1666"/>
                </a:lnTo>
                <a:cubicBezTo>
                  <a:pt x="570" y="1716"/>
                  <a:pt x="642" y="1755"/>
                  <a:pt x="719" y="1784"/>
                </a:cubicBezTo>
                <a:lnTo>
                  <a:pt x="738" y="1975"/>
                </a:lnTo>
                <a:cubicBezTo>
                  <a:pt x="791" y="1990"/>
                  <a:pt x="846" y="2001"/>
                  <a:pt x="902" y="2007"/>
                </a:cubicBezTo>
                <a:lnTo>
                  <a:pt x="990" y="1836"/>
                </a:lnTo>
                <a:cubicBezTo>
                  <a:pt x="1071" y="1838"/>
                  <a:pt x="1153" y="1828"/>
                  <a:pt x="1234" y="1805"/>
                </a:cubicBezTo>
                <a:lnTo>
                  <a:pt x="1361" y="1949"/>
                </a:lnTo>
                <a:cubicBezTo>
                  <a:pt x="1387" y="1939"/>
                  <a:pt x="1413" y="1929"/>
                  <a:pt x="1438" y="1917"/>
                </a:cubicBezTo>
                <a:cubicBezTo>
                  <a:pt x="1463" y="1905"/>
                  <a:pt x="1488" y="1892"/>
                  <a:pt x="1512" y="1878"/>
                </a:cubicBezTo>
                <a:lnTo>
                  <a:pt x="1483" y="1688"/>
                </a:lnTo>
                <a:cubicBezTo>
                  <a:pt x="1552" y="1641"/>
                  <a:pt x="1612" y="1584"/>
                  <a:pt x="1662" y="1520"/>
                </a:cubicBezTo>
                <a:lnTo>
                  <a:pt x="1850" y="1561"/>
                </a:lnTo>
                <a:cubicBezTo>
                  <a:pt x="1881" y="1515"/>
                  <a:pt x="1908" y="1466"/>
                  <a:pt x="1930" y="1415"/>
                </a:cubicBezTo>
                <a:lnTo>
                  <a:pt x="1795" y="1279"/>
                </a:lnTo>
                <a:cubicBezTo>
                  <a:pt x="1822" y="1201"/>
                  <a:pt x="1838" y="1120"/>
                  <a:pt x="1841" y="1038"/>
                </a:cubicBezTo>
                <a:lnTo>
                  <a:pt x="2018" y="961"/>
                </a:lnTo>
                <a:cubicBezTo>
                  <a:pt x="2015" y="905"/>
                  <a:pt x="2008" y="850"/>
                  <a:pt x="1997" y="795"/>
                </a:cubicBezTo>
                <a:lnTo>
                  <a:pt x="1807" y="764"/>
                </a:lnTo>
                <a:cubicBezTo>
                  <a:pt x="1795" y="725"/>
                  <a:pt x="1781" y="687"/>
                  <a:pt x="1763" y="649"/>
                </a:cubicBezTo>
                <a:moveTo>
                  <a:pt x="1220" y="1453"/>
                </a:moveTo>
                <a:cubicBezTo>
                  <a:pt x="972" y="1570"/>
                  <a:pt x="676" y="1463"/>
                  <a:pt x="559" y="1214"/>
                </a:cubicBezTo>
                <a:cubicBezTo>
                  <a:pt x="442" y="966"/>
                  <a:pt x="550" y="670"/>
                  <a:pt x="798" y="553"/>
                </a:cubicBezTo>
                <a:cubicBezTo>
                  <a:pt x="1047" y="437"/>
                  <a:pt x="1342" y="543"/>
                  <a:pt x="1459" y="792"/>
                </a:cubicBezTo>
                <a:cubicBezTo>
                  <a:pt x="1576" y="1040"/>
                  <a:pt x="1469" y="1336"/>
                  <a:pt x="1220" y="145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1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3"/>
          <p:cNvSpPr txBox="1"/>
          <p:nvPr>
            <p:ph type="title"/>
          </p:nvPr>
        </p:nvSpPr>
        <p:spPr>
          <a:xfrm>
            <a:off x="927550" y="1683738"/>
            <a:ext cx="4040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0" lang="en-US"/>
              <a:t>What is Central Bank?</a:t>
            </a:r>
            <a:endParaRPr/>
          </a:p>
        </p:txBody>
      </p:sp>
      <p:sp>
        <p:nvSpPr>
          <p:cNvPr id="1429" name="Google Shape;1429;p3"/>
          <p:cNvSpPr txBox="1"/>
          <p:nvPr/>
        </p:nvSpPr>
        <p:spPr>
          <a:xfrm>
            <a:off x="756460" y="2316998"/>
            <a:ext cx="381554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2C3C"/>
                </a:solidFill>
                <a:latin typeface="Arial"/>
                <a:ea typeface="Arial"/>
                <a:cs typeface="Arial"/>
                <a:sym typeface="Arial"/>
              </a:rPr>
              <a:t>Our Project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 Java-based simulator that models the core operations of a central banking system.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0" name="Google Shape;1430;p3"/>
          <p:cNvGrpSpPr/>
          <p:nvPr/>
        </p:nvGrpSpPr>
        <p:grpSpPr>
          <a:xfrm>
            <a:off x="5372932" y="965589"/>
            <a:ext cx="1826531" cy="1689587"/>
            <a:chOff x="6116826" y="3852632"/>
            <a:chExt cx="1155740" cy="1069089"/>
          </a:xfrm>
        </p:grpSpPr>
        <p:sp>
          <p:nvSpPr>
            <p:cNvPr id="1431" name="Google Shape;1431;p3"/>
            <p:cNvSpPr/>
            <p:nvPr/>
          </p:nvSpPr>
          <p:spPr>
            <a:xfrm>
              <a:off x="6234147" y="4329187"/>
              <a:ext cx="949157" cy="523793"/>
            </a:xfrm>
            <a:custGeom>
              <a:rect b="b" l="l" r="r" t="t"/>
              <a:pathLst>
                <a:path extrusionOk="0" h="191340" w="346724">
                  <a:moveTo>
                    <a:pt x="0" y="0"/>
                  </a:moveTo>
                  <a:lnTo>
                    <a:pt x="346724" y="0"/>
                  </a:lnTo>
                  <a:lnTo>
                    <a:pt x="346724" y="191340"/>
                  </a:lnTo>
                  <a:lnTo>
                    <a:pt x="0" y="1913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3"/>
            <p:cNvSpPr/>
            <p:nvPr/>
          </p:nvSpPr>
          <p:spPr>
            <a:xfrm>
              <a:off x="6154999" y="3852632"/>
              <a:ext cx="1079443" cy="388399"/>
            </a:xfrm>
            <a:custGeom>
              <a:rect b="b" l="l" r="r" t="t"/>
              <a:pathLst>
                <a:path extrusionOk="0" h="141881" w="394317">
                  <a:moveTo>
                    <a:pt x="195922" y="0"/>
                  </a:moveTo>
                  <a:lnTo>
                    <a:pt x="0" y="123611"/>
                  </a:lnTo>
                  <a:lnTo>
                    <a:pt x="0" y="141882"/>
                  </a:lnTo>
                  <a:lnTo>
                    <a:pt x="394317" y="141882"/>
                  </a:lnTo>
                  <a:lnTo>
                    <a:pt x="394317" y="123611"/>
                  </a:lnTo>
                  <a:lnTo>
                    <a:pt x="19592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3"/>
            <p:cNvSpPr/>
            <p:nvPr/>
          </p:nvSpPr>
          <p:spPr>
            <a:xfrm>
              <a:off x="6284291" y="3919725"/>
              <a:ext cx="820984" cy="254035"/>
            </a:xfrm>
            <a:custGeom>
              <a:rect b="b" l="l" r="r" t="t"/>
              <a:pathLst>
                <a:path extrusionOk="0" h="92798" w="299903">
                  <a:moveTo>
                    <a:pt x="0" y="92798"/>
                  </a:moveTo>
                  <a:lnTo>
                    <a:pt x="299904" y="92798"/>
                  </a:lnTo>
                  <a:lnTo>
                    <a:pt x="149101" y="0"/>
                  </a:lnTo>
                  <a:lnTo>
                    <a:pt x="0" y="927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3"/>
            <p:cNvSpPr/>
            <p:nvPr/>
          </p:nvSpPr>
          <p:spPr>
            <a:xfrm>
              <a:off x="6317527" y="3930241"/>
              <a:ext cx="393869" cy="243523"/>
            </a:xfrm>
            <a:custGeom>
              <a:rect b="b" l="l" r="r" t="t"/>
              <a:pathLst>
                <a:path extrusionOk="0" h="88958" w="143879">
                  <a:moveTo>
                    <a:pt x="0" y="88958"/>
                  </a:moveTo>
                  <a:lnTo>
                    <a:pt x="14388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3"/>
            <p:cNvSpPr/>
            <p:nvPr/>
          </p:nvSpPr>
          <p:spPr>
            <a:xfrm>
              <a:off x="6643308" y="4042945"/>
              <a:ext cx="96442" cy="96442"/>
            </a:xfrm>
            <a:custGeom>
              <a:rect b="b" l="l" r="r" t="t"/>
              <a:pathLst>
                <a:path extrusionOk="0" h="35230" w="35230">
                  <a:moveTo>
                    <a:pt x="35231" y="17615"/>
                  </a:moveTo>
                  <a:cubicBezTo>
                    <a:pt x="35231" y="27340"/>
                    <a:pt x="27348" y="35230"/>
                    <a:pt x="17615" y="35230"/>
                  </a:cubicBezTo>
                  <a:cubicBezTo>
                    <a:pt x="7883" y="35230"/>
                    <a:pt x="0" y="27348"/>
                    <a:pt x="0" y="17615"/>
                  </a:cubicBezTo>
                  <a:cubicBezTo>
                    <a:pt x="0" y="7883"/>
                    <a:pt x="7883" y="0"/>
                    <a:pt x="17615" y="0"/>
                  </a:cubicBezTo>
                  <a:cubicBezTo>
                    <a:pt x="27348" y="0"/>
                    <a:pt x="35231" y="7883"/>
                    <a:pt x="35231" y="1761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3"/>
            <p:cNvSpPr/>
            <p:nvPr/>
          </p:nvSpPr>
          <p:spPr>
            <a:xfrm>
              <a:off x="6154999" y="4241190"/>
              <a:ext cx="1079443" cy="87959"/>
            </a:xfrm>
            <a:custGeom>
              <a:rect b="b" l="l" r="r" t="t"/>
              <a:pathLst>
                <a:path extrusionOk="0" h="32131" w="394317">
                  <a:moveTo>
                    <a:pt x="386591" y="20448"/>
                  </a:moveTo>
                  <a:lnTo>
                    <a:pt x="386591" y="0"/>
                  </a:lnTo>
                  <a:lnTo>
                    <a:pt x="7727" y="0"/>
                  </a:lnTo>
                  <a:lnTo>
                    <a:pt x="7727" y="20448"/>
                  </a:lnTo>
                  <a:lnTo>
                    <a:pt x="0" y="20448"/>
                  </a:lnTo>
                  <a:lnTo>
                    <a:pt x="0" y="32132"/>
                  </a:lnTo>
                  <a:lnTo>
                    <a:pt x="394317" y="32132"/>
                  </a:lnTo>
                  <a:lnTo>
                    <a:pt x="394317" y="20448"/>
                  </a:lnTo>
                  <a:lnTo>
                    <a:pt x="386591" y="2044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3"/>
            <p:cNvSpPr/>
            <p:nvPr/>
          </p:nvSpPr>
          <p:spPr>
            <a:xfrm>
              <a:off x="6176160" y="4241190"/>
              <a:ext cx="1037140" cy="2135"/>
            </a:xfrm>
            <a:custGeom>
              <a:rect b="b" l="l" r="r" t="t"/>
              <a:pathLst>
                <a:path extrusionOk="0" h="780" w="378864">
                  <a:moveTo>
                    <a:pt x="0" y="0"/>
                  </a:moveTo>
                  <a:lnTo>
                    <a:pt x="378864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3"/>
            <p:cNvSpPr/>
            <p:nvPr/>
          </p:nvSpPr>
          <p:spPr>
            <a:xfrm>
              <a:off x="6176160" y="4297189"/>
              <a:ext cx="1037140" cy="2135"/>
            </a:xfrm>
            <a:custGeom>
              <a:rect b="b" l="l" r="r" t="t"/>
              <a:pathLst>
                <a:path extrusionOk="0" h="780" w="378864">
                  <a:moveTo>
                    <a:pt x="0" y="0"/>
                  </a:moveTo>
                  <a:lnTo>
                    <a:pt x="378864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3"/>
            <p:cNvSpPr/>
            <p:nvPr/>
          </p:nvSpPr>
          <p:spPr>
            <a:xfrm>
              <a:off x="6400328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3"/>
            <p:cNvSpPr/>
            <p:nvPr/>
          </p:nvSpPr>
          <p:spPr>
            <a:xfrm>
              <a:off x="6415035" y="4832886"/>
              <a:ext cx="66404" cy="2135"/>
            </a:xfrm>
            <a:custGeom>
              <a:rect b="b" l="l" r="r" t="t"/>
              <a:pathLst>
                <a:path extrusionOk="0" h="780" w="24257">
                  <a:moveTo>
                    <a:pt x="0" y="0"/>
                  </a:moveTo>
                  <a:lnTo>
                    <a:pt x="24257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3"/>
            <p:cNvSpPr/>
            <p:nvPr/>
          </p:nvSpPr>
          <p:spPr>
            <a:xfrm>
              <a:off x="6415035" y="4361568"/>
              <a:ext cx="66404" cy="2135"/>
            </a:xfrm>
            <a:custGeom>
              <a:rect b="b" l="l" r="r" t="t"/>
              <a:pathLst>
                <a:path extrusionOk="0" h="780" w="24257">
                  <a:moveTo>
                    <a:pt x="0" y="0"/>
                  </a:moveTo>
                  <a:lnTo>
                    <a:pt x="24257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3"/>
            <p:cNvSpPr/>
            <p:nvPr/>
          </p:nvSpPr>
          <p:spPr>
            <a:xfrm>
              <a:off x="6435982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3"/>
            <p:cNvSpPr/>
            <p:nvPr/>
          </p:nvSpPr>
          <p:spPr>
            <a:xfrm>
              <a:off x="6460517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3"/>
            <p:cNvSpPr/>
            <p:nvPr/>
          </p:nvSpPr>
          <p:spPr>
            <a:xfrm>
              <a:off x="6176160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3"/>
            <p:cNvSpPr/>
            <p:nvPr/>
          </p:nvSpPr>
          <p:spPr>
            <a:xfrm>
              <a:off x="6190864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3"/>
            <p:cNvSpPr/>
            <p:nvPr/>
          </p:nvSpPr>
          <p:spPr>
            <a:xfrm>
              <a:off x="6190864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3"/>
            <p:cNvSpPr/>
            <p:nvPr/>
          </p:nvSpPr>
          <p:spPr>
            <a:xfrm>
              <a:off x="6211811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3"/>
            <p:cNvSpPr/>
            <p:nvPr/>
          </p:nvSpPr>
          <p:spPr>
            <a:xfrm>
              <a:off x="6236349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3"/>
            <p:cNvSpPr/>
            <p:nvPr/>
          </p:nvSpPr>
          <p:spPr>
            <a:xfrm>
              <a:off x="6911403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3"/>
            <p:cNvSpPr/>
            <p:nvPr/>
          </p:nvSpPr>
          <p:spPr>
            <a:xfrm>
              <a:off x="6926087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3"/>
            <p:cNvSpPr/>
            <p:nvPr/>
          </p:nvSpPr>
          <p:spPr>
            <a:xfrm>
              <a:off x="6926087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3"/>
            <p:cNvSpPr/>
            <p:nvPr/>
          </p:nvSpPr>
          <p:spPr>
            <a:xfrm>
              <a:off x="6947054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3"/>
            <p:cNvSpPr/>
            <p:nvPr/>
          </p:nvSpPr>
          <p:spPr>
            <a:xfrm>
              <a:off x="6971592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3"/>
            <p:cNvSpPr/>
            <p:nvPr/>
          </p:nvSpPr>
          <p:spPr>
            <a:xfrm>
              <a:off x="6655856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7" y="5955"/>
                  </a:moveTo>
                  <a:lnTo>
                    <a:pt x="34997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7" y="191340"/>
                  </a:lnTo>
                  <a:lnTo>
                    <a:pt x="34997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7" y="9194"/>
                    <a:pt x="34997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3"/>
            <p:cNvSpPr/>
            <p:nvPr/>
          </p:nvSpPr>
          <p:spPr>
            <a:xfrm>
              <a:off x="6670560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3"/>
            <p:cNvSpPr/>
            <p:nvPr/>
          </p:nvSpPr>
          <p:spPr>
            <a:xfrm>
              <a:off x="6670560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3"/>
            <p:cNvSpPr/>
            <p:nvPr/>
          </p:nvSpPr>
          <p:spPr>
            <a:xfrm>
              <a:off x="6691507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3"/>
            <p:cNvSpPr/>
            <p:nvPr/>
          </p:nvSpPr>
          <p:spPr>
            <a:xfrm>
              <a:off x="6716067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3"/>
            <p:cNvSpPr/>
            <p:nvPr/>
          </p:nvSpPr>
          <p:spPr>
            <a:xfrm>
              <a:off x="7119479" y="4329187"/>
              <a:ext cx="95802" cy="523793"/>
            </a:xfrm>
            <a:custGeom>
              <a:rect b="b" l="l" r="r" t="t"/>
              <a:pathLst>
                <a:path extrusionOk="0" h="191340" w="34996">
                  <a:moveTo>
                    <a:pt x="34996" y="5955"/>
                  </a:moveTo>
                  <a:lnTo>
                    <a:pt x="34996" y="0"/>
                  </a:lnTo>
                  <a:lnTo>
                    <a:pt x="0" y="0"/>
                  </a:lnTo>
                  <a:lnTo>
                    <a:pt x="0" y="5955"/>
                  </a:lnTo>
                  <a:cubicBezTo>
                    <a:pt x="0" y="9194"/>
                    <a:pt x="2630" y="11824"/>
                    <a:pt x="5869" y="11824"/>
                  </a:cubicBezTo>
                  <a:lnTo>
                    <a:pt x="5370" y="11824"/>
                  </a:lnTo>
                  <a:lnTo>
                    <a:pt x="5370" y="183926"/>
                  </a:lnTo>
                  <a:lnTo>
                    <a:pt x="0" y="183926"/>
                  </a:lnTo>
                  <a:lnTo>
                    <a:pt x="0" y="191340"/>
                  </a:lnTo>
                  <a:lnTo>
                    <a:pt x="34996" y="191340"/>
                  </a:lnTo>
                  <a:lnTo>
                    <a:pt x="34996" y="183926"/>
                  </a:lnTo>
                  <a:lnTo>
                    <a:pt x="29627" y="183926"/>
                  </a:lnTo>
                  <a:lnTo>
                    <a:pt x="29627" y="11824"/>
                  </a:lnTo>
                  <a:lnTo>
                    <a:pt x="29127" y="11824"/>
                  </a:lnTo>
                  <a:cubicBezTo>
                    <a:pt x="32366" y="11824"/>
                    <a:pt x="34996" y="9194"/>
                    <a:pt x="34996" y="59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3"/>
            <p:cNvSpPr/>
            <p:nvPr/>
          </p:nvSpPr>
          <p:spPr>
            <a:xfrm>
              <a:off x="7134183" y="4832886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3"/>
            <p:cNvSpPr/>
            <p:nvPr/>
          </p:nvSpPr>
          <p:spPr>
            <a:xfrm>
              <a:off x="7134183" y="4361568"/>
              <a:ext cx="66423" cy="2135"/>
            </a:xfrm>
            <a:custGeom>
              <a:rect b="b" l="l" r="r" t="t"/>
              <a:pathLst>
                <a:path extrusionOk="0" h="780" w="24264">
                  <a:moveTo>
                    <a:pt x="0" y="0"/>
                  </a:moveTo>
                  <a:lnTo>
                    <a:pt x="2426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3"/>
            <p:cNvSpPr/>
            <p:nvPr/>
          </p:nvSpPr>
          <p:spPr>
            <a:xfrm>
              <a:off x="7155130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3"/>
            <p:cNvSpPr/>
            <p:nvPr/>
          </p:nvSpPr>
          <p:spPr>
            <a:xfrm>
              <a:off x="7179668" y="4384695"/>
              <a:ext cx="2135" cy="412820"/>
            </a:xfrm>
            <a:custGeom>
              <a:rect b="b" l="l" r="r" t="t"/>
              <a:pathLst>
                <a:path extrusionOk="0" h="150802" w="780">
                  <a:moveTo>
                    <a:pt x="0" y="0"/>
                  </a:moveTo>
                  <a:lnTo>
                    <a:pt x="0" y="15080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3"/>
            <p:cNvSpPr/>
            <p:nvPr/>
          </p:nvSpPr>
          <p:spPr>
            <a:xfrm>
              <a:off x="6154999" y="4853190"/>
              <a:ext cx="1079443" cy="34268"/>
            </a:xfrm>
            <a:custGeom>
              <a:rect b="b" l="l" r="r" t="t"/>
              <a:pathLst>
                <a:path extrusionOk="0" h="12518" w="394317">
                  <a:moveTo>
                    <a:pt x="0" y="0"/>
                  </a:moveTo>
                  <a:lnTo>
                    <a:pt x="394317" y="0"/>
                  </a:lnTo>
                  <a:lnTo>
                    <a:pt x="394317" y="12519"/>
                  </a:lnTo>
                  <a:lnTo>
                    <a:pt x="0" y="125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3"/>
            <p:cNvSpPr/>
            <p:nvPr/>
          </p:nvSpPr>
          <p:spPr>
            <a:xfrm>
              <a:off x="6116826" y="4887453"/>
              <a:ext cx="1155740" cy="34268"/>
            </a:xfrm>
            <a:custGeom>
              <a:rect b="b" l="l" r="r" t="t"/>
              <a:pathLst>
                <a:path extrusionOk="0" h="12518" w="422188">
                  <a:moveTo>
                    <a:pt x="0" y="0"/>
                  </a:moveTo>
                  <a:lnTo>
                    <a:pt x="422188" y="0"/>
                  </a:lnTo>
                  <a:lnTo>
                    <a:pt x="422188" y="12519"/>
                  </a:lnTo>
                  <a:lnTo>
                    <a:pt x="0" y="1251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3"/>
            <p:cNvSpPr/>
            <p:nvPr/>
          </p:nvSpPr>
          <p:spPr>
            <a:xfrm>
              <a:off x="6176160" y="4853190"/>
              <a:ext cx="1038742" cy="2135"/>
            </a:xfrm>
            <a:custGeom>
              <a:rect b="b" l="l" r="r" t="t"/>
              <a:pathLst>
                <a:path extrusionOk="0" h="780" w="379449">
                  <a:moveTo>
                    <a:pt x="0" y="0"/>
                  </a:moveTo>
                  <a:lnTo>
                    <a:pt x="379449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3"/>
            <p:cNvSpPr/>
            <p:nvPr/>
          </p:nvSpPr>
          <p:spPr>
            <a:xfrm>
              <a:off x="6154999" y="4887453"/>
              <a:ext cx="1079443" cy="2135"/>
            </a:xfrm>
            <a:custGeom>
              <a:rect b="b" l="l" r="r" t="t"/>
              <a:pathLst>
                <a:path extrusionOk="0" h="780" w="394317">
                  <a:moveTo>
                    <a:pt x="0" y="0"/>
                  </a:moveTo>
                  <a:lnTo>
                    <a:pt x="394317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3"/>
            <p:cNvSpPr/>
            <p:nvPr/>
          </p:nvSpPr>
          <p:spPr>
            <a:xfrm>
              <a:off x="6176160" y="4329187"/>
              <a:ext cx="1037140" cy="2135"/>
            </a:xfrm>
            <a:custGeom>
              <a:rect b="b" l="l" r="r" t="t"/>
              <a:pathLst>
                <a:path extrusionOk="0" h="780" w="378864">
                  <a:moveTo>
                    <a:pt x="0" y="0"/>
                  </a:moveTo>
                  <a:lnTo>
                    <a:pt x="378864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9" name="Google Shape;1469;p3"/>
          <p:cNvGrpSpPr/>
          <p:nvPr/>
        </p:nvGrpSpPr>
        <p:grpSpPr>
          <a:xfrm>
            <a:off x="5663321" y="2399663"/>
            <a:ext cx="3222943" cy="1685434"/>
            <a:chOff x="4487383" y="1618444"/>
            <a:chExt cx="4308265" cy="2309781"/>
          </a:xfrm>
        </p:grpSpPr>
        <p:sp>
          <p:nvSpPr>
            <p:cNvPr id="1470" name="Google Shape;1470;p3"/>
            <p:cNvSpPr/>
            <p:nvPr/>
          </p:nvSpPr>
          <p:spPr>
            <a:xfrm flipH="1">
              <a:off x="5660561" y="3850300"/>
              <a:ext cx="1333754" cy="77925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058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3"/>
            <p:cNvSpPr/>
            <p:nvPr/>
          </p:nvSpPr>
          <p:spPr>
            <a:xfrm flipH="1">
              <a:off x="7746170" y="3850300"/>
              <a:ext cx="1049478" cy="77925"/>
            </a:xfrm>
            <a:custGeom>
              <a:rect b="b" l="l" r="r" t="t"/>
              <a:pathLst>
                <a:path extrusionOk="0" h="227" w="5369">
                  <a:moveTo>
                    <a:pt x="5369" y="114"/>
                  </a:moveTo>
                  <a:cubicBezTo>
                    <a:pt x="5369" y="134"/>
                    <a:pt x="5245" y="154"/>
                    <a:pt x="5010" y="171"/>
                  </a:cubicBezTo>
                  <a:cubicBezTo>
                    <a:pt x="4774" y="189"/>
                    <a:pt x="4435" y="202"/>
                    <a:pt x="4027" y="212"/>
                  </a:cubicBezTo>
                  <a:cubicBezTo>
                    <a:pt x="3619" y="222"/>
                    <a:pt x="3155" y="227"/>
                    <a:pt x="2684" y="227"/>
                  </a:cubicBezTo>
                  <a:cubicBezTo>
                    <a:pt x="2212" y="227"/>
                    <a:pt x="1750" y="222"/>
                    <a:pt x="1342" y="212"/>
                  </a:cubicBezTo>
                  <a:cubicBezTo>
                    <a:pt x="934" y="202"/>
                    <a:pt x="594" y="189"/>
                    <a:pt x="359" y="171"/>
                  </a:cubicBezTo>
                  <a:cubicBezTo>
                    <a:pt x="123" y="154"/>
                    <a:pt x="0" y="134"/>
                    <a:pt x="0" y="114"/>
                  </a:cubicBezTo>
                  <a:cubicBezTo>
                    <a:pt x="0" y="94"/>
                    <a:pt x="124" y="74"/>
                    <a:pt x="359" y="57"/>
                  </a:cubicBezTo>
                  <a:cubicBezTo>
                    <a:pt x="595" y="40"/>
                    <a:pt x="934" y="25"/>
                    <a:pt x="1342" y="15"/>
                  </a:cubicBezTo>
                  <a:cubicBezTo>
                    <a:pt x="1750" y="5"/>
                    <a:pt x="2213" y="0"/>
                    <a:pt x="2684" y="0"/>
                  </a:cubicBezTo>
                  <a:cubicBezTo>
                    <a:pt x="3156" y="0"/>
                    <a:pt x="3619" y="5"/>
                    <a:pt x="4027" y="15"/>
                  </a:cubicBezTo>
                  <a:cubicBezTo>
                    <a:pt x="4435" y="25"/>
                    <a:pt x="4774" y="40"/>
                    <a:pt x="5010" y="57"/>
                  </a:cubicBezTo>
                  <a:cubicBezTo>
                    <a:pt x="5245" y="74"/>
                    <a:pt x="5369" y="94"/>
                    <a:pt x="5369" y="114"/>
                  </a:cubicBezTo>
                  <a:close/>
                </a:path>
              </a:pathLst>
            </a:custGeom>
            <a:solidFill>
              <a:srgbClr val="61795F">
                <a:alpha val="27058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72" name="Google Shape;1472;p3"/>
            <p:cNvGrpSpPr/>
            <p:nvPr/>
          </p:nvGrpSpPr>
          <p:grpSpPr>
            <a:xfrm>
              <a:off x="5100639" y="1823929"/>
              <a:ext cx="2441940" cy="1895275"/>
              <a:chOff x="1677639" y="1666042"/>
              <a:chExt cx="2441940" cy="1895275"/>
            </a:xfrm>
          </p:grpSpPr>
          <p:sp>
            <p:nvSpPr>
              <p:cNvPr id="1473" name="Google Shape;1473;p3"/>
              <p:cNvSpPr/>
              <p:nvPr/>
            </p:nvSpPr>
            <p:spPr>
              <a:xfrm>
                <a:off x="1677639" y="1870002"/>
                <a:ext cx="342532" cy="1691315"/>
              </a:xfrm>
              <a:custGeom>
                <a:rect b="b" l="l" r="r" t="t"/>
                <a:pathLst>
                  <a:path extrusionOk="0" h="9984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9984"/>
                    </a:lnTo>
                    <a:lnTo>
                      <a:pt x="0" y="99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4" name="Google Shape;1474;p3"/>
              <p:cNvSpPr/>
              <p:nvPr/>
            </p:nvSpPr>
            <p:spPr>
              <a:xfrm>
                <a:off x="2097588" y="1666042"/>
                <a:ext cx="342532" cy="1895275"/>
              </a:xfrm>
              <a:custGeom>
                <a:rect b="b" l="l" r="r" t="t"/>
                <a:pathLst>
                  <a:path extrusionOk="0" h="11188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1188"/>
                    </a:lnTo>
                    <a:lnTo>
                      <a:pt x="0" y="11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3"/>
              <p:cNvSpPr/>
              <p:nvPr/>
            </p:nvSpPr>
            <p:spPr>
              <a:xfrm>
                <a:off x="2517538" y="2266912"/>
                <a:ext cx="342362" cy="1294405"/>
              </a:xfrm>
              <a:custGeom>
                <a:rect b="b" l="l" r="r" t="t"/>
                <a:pathLst>
                  <a:path extrusionOk="0" h="7641" w="2021">
                    <a:moveTo>
                      <a:pt x="0" y="0"/>
                    </a:moveTo>
                    <a:lnTo>
                      <a:pt x="2021" y="0"/>
                    </a:lnTo>
                    <a:lnTo>
                      <a:pt x="2021" y="7641"/>
                    </a:lnTo>
                    <a:lnTo>
                      <a:pt x="0" y="76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3"/>
              <p:cNvSpPr/>
              <p:nvPr/>
            </p:nvSpPr>
            <p:spPr>
              <a:xfrm>
                <a:off x="2937148" y="1666042"/>
                <a:ext cx="342532" cy="1895275"/>
              </a:xfrm>
              <a:custGeom>
                <a:rect b="b" l="l" r="r" t="t"/>
                <a:pathLst>
                  <a:path extrusionOk="0" h="11188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1188"/>
                    </a:lnTo>
                    <a:lnTo>
                      <a:pt x="0" y="111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3"/>
              <p:cNvSpPr/>
              <p:nvPr/>
            </p:nvSpPr>
            <p:spPr>
              <a:xfrm>
                <a:off x="3357098" y="2115805"/>
                <a:ext cx="342532" cy="1445512"/>
              </a:xfrm>
              <a:custGeom>
                <a:rect b="b" l="l" r="r" t="t"/>
                <a:pathLst>
                  <a:path extrusionOk="0" h="8533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8533"/>
                    </a:lnTo>
                    <a:lnTo>
                      <a:pt x="0" y="85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3"/>
              <p:cNvSpPr/>
              <p:nvPr/>
            </p:nvSpPr>
            <p:spPr>
              <a:xfrm>
                <a:off x="3777047" y="1790722"/>
                <a:ext cx="342532" cy="1770595"/>
              </a:xfrm>
              <a:custGeom>
                <a:rect b="b" l="l" r="r" t="t"/>
                <a:pathLst>
                  <a:path extrusionOk="0" h="10452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10452"/>
                    </a:lnTo>
                    <a:lnTo>
                      <a:pt x="0" y="104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9" name="Google Shape;1479;p3"/>
            <p:cNvSpPr/>
            <p:nvPr/>
          </p:nvSpPr>
          <p:spPr>
            <a:xfrm>
              <a:off x="5936475" y="2131587"/>
              <a:ext cx="342362" cy="364554"/>
            </a:xfrm>
            <a:custGeom>
              <a:rect b="b" l="l" r="r" t="t"/>
              <a:pathLst>
                <a:path extrusionOk="0" h="2152" w="2021">
                  <a:moveTo>
                    <a:pt x="0" y="0"/>
                  </a:moveTo>
                  <a:lnTo>
                    <a:pt x="2021" y="0"/>
                  </a:lnTo>
                  <a:lnTo>
                    <a:pt x="2021" y="2152"/>
                  </a:lnTo>
                  <a:lnTo>
                    <a:pt x="0" y="2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80" name="Google Shape;1480;p3"/>
            <p:cNvGrpSpPr/>
            <p:nvPr/>
          </p:nvGrpSpPr>
          <p:grpSpPr>
            <a:xfrm>
              <a:off x="5100639" y="1823929"/>
              <a:ext cx="2441940" cy="1294404"/>
              <a:chOff x="1677639" y="1666042"/>
              <a:chExt cx="2441940" cy="1294404"/>
            </a:xfrm>
          </p:grpSpPr>
          <p:sp>
            <p:nvSpPr>
              <p:cNvPr id="1481" name="Google Shape;1481;p3"/>
              <p:cNvSpPr/>
              <p:nvPr/>
            </p:nvSpPr>
            <p:spPr>
              <a:xfrm>
                <a:off x="1677639" y="1870002"/>
                <a:ext cx="342532" cy="500923"/>
              </a:xfrm>
              <a:custGeom>
                <a:rect b="b" l="l" r="r" t="t"/>
                <a:pathLst>
                  <a:path extrusionOk="0" h="2957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2957"/>
                    </a:lnTo>
                    <a:lnTo>
                      <a:pt x="0" y="29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2" name="Google Shape;1482;p3"/>
              <p:cNvSpPr/>
              <p:nvPr/>
            </p:nvSpPr>
            <p:spPr>
              <a:xfrm>
                <a:off x="2097588" y="1666042"/>
                <a:ext cx="342532" cy="1073165"/>
              </a:xfrm>
              <a:custGeom>
                <a:rect b="b" l="l" r="r" t="t"/>
                <a:pathLst>
                  <a:path extrusionOk="0" h="6335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6335"/>
                    </a:lnTo>
                    <a:lnTo>
                      <a:pt x="0" y="63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3" name="Google Shape;1483;p3"/>
              <p:cNvSpPr/>
              <p:nvPr/>
            </p:nvSpPr>
            <p:spPr>
              <a:xfrm>
                <a:off x="2937148" y="1666042"/>
                <a:ext cx="342532" cy="738934"/>
              </a:xfrm>
              <a:custGeom>
                <a:rect b="b" l="l" r="r" t="t"/>
                <a:pathLst>
                  <a:path extrusionOk="0" h="4362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362"/>
                    </a:lnTo>
                    <a:lnTo>
                      <a:pt x="0" y="43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3"/>
              <p:cNvSpPr/>
              <p:nvPr/>
            </p:nvSpPr>
            <p:spPr>
              <a:xfrm>
                <a:off x="3357098" y="2115805"/>
                <a:ext cx="342532" cy="844641"/>
              </a:xfrm>
              <a:custGeom>
                <a:rect b="b" l="l" r="r" t="t"/>
                <a:pathLst>
                  <a:path extrusionOk="0" h="4986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986"/>
                    </a:lnTo>
                    <a:lnTo>
                      <a:pt x="0" y="49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3"/>
              <p:cNvSpPr/>
              <p:nvPr/>
            </p:nvSpPr>
            <p:spPr>
              <a:xfrm>
                <a:off x="3777047" y="1790722"/>
                <a:ext cx="342532" cy="733343"/>
              </a:xfrm>
              <a:custGeom>
                <a:rect b="b" l="l" r="r" t="t"/>
                <a:pathLst>
                  <a:path extrusionOk="0" h="4329" w="2022">
                    <a:moveTo>
                      <a:pt x="0" y="0"/>
                    </a:moveTo>
                    <a:lnTo>
                      <a:pt x="2022" y="0"/>
                    </a:lnTo>
                    <a:lnTo>
                      <a:pt x="2022" y="4329"/>
                    </a:lnTo>
                    <a:lnTo>
                      <a:pt x="0" y="43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86" name="Google Shape;1486;p3"/>
            <p:cNvSpPr/>
            <p:nvPr/>
          </p:nvSpPr>
          <p:spPr>
            <a:xfrm>
              <a:off x="4487383" y="1763453"/>
              <a:ext cx="3688909" cy="1855635"/>
            </a:xfrm>
            <a:custGeom>
              <a:rect b="b" l="l" r="r" t="t"/>
              <a:pathLst>
                <a:path extrusionOk="0" fill="none" h="10954" w="21776">
                  <a:moveTo>
                    <a:pt x="0" y="10954"/>
                  </a:moveTo>
                  <a:lnTo>
                    <a:pt x="6046" y="4663"/>
                  </a:lnTo>
                  <a:lnTo>
                    <a:pt x="8456" y="6051"/>
                  </a:lnTo>
                  <a:lnTo>
                    <a:pt x="14614" y="1361"/>
                  </a:lnTo>
                  <a:lnTo>
                    <a:pt x="17381" y="3927"/>
                  </a:lnTo>
                  <a:lnTo>
                    <a:pt x="21776" y="0"/>
                  </a:lnTo>
                </a:path>
              </a:pathLst>
            </a:custGeom>
            <a:solidFill>
              <a:schemeClr val="accent2"/>
            </a:solidFill>
            <a:ln cap="flat" cmpd="sng" w="145425">
              <a:solidFill>
                <a:schemeClr val="accent3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1" anchor="ctr" bIns="117700" lIns="162700" spcFirstLastPara="1" rIns="162700" wrap="square" tIns="117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3"/>
            <p:cNvSpPr/>
            <p:nvPr/>
          </p:nvSpPr>
          <p:spPr>
            <a:xfrm>
              <a:off x="7964544" y="1618444"/>
              <a:ext cx="355406" cy="355406"/>
            </a:xfrm>
            <a:custGeom>
              <a:rect b="b" l="l" r="r" t="t"/>
              <a:pathLst>
                <a:path extrusionOk="0" h="2098" w="2098">
                  <a:moveTo>
                    <a:pt x="2098" y="0"/>
                  </a:moveTo>
                  <a:lnTo>
                    <a:pt x="1049" y="282"/>
                  </a:lnTo>
                  <a:lnTo>
                    <a:pt x="0" y="563"/>
                  </a:lnTo>
                  <a:lnTo>
                    <a:pt x="1105" y="994"/>
                  </a:lnTo>
                  <a:lnTo>
                    <a:pt x="1536" y="2098"/>
                  </a:lnTo>
                  <a:lnTo>
                    <a:pt x="1817" y="1049"/>
                  </a:lnTo>
                  <a:lnTo>
                    <a:pt x="20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3"/>
            <p:cNvSpPr/>
            <p:nvPr/>
          </p:nvSpPr>
          <p:spPr>
            <a:xfrm>
              <a:off x="7592874" y="2838649"/>
              <a:ext cx="341854" cy="339991"/>
            </a:xfrm>
            <a:custGeom>
              <a:rect b="b" l="l" r="r" t="t"/>
              <a:pathLst>
                <a:path extrusionOk="0" h="2007" w="2018">
                  <a:moveTo>
                    <a:pt x="1763" y="649"/>
                  </a:moveTo>
                  <a:cubicBezTo>
                    <a:pt x="1745" y="611"/>
                    <a:pt x="1725" y="575"/>
                    <a:pt x="1703" y="542"/>
                  </a:cubicBezTo>
                  <a:lnTo>
                    <a:pt x="1800" y="376"/>
                  </a:lnTo>
                  <a:cubicBezTo>
                    <a:pt x="1765" y="332"/>
                    <a:pt x="1727" y="291"/>
                    <a:pt x="1686" y="254"/>
                  </a:cubicBezTo>
                  <a:lnTo>
                    <a:pt x="1514" y="341"/>
                  </a:lnTo>
                  <a:cubicBezTo>
                    <a:pt x="1448" y="291"/>
                    <a:pt x="1376" y="251"/>
                    <a:pt x="1299" y="222"/>
                  </a:cubicBezTo>
                  <a:lnTo>
                    <a:pt x="1280" y="31"/>
                  </a:lnTo>
                  <a:cubicBezTo>
                    <a:pt x="1227" y="16"/>
                    <a:pt x="1172" y="6"/>
                    <a:pt x="1116" y="0"/>
                  </a:cubicBezTo>
                  <a:lnTo>
                    <a:pt x="1028" y="170"/>
                  </a:lnTo>
                  <a:cubicBezTo>
                    <a:pt x="947" y="168"/>
                    <a:pt x="865" y="178"/>
                    <a:pt x="784" y="201"/>
                  </a:cubicBezTo>
                  <a:lnTo>
                    <a:pt x="657" y="57"/>
                  </a:lnTo>
                  <a:cubicBezTo>
                    <a:pt x="631" y="67"/>
                    <a:pt x="605" y="78"/>
                    <a:pt x="580" y="90"/>
                  </a:cubicBezTo>
                  <a:cubicBezTo>
                    <a:pt x="555" y="102"/>
                    <a:pt x="530" y="115"/>
                    <a:pt x="506" y="128"/>
                  </a:cubicBezTo>
                  <a:lnTo>
                    <a:pt x="535" y="318"/>
                  </a:lnTo>
                  <a:cubicBezTo>
                    <a:pt x="466" y="366"/>
                    <a:pt x="406" y="423"/>
                    <a:pt x="356" y="486"/>
                  </a:cubicBezTo>
                  <a:lnTo>
                    <a:pt x="168" y="445"/>
                  </a:lnTo>
                  <a:cubicBezTo>
                    <a:pt x="137" y="491"/>
                    <a:pt x="110" y="540"/>
                    <a:pt x="88" y="591"/>
                  </a:cubicBezTo>
                  <a:lnTo>
                    <a:pt x="223" y="728"/>
                  </a:lnTo>
                  <a:cubicBezTo>
                    <a:pt x="196" y="805"/>
                    <a:pt x="180" y="886"/>
                    <a:pt x="177" y="969"/>
                  </a:cubicBezTo>
                  <a:lnTo>
                    <a:pt x="0" y="1046"/>
                  </a:lnTo>
                  <a:cubicBezTo>
                    <a:pt x="3" y="1101"/>
                    <a:pt x="10" y="1156"/>
                    <a:pt x="21" y="1211"/>
                  </a:cubicBezTo>
                  <a:lnTo>
                    <a:pt x="211" y="1242"/>
                  </a:lnTo>
                  <a:cubicBezTo>
                    <a:pt x="223" y="1281"/>
                    <a:pt x="237" y="1319"/>
                    <a:pt x="255" y="1357"/>
                  </a:cubicBezTo>
                  <a:cubicBezTo>
                    <a:pt x="273" y="1395"/>
                    <a:pt x="293" y="1431"/>
                    <a:pt x="315" y="1465"/>
                  </a:cubicBezTo>
                  <a:lnTo>
                    <a:pt x="218" y="1630"/>
                  </a:lnTo>
                  <a:cubicBezTo>
                    <a:pt x="253" y="1675"/>
                    <a:pt x="291" y="1715"/>
                    <a:pt x="332" y="1752"/>
                  </a:cubicBezTo>
                  <a:lnTo>
                    <a:pt x="504" y="1666"/>
                  </a:lnTo>
                  <a:cubicBezTo>
                    <a:pt x="570" y="1716"/>
                    <a:pt x="642" y="1755"/>
                    <a:pt x="719" y="1784"/>
                  </a:cubicBezTo>
                  <a:lnTo>
                    <a:pt x="738" y="1975"/>
                  </a:lnTo>
                  <a:cubicBezTo>
                    <a:pt x="791" y="1990"/>
                    <a:pt x="846" y="2001"/>
                    <a:pt x="902" y="2007"/>
                  </a:cubicBezTo>
                  <a:lnTo>
                    <a:pt x="990" y="1836"/>
                  </a:lnTo>
                  <a:cubicBezTo>
                    <a:pt x="1071" y="1838"/>
                    <a:pt x="1153" y="1828"/>
                    <a:pt x="1234" y="1805"/>
                  </a:cubicBezTo>
                  <a:lnTo>
                    <a:pt x="1361" y="1949"/>
                  </a:lnTo>
                  <a:cubicBezTo>
                    <a:pt x="1387" y="1939"/>
                    <a:pt x="1413" y="1929"/>
                    <a:pt x="1438" y="1917"/>
                  </a:cubicBezTo>
                  <a:cubicBezTo>
                    <a:pt x="1463" y="1905"/>
                    <a:pt x="1488" y="1892"/>
                    <a:pt x="1512" y="1878"/>
                  </a:cubicBezTo>
                  <a:lnTo>
                    <a:pt x="1483" y="1688"/>
                  </a:lnTo>
                  <a:cubicBezTo>
                    <a:pt x="1552" y="1641"/>
                    <a:pt x="1612" y="1584"/>
                    <a:pt x="1662" y="1520"/>
                  </a:cubicBezTo>
                  <a:lnTo>
                    <a:pt x="1850" y="1561"/>
                  </a:lnTo>
                  <a:cubicBezTo>
                    <a:pt x="1881" y="1515"/>
                    <a:pt x="1908" y="1466"/>
                    <a:pt x="1930" y="1415"/>
                  </a:cubicBezTo>
                  <a:lnTo>
                    <a:pt x="1795" y="1279"/>
                  </a:lnTo>
                  <a:cubicBezTo>
                    <a:pt x="1822" y="1201"/>
                    <a:pt x="1838" y="1120"/>
                    <a:pt x="1841" y="1038"/>
                  </a:cubicBezTo>
                  <a:lnTo>
                    <a:pt x="2018" y="961"/>
                  </a:lnTo>
                  <a:cubicBezTo>
                    <a:pt x="2015" y="905"/>
                    <a:pt x="2008" y="850"/>
                    <a:pt x="1997" y="795"/>
                  </a:cubicBezTo>
                  <a:lnTo>
                    <a:pt x="1807" y="764"/>
                  </a:lnTo>
                  <a:cubicBezTo>
                    <a:pt x="1795" y="725"/>
                    <a:pt x="1781" y="687"/>
                    <a:pt x="1763" y="649"/>
                  </a:cubicBezTo>
                  <a:moveTo>
                    <a:pt x="1220" y="1453"/>
                  </a:moveTo>
                  <a:cubicBezTo>
                    <a:pt x="972" y="1570"/>
                    <a:pt x="676" y="1463"/>
                    <a:pt x="559" y="1214"/>
                  </a:cubicBezTo>
                  <a:cubicBezTo>
                    <a:pt x="442" y="966"/>
                    <a:pt x="550" y="670"/>
                    <a:pt x="798" y="553"/>
                  </a:cubicBezTo>
                  <a:cubicBezTo>
                    <a:pt x="1047" y="437"/>
                    <a:pt x="1342" y="543"/>
                    <a:pt x="1459" y="792"/>
                  </a:cubicBezTo>
                  <a:cubicBezTo>
                    <a:pt x="1576" y="1040"/>
                    <a:pt x="1469" y="1336"/>
                    <a:pt x="1220" y="1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3"/>
            <p:cNvSpPr/>
            <p:nvPr/>
          </p:nvSpPr>
          <p:spPr>
            <a:xfrm>
              <a:off x="7250435" y="2590750"/>
              <a:ext cx="355401" cy="361630"/>
            </a:xfrm>
            <a:custGeom>
              <a:rect b="b" l="l" r="r" t="t"/>
              <a:pathLst>
                <a:path extrusionOk="0" h="2854" w="2805">
                  <a:moveTo>
                    <a:pt x="2579" y="1480"/>
                  </a:moveTo>
                  <a:cubicBezTo>
                    <a:pt x="2581" y="1421"/>
                    <a:pt x="2580" y="1363"/>
                    <a:pt x="2574" y="1306"/>
                  </a:cubicBezTo>
                  <a:lnTo>
                    <a:pt x="2805" y="1163"/>
                  </a:lnTo>
                  <a:cubicBezTo>
                    <a:pt x="2790" y="1084"/>
                    <a:pt x="2769" y="1009"/>
                    <a:pt x="2742" y="936"/>
                  </a:cubicBezTo>
                  <a:lnTo>
                    <a:pt x="2470" y="931"/>
                  </a:lnTo>
                  <a:cubicBezTo>
                    <a:pt x="2421" y="825"/>
                    <a:pt x="2356" y="728"/>
                    <a:pt x="2279" y="641"/>
                  </a:cubicBezTo>
                  <a:lnTo>
                    <a:pt x="2382" y="390"/>
                  </a:lnTo>
                  <a:cubicBezTo>
                    <a:pt x="2324" y="336"/>
                    <a:pt x="2263" y="286"/>
                    <a:pt x="2197" y="242"/>
                  </a:cubicBezTo>
                  <a:lnTo>
                    <a:pt x="1975" y="398"/>
                  </a:lnTo>
                  <a:cubicBezTo>
                    <a:pt x="1874" y="342"/>
                    <a:pt x="1765" y="301"/>
                    <a:pt x="1649" y="276"/>
                  </a:cubicBezTo>
                  <a:lnTo>
                    <a:pt x="1584" y="12"/>
                  </a:lnTo>
                  <a:cubicBezTo>
                    <a:pt x="1546" y="7"/>
                    <a:pt x="1506" y="4"/>
                    <a:pt x="1467" y="2"/>
                  </a:cubicBezTo>
                  <a:cubicBezTo>
                    <a:pt x="1427" y="0"/>
                    <a:pt x="1388" y="0"/>
                    <a:pt x="1348" y="2"/>
                  </a:cubicBezTo>
                  <a:lnTo>
                    <a:pt x="1260" y="258"/>
                  </a:lnTo>
                  <a:cubicBezTo>
                    <a:pt x="1142" y="273"/>
                    <a:pt x="1030" y="304"/>
                    <a:pt x="925" y="351"/>
                  </a:cubicBezTo>
                  <a:lnTo>
                    <a:pt x="718" y="175"/>
                  </a:lnTo>
                  <a:cubicBezTo>
                    <a:pt x="648" y="213"/>
                    <a:pt x="582" y="257"/>
                    <a:pt x="521" y="306"/>
                  </a:cubicBezTo>
                  <a:lnTo>
                    <a:pt x="600" y="566"/>
                  </a:lnTo>
                  <a:cubicBezTo>
                    <a:pt x="515" y="644"/>
                    <a:pt x="442" y="736"/>
                    <a:pt x="383" y="837"/>
                  </a:cubicBezTo>
                  <a:lnTo>
                    <a:pt x="112" y="817"/>
                  </a:lnTo>
                  <a:cubicBezTo>
                    <a:pt x="79" y="888"/>
                    <a:pt x="51" y="962"/>
                    <a:pt x="29" y="1037"/>
                  </a:cubicBezTo>
                  <a:lnTo>
                    <a:pt x="246" y="1201"/>
                  </a:lnTo>
                  <a:cubicBezTo>
                    <a:pt x="235" y="1257"/>
                    <a:pt x="228" y="1315"/>
                    <a:pt x="226" y="1374"/>
                  </a:cubicBezTo>
                  <a:cubicBezTo>
                    <a:pt x="223" y="1432"/>
                    <a:pt x="225" y="1491"/>
                    <a:pt x="230" y="1548"/>
                  </a:cubicBezTo>
                  <a:lnTo>
                    <a:pt x="0" y="1691"/>
                  </a:lnTo>
                  <a:cubicBezTo>
                    <a:pt x="14" y="1769"/>
                    <a:pt x="35" y="1845"/>
                    <a:pt x="62" y="1919"/>
                  </a:cubicBezTo>
                  <a:lnTo>
                    <a:pt x="334" y="1923"/>
                  </a:lnTo>
                  <a:cubicBezTo>
                    <a:pt x="383" y="2029"/>
                    <a:pt x="448" y="2127"/>
                    <a:pt x="525" y="2213"/>
                  </a:cubicBezTo>
                  <a:lnTo>
                    <a:pt x="423" y="2465"/>
                  </a:lnTo>
                  <a:cubicBezTo>
                    <a:pt x="480" y="2519"/>
                    <a:pt x="542" y="2568"/>
                    <a:pt x="607" y="2612"/>
                  </a:cubicBezTo>
                  <a:lnTo>
                    <a:pt x="830" y="2456"/>
                  </a:lnTo>
                  <a:cubicBezTo>
                    <a:pt x="930" y="2512"/>
                    <a:pt x="1039" y="2554"/>
                    <a:pt x="1155" y="2579"/>
                  </a:cubicBezTo>
                  <a:lnTo>
                    <a:pt x="1220" y="2842"/>
                  </a:lnTo>
                  <a:cubicBezTo>
                    <a:pt x="1259" y="2847"/>
                    <a:pt x="1298" y="2851"/>
                    <a:pt x="1338" y="2852"/>
                  </a:cubicBezTo>
                  <a:cubicBezTo>
                    <a:pt x="1377" y="2854"/>
                    <a:pt x="1417" y="2854"/>
                    <a:pt x="1456" y="2853"/>
                  </a:cubicBezTo>
                  <a:lnTo>
                    <a:pt x="1544" y="2596"/>
                  </a:lnTo>
                  <a:cubicBezTo>
                    <a:pt x="1662" y="2582"/>
                    <a:pt x="1775" y="2550"/>
                    <a:pt x="1879" y="2504"/>
                  </a:cubicBezTo>
                  <a:lnTo>
                    <a:pt x="2087" y="2679"/>
                  </a:lnTo>
                  <a:cubicBezTo>
                    <a:pt x="2156" y="2641"/>
                    <a:pt x="2222" y="2598"/>
                    <a:pt x="2284" y="2549"/>
                  </a:cubicBezTo>
                  <a:lnTo>
                    <a:pt x="2204" y="2289"/>
                  </a:lnTo>
                  <a:cubicBezTo>
                    <a:pt x="2289" y="2210"/>
                    <a:pt x="2363" y="2119"/>
                    <a:pt x="2421" y="2018"/>
                  </a:cubicBezTo>
                  <a:lnTo>
                    <a:pt x="2692" y="2038"/>
                  </a:lnTo>
                  <a:cubicBezTo>
                    <a:pt x="2726" y="1967"/>
                    <a:pt x="2754" y="1893"/>
                    <a:pt x="2775" y="1817"/>
                  </a:cubicBezTo>
                  <a:lnTo>
                    <a:pt x="2558" y="1653"/>
                  </a:lnTo>
                  <a:cubicBezTo>
                    <a:pt x="2569" y="1597"/>
                    <a:pt x="2576" y="1539"/>
                    <a:pt x="2579" y="1480"/>
                  </a:cubicBezTo>
                  <a:moveTo>
                    <a:pt x="1370" y="2129"/>
                  </a:moveTo>
                  <a:cubicBezTo>
                    <a:pt x="983" y="2111"/>
                    <a:pt x="683" y="1783"/>
                    <a:pt x="700" y="1395"/>
                  </a:cubicBezTo>
                  <a:cubicBezTo>
                    <a:pt x="718" y="1008"/>
                    <a:pt x="1046" y="708"/>
                    <a:pt x="1434" y="726"/>
                  </a:cubicBezTo>
                  <a:cubicBezTo>
                    <a:pt x="1822" y="743"/>
                    <a:pt x="2122" y="1071"/>
                    <a:pt x="2104" y="1459"/>
                  </a:cubicBezTo>
                  <a:cubicBezTo>
                    <a:pt x="2087" y="1846"/>
                    <a:pt x="1758" y="2146"/>
                    <a:pt x="1370" y="21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3"/>
            <p:cNvSpPr/>
            <p:nvPr/>
          </p:nvSpPr>
          <p:spPr>
            <a:xfrm>
              <a:off x="5747909" y="3375835"/>
              <a:ext cx="512612" cy="512443"/>
            </a:xfrm>
            <a:custGeom>
              <a:rect b="b" l="l" r="r" t="t"/>
              <a:pathLst>
                <a:path extrusionOk="0" h="3025" w="3026">
                  <a:moveTo>
                    <a:pt x="2583" y="443"/>
                  </a:moveTo>
                  <a:cubicBezTo>
                    <a:pt x="2771" y="631"/>
                    <a:pt x="2906" y="865"/>
                    <a:pt x="2975" y="1121"/>
                  </a:cubicBezTo>
                  <a:cubicBezTo>
                    <a:pt x="3044" y="1378"/>
                    <a:pt x="3044" y="1649"/>
                    <a:pt x="2975" y="1905"/>
                  </a:cubicBezTo>
                  <a:cubicBezTo>
                    <a:pt x="2906" y="2162"/>
                    <a:pt x="2771" y="2395"/>
                    <a:pt x="2583" y="2583"/>
                  </a:cubicBezTo>
                  <a:cubicBezTo>
                    <a:pt x="2395" y="2771"/>
                    <a:pt x="2161" y="2906"/>
                    <a:pt x="1905" y="2974"/>
                  </a:cubicBezTo>
                  <a:cubicBezTo>
                    <a:pt x="1648" y="3043"/>
                    <a:pt x="1378" y="3043"/>
                    <a:pt x="1122" y="2974"/>
                  </a:cubicBezTo>
                  <a:cubicBezTo>
                    <a:pt x="865" y="2906"/>
                    <a:pt x="631" y="2771"/>
                    <a:pt x="444" y="2583"/>
                  </a:cubicBezTo>
                  <a:cubicBezTo>
                    <a:pt x="256" y="2395"/>
                    <a:pt x="121" y="2161"/>
                    <a:pt x="52" y="1905"/>
                  </a:cubicBezTo>
                  <a:cubicBezTo>
                    <a:pt x="-17" y="1648"/>
                    <a:pt x="-17" y="1378"/>
                    <a:pt x="52" y="1121"/>
                  </a:cubicBezTo>
                  <a:cubicBezTo>
                    <a:pt x="121" y="865"/>
                    <a:pt x="256" y="631"/>
                    <a:pt x="444" y="443"/>
                  </a:cubicBezTo>
                  <a:cubicBezTo>
                    <a:pt x="631" y="255"/>
                    <a:pt x="865" y="120"/>
                    <a:pt x="1122" y="52"/>
                  </a:cubicBezTo>
                  <a:cubicBezTo>
                    <a:pt x="1378" y="-17"/>
                    <a:pt x="1648" y="-17"/>
                    <a:pt x="1905" y="52"/>
                  </a:cubicBezTo>
                  <a:cubicBezTo>
                    <a:pt x="2161" y="120"/>
                    <a:pt x="2395" y="255"/>
                    <a:pt x="2583" y="4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3"/>
            <p:cNvSpPr/>
            <p:nvPr/>
          </p:nvSpPr>
          <p:spPr>
            <a:xfrm>
              <a:off x="5812451" y="3440208"/>
              <a:ext cx="383866" cy="383866"/>
            </a:xfrm>
            <a:custGeom>
              <a:rect b="b" l="l" r="r" t="t"/>
              <a:pathLst>
                <a:path extrusionOk="0" h="2266" w="2266">
                  <a:moveTo>
                    <a:pt x="2266" y="1133"/>
                  </a:moveTo>
                  <a:cubicBezTo>
                    <a:pt x="2266" y="1332"/>
                    <a:pt x="2213" y="1528"/>
                    <a:pt x="2114" y="1700"/>
                  </a:cubicBezTo>
                  <a:cubicBezTo>
                    <a:pt x="2014" y="1873"/>
                    <a:pt x="1871" y="2015"/>
                    <a:pt x="1699" y="2114"/>
                  </a:cubicBezTo>
                  <a:cubicBezTo>
                    <a:pt x="1527" y="2214"/>
                    <a:pt x="1331" y="2266"/>
                    <a:pt x="1133" y="2266"/>
                  </a:cubicBezTo>
                  <a:cubicBezTo>
                    <a:pt x="934" y="2266"/>
                    <a:pt x="738" y="2214"/>
                    <a:pt x="566" y="2114"/>
                  </a:cubicBezTo>
                  <a:cubicBezTo>
                    <a:pt x="394" y="2015"/>
                    <a:pt x="250" y="1873"/>
                    <a:pt x="151" y="1700"/>
                  </a:cubicBezTo>
                  <a:cubicBezTo>
                    <a:pt x="51" y="1528"/>
                    <a:pt x="0" y="1332"/>
                    <a:pt x="0" y="1133"/>
                  </a:cubicBezTo>
                  <a:cubicBezTo>
                    <a:pt x="0" y="934"/>
                    <a:pt x="52" y="739"/>
                    <a:pt x="151" y="567"/>
                  </a:cubicBezTo>
                  <a:cubicBezTo>
                    <a:pt x="251" y="394"/>
                    <a:pt x="394" y="252"/>
                    <a:pt x="566" y="152"/>
                  </a:cubicBezTo>
                  <a:cubicBezTo>
                    <a:pt x="738" y="53"/>
                    <a:pt x="934" y="0"/>
                    <a:pt x="1133" y="0"/>
                  </a:cubicBezTo>
                  <a:cubicBezTo>
                    <a:pt x="1331" y="0"/>
                    <a:pt x="1527" y="53"/>
                    <a:pt x="1699" y="152"/>
                  </a:cubicBezTo>
                  <a:cubicBezTo>
                    <a:pt x="1871" y="252"/>
                    <a:pt x="2014" y="394"/>
                    <a:pt x="2114" y="567"/>
                  </a:cubicBezTo>
                  <a:cubicBezTo>
                    <a:pt x="2213" y="739"/>
                    <a:pt x="2266" y="934"/>
                    <a:pt x="2266" y="11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3"/>
            <p:cNvSpPr txBox="1"/>
            <p:nvPr/>
          </p:nvSpPr>
          <p:spPr>
            <a:xfrm>
              <a:off x="5889500" y="3446988"/>
              <a:ext cx="230100" cy="3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60"/>
                <a:buFont typeface="Arial"/>
                <a:buNone/>
              </a:pPr>
              <a:r>
                <a:rPr b="1" i="0" lang="en-US" sz="2260" u="none" cap="none" strike="noStrike">
                  <a:solidFill>
                    <a:schemeClr val="dk1"/>
                  </a:solidFill>
                  <a:latin typeface="Jost"/>
                  <a:ea typeface="Jost"/>
                  <a:cs typeface="Jost"/>
                  <a:sym typeface="Jost"/>
                </a:rPr>
                <a:t>$</a:t>
              </a:r>
              <a:endParaRPr b="1" i="0" sz="226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493" name="Google Shape;1493;p3"/>
            <p:cNvSpPr/>
            <p:nvPr/>
          </p:nvSpPr>
          <p:spPr>
            <a:xfrm>
              <a:off x="6436192" y="3795942"/>
              <a:ext cx="158730" cy="88089"/>
            </a:xfrm>
            <a:custGeom>
              <a:rect b="b" l="l" r="r" t="t"/>
              <a:pathLst>
                <a:path extrusionOk="0" h="520" w="937">
                  <a:moveTo>
                    <a:pt x="234" y="272"/>
                  </a:moveTo>
                  <a:cubicBezTo>
                    <a:pt x="234" y="272"/>
                    <a:pt x="-37" y="371"/>
                    <a:pt x="4" y="479"/>
                  </a:cubicBezTo>
                  <a:cubicBezTo>
                    <a:pt x="39" y="573"/>
                    <a:pt x="605" y="490"/>
                    <a:pt x="848" y="392"/>
                  </a:cubicBezTo>
                  <a:cubicBezTo>
                    <a:pt x="1090" y="293"/>
                    <a:pt x="764" y="12"/>
                    <a:pt x="728" y="0"/>
                  </a:cubicBezTo>
                  <a:cubicBezTo>
                    <a:pt x="692" y="-12"/>
                    <a:pt x="234" y="272"/>
                    <a:pt x="234" y="2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3"/>
            <p:cNvSpPr/>
            <p:nvPr/>
          </p:nvSpPr>
          <p:spPr>
            <a:xfrm>
              <a:off x="6753822" y="3755793"/>
              <a:ext cx="134675" cy="132473"/>
            </a:xfrm>
            <a:custGeom>
              <a:rect b="b" l="l" r="r" t="t"/>
              <a:pathLst>
                <a:path extrusionOk="0" h="782" w="795">
                  <a:moveTo>
                    <a:pt x="138" y="445"/>
                  </a:moveTo>
                  <a:cubicBezTo>
                    <a:pt x="138" y="445"/>
                    <a:pt x="-61" y="688"/>
                    <a:pt x="18" y="772"/>
                  </a:cubicBezTo>
                  <a:cubicBezTo>
                    <a:pt x="88" y="844"/>
                    <a:pt x="565" y="500"/>
                    <a:pt x="748" y="313"/>
                  </a:cubicBezTo>
                  <a:cubicBezTo>
                    <a:pt x="932" y="127"/>
                    <a:pt x="521" y="-3"/>
                    <a:pt x="483" y="0"/>
                  </a:cubicBezTo>
                  <a:cubicBezTo>
                    <a:pt x="446" y="3"/>
                    <a:pt x="138" y="445"/>
                    <a:pt x="138" y="4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3"/>
            <p:cNvSpPr/>
            <p:nvPr/>
          </p:nvSpPr>
          <p:spPr>
            <a:xfrm>
              <a:off x="6468718" y="3330255"/>
              <a:ext cx="127052" cy="525656"/>
            </a:xfrm>
            <a:custGeom>
              <a:rect b="b" l="l" r="r" t="t"/>
              <a:pathLst>
                <a:path extrusionOk="0" h="3103" w="750">
                  <a:moveTo>
                    <a:pt x="123" y="310"/>
                  </a:moveTo>
                  <a:cubicBezTo>
                    <a:pt x="123" y="310"/>
                    <a:pt x="195" y="1414"/>
                    <a:pt x="284" y="2025"/>
                  </a:cubicBezTo>
                  <a:cubicBezTo>
                    <a:pt x="374" y="2635"/>
                    <a:pt x="334" y="2806"/>
                    <a:pt x="334" y="2806"/>
                  </a:cubicBezTo>
                  <a:cubicBezTo>
                    <a:pt x="334" y="2806"/>
                    <a:pt x="-57" y="3048"/>
                    <a:pt x="6" y="3093"/>
                  </a:cubicBezTo>
                  <a:cubicBezTo>
                    <a:pt x="69" y="3138"/>
                    <a:pt x="401" y="3026"/>
                    <a:pt x="500" y="2927"/>
                  </a:cubicBezTo>
                  <a:cubicBezTo>
                    <a:pt x="599" y="2828"/>
                    <a:pt x="554" y="2765"/>
                    <a:pt x="554" y="2765"/>
                  </a:cubicBezTo>
                  <a:cubicBezTo>
                    <a:pt x="554" y="2765"/>
                    <a:pt x="706" y="1450"/>
                    <a:pt x="742" y="1001"/>
                  </a:cubicBezTo>
                  <a:cubicBezTo>
                    <a:pt x="778" y="553"/>
                    <a:pt x="679" y="167"/>
                    <a:pt x="679" y="167"/>
                  </a:cubicBezTo>
                  <a:cubicBezTo>
                    <a:pt x="679" y="167"/>
                    <a:pt x="410" y="-58"/>
                    <a:pt x="302" y="14"/>
                  </a:cubicBezTo>
                  <a:cubicBezTo>
                    <a:pt x="195" y="86"/>
                    <a:pt x="123" y="310"/>
                    <a:pt x="123" y="310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3"/>
            <p:cNvSpPr/>
            <p:nvPr/>
          </p:nvSpPr>
          <p:spPr>
            <a:xfrm>
              <a:off x="6635579" y="3333304"/>
              <a:ext cx="215819" cy="515661"/>
            </a:xfrm>
            <a:custGeom>
              <a:rect b="b" l="l" r="r" t="t"/>
              <a:pathLst>
                <a:path extrusionOk="0" h="3044" w="1274">
                  <a:moveTo>
                    <a:pt x="0" y="381"/>
                  </a:moveTo>
                  <a:cubicBezTo>
                    <a:pt x="0" y="381"/>
                    <a:pt x="435" y="1398"/>
                    <a:pt x="723" y="1943"/>
                  </a:cubicBezTo>
                  <a:cubicBezTo>
                    <a:pt x="1011" y="2489"/>
                    <a:pt x="1023" y="2644"/>
                    <a:pt x="1023" y="2644"/>
                  </a:cubicBezTo>
                  <a:cubicBezTo>
                    <a:pt x="1023" y="2644"/>
                    <a:pt x="743" y="3022"/>
                    <a:pt x="817" y="3043"/>
                  </a:cubicBezTo>
                  <a:cubicBezTo>
                    <a:pt x="891" y="3064"/>
                    <a:pt x="1196" y="2792"/>
                    <a:pt x="1256" y="2666"/>
                  </a:cubicBezTo>
                  <a:cubicBezTo>
                    <a:pt x="1316" y="2540"/>
                    <a:pt x="1202" y="2488"/>
                    <a:pt x="1202" y="2488"/>
                  </a:cubicBezTo>
                  <a:cubicBezTo>
                    <a:pt x="1202" y="2488"/>
                    <a:pt x="930" y="1261"/>
                    <a:pt x="814" y="826"/>
                  </a:cubicBezTo>
                  <a:cubicBezTo>
                    <a:pt x="698" y="391"/>
                    <a:pt x="476" y="60"/>
                    <a:pt x="476" y="60"/>
                  </a:cubicBezTo>
                  <a:cubicBezTo>
                    <a:pt x="476" y="60"/>
                    <a:pt x="148" y="-62"/>
                    <a:pt x="70" y="42"/>
                  </a:cubicBezTo>
                  <a:cubicBezTo>
                    <a:pt x="-7" y="145"/>
                    <a:pt x="0" y="381"/>
                    <a:pt x="0" y="381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3"/>
            <p:cNvSpPr/>
            <p:nvPr/>
          </p:nvSpPr>
          <p:spPr>
            <a:xfrm>
              <a:off x="6461772" y="3011778"/>
              <a:ext cx="334909" cy="409107"/>
            </a:xfrm>
            <a:custGeom>
              <a:rect b="b" l="l" r="r" t="t"/>
              <a:pathLst>
                <a:path extrusionOk="0" h="2415" w="1977">
                  <a:moveTo>
                    <a:pt x="231" y="45"/>
                  </a:moveTo>
                  <a:cubicBezTo>
                    <a:pt x="231" y="45"/>
                    <a:pt x="20" y="243"/>
                    <a:pt x="2" y="1050"/>
                  </a:cubicBezTo>
                  <a:cubicBezTo>
                    <a:pt x="-16" y="1858"/>
                    <a:pt x="65" y="2415"/>
                    <a:pt x="65" y="2415"/>
                  </a:cubicBezTo>
                  <a:lnTo>
                    <a:pt x="1977" y="2415"/>
                  </a:lnTo>
                  <a:cubicBezTo>
                    <a:pt x="1977" y="2415"/>
                    <a:pt x="1888" y="1500"/>
                    <a:pt x="1771" y="961"/>
                  </a:cubicBezTo>
                  <a:cubicBezTo>
                    <a:pt x="1655" y="423"/>
                    <a:pt x="1268" y="0"/>
                    <a:pt x="1268" y="0"/>
                  </a:cubicBezTo>
                  <a:lnTo>
                    <a:pt x="231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3"/>
            <p:cNvSpPr/>
            <p:nvPr/>
          </p:nvSpPr>
          <p:spPr>
            <a:xfrm>
              <a:off x="6294063" y="2649088"/>
              <a:ext cx="274093" cy="311023"/>
            </a:xfrm>
            <a:custGeom>
              <a:rect b="b" l="l" r="r" t="t"/>
              <a:pathLst>
                <a:path extrusionOk="0" h="1836" w="1618">
                  <a:moveTo>
                    <a:pt x="1597" y="0"/>
                  </a:moveTo>
                  <a:cubicBezTo>
                    <a:pt x="1597" y="0"/>
                    <a:pt x="1190" y="54"/>
                    <a:pt x="968" y="455"/>
                  </a:cubicBezTo>
                  <a:cubicBezTo>
                    <a:pt x="776" y="804"/>
                    <a:pt x="371" y="1405"/>
                    <a:pt x="371" y="1405"/>
                  </a:cubicBezTo>
                  <a:lnTo>
                    <a:pt x="0" y="1621"/>
                  </a:lnTo>
                  <a:lnTo>
                    <a:pt x="156" y="1836"/>
                  </a:lnTo>
                  <a:cubicBezTo>
                    <a:pt x="156" y="1836"/>
                    <a:pt x="682" y="1669"/>
                    <a:pt x="944" y="1489"/>
                  </a:cubicBezTo>
                  <a:cubicBezTo>
                    <a:pt x="1208" y="1310"/>
                    <a:pt x="1603" y="222"/>
                    <a:pt x="1615" y="132"/>
                  </a:cubicBezTo>
                  <a:cubicBezTo>
                    <a:pt x="1627" y="42"/>
                    <a:pt x="1597" y="0"/>
                    <a:pt x="15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3"/>
            <p:cNvSpPr/>
            <p:nvPr/>
          </p:nvSpPr>
          <p:spPr>
            <a:xfrm>
              <a:off x="6539359" y="2432423"/>
              <a:ext cx="287476" cy="352357"/>
            </a:xfrm>
            <a:custGeom>
              <a:rect b="b" l="l" r="r" t="t"/>
              <a:pathLst>
                <a:path extrusionOk="0" h="2080" w="1697">
                  <a:moveTo>
                    <a:pt x="173" y="284"/>
                  </a:moveTo>
                  <a:cubicBezTo>
                    <a:pt x="173" y="284"/>
                    <a:pt x="285" y="-75"/>
                    <a:pt x="662" y="15"/>
                  </a:cubicBezTo>
                  <a:cubicBezTo>
                    <a:pt x="1039" y="105"/>
                    <a:pt x="1016" y="513"/>
                    <a:pt x="1112" y="591"/>
                  </a:cubicBezTo>
                  <a:cubicBezTo>
                    <a:pt x="1208" y="669"/>
                    <a:pt x="1553" y="773"/>
                    <a:pt x="1651" y="1040"/>
                  </a:cubicBezTo>
                  <a:cubicBezTo>
                    <a:pt x="1743" y="1294"/>
                    <a:pt x="1726" y="1725"/>
                    <a:pt x="1322" y="1953"/>
                  </a:cubicBezTo>
                  <a:cubicBezTo>
                    <a:pt x="837" y="2227"/>
                    <a:pt x="119" y="2014"/>
                    <a:pt x="59" y="1704"/>
                  </a:cubicBezTo>
                  <a:cubicBezTo>
                    <a:pt x="-1" y="1393"/>
                    <a:pt x="-43" y="944"/>
                    <a:pt x="71" y="711"/>
                  </a:cubicBezTo>
                  <a:cubicBezTo>
                    <a:pt x="185" y="477"/>
                    <a:pt x="173" y="284"/>
                    <a:pt x="173" y="2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3"/>
            <p:cNvSpPr/>
            <p:nvPr/>
          </p:nvSpPr>
          <p:spPr>
            <a:xfrm>
              <a:off x="6490232" y="2648410"/>
              <a:ext cx="266978" cy="381664"/>
            </a:xfrm>
            <a:custGeom>
              <a:rect b="b" l="l" r="r" t="t"/>
              <a:pathLst>
                <a:path extrusionOk="0" h="2253" w="1576">
                  <a:moveTo>
                    <a:pt x="297" y="51"/>
                  </a:moveTo>
                  <a:cubicBezTo>
                    <a:pt x="247" y="104"/>
                    <a:pt x="63" y="472"/>
                    <a:pt x="14" y="745"/>
                  </a:cubicBezTo>
                  <a:cubicBezTo>
                    <a:pt x="-36" y="1019"/>
                    <a:pt x="63" y="2190"/>
                    <a:pt x="63" y="2190"/>
                  </a:cubicBezTo>
                  <a:lnTo>
                    <a:pt x="1163" y="2253"/>
                  </a:lnTo>
                  <a:cubicBezTo>
                    <a:pt x="1163" y="2253"/>
                    <a:pt x="1311" y="884"/>
                    <a:pt x="1360" y="772"/>
                  </a:cubicBezTo>
                  <a:cubicBezTo>
                    <a:pt x="1410" y="660"/>
                    <a:pt x="1576" y="241"/>
                    <a:pt x="1576" y="241"/>
                  </a:cubicBezTo>
                  <a:cubicBezTo>
                    <a:pt x="1576" y="241"/>
                    <a:pt x="1369" y="79"/>
                    <a:pt x="1001" y="28"/>
                  </a:cubicBezTo>
                  <a:cubicBezTo>
                    <a:pt x="669" y="-18"/>
                    <a:pt x="346" y="-3"/>
                    <a:pt x="297" y="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3"/>
            <p:cNvSpPr/>
            <p:nvPr/>
          </p:nvSpPr>
          <p:spPr>
            <a:xfrm>
              <a:off x="6535801" y="2439199"/>
              <a:ext cx="137385" cy="174146"/>
            </a:xfrm>
            <a:custGeom>
              <a:rect b="b" l="l" r="r" t="t"/>
              <a:pathLst>
                <a:path extrusionOk="0" h="1028" w="811">
                  <a:moveTo>
                    <a:pt x="773" y="646"/>
                  </a:moveTo>
                  <a:cubicBezTo>
                    <a:pt x="773" y="646"/>
                    <a:pt x="615" y="998"/>
                    <a:pt x="314" y="1026"/>
                  </a:cubicBezTo>
                  <a:cubicBezTo>
                    <a:pt x="14" y="1055"/>
                    <a:pt x="-36" y="818"/>
                    <a:pt x="19" y="590"/>
                  </a:cubicBezTo>
                  <a:cubicBezTo>
                    <a:pt x="88" y="304"/>
                    <a:pt x="379" y="-7"/>
                    <a:pt x="474" y="1"/>
                  </a:cubicBezTo>
                  <a:cubicBezTo>
                    <a:pt x="570" y="9"/>
                    <a:pt x="799" y="345"/>
                    <a:pt x="809" y="443"/>
                  </a:cubicBezTo>
                  <a:cubicBezTo>
                    <a:pt x="818" y="541"/>
                    <a:pt x="773" y="646"/>
                    <a:pt x="773" y="646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3"/>
            <p:cNvSpPr/>
            <p:nvPr/>
          </p:nvSpPr>
          <p:spPr>
            <a:xfrm>
              <a:off x="6543763" y="2552359"/>
              <a:ext cx="136030" cy="168725"/>
            </a:xfrm>
            <a:custGeom>
              <a:rect b="b" l="l" r="r" t="t"/>
              <a:pathLst>
                <a:path extrusionOk="0" h="996" w="803">
                  <a:moveTo>
                    <a:pt x="697" y="0"/>
                  </a:moveTo>
                  <a:cubicBezTo>
                    <a:pt x="697" y="0"/>
                    <a:pt x="548" y="425"/>
                    <a:pt x="524" y="520"/>
                  </a:cubicBezTo>
                  <a:cubicBezTo>
                    <a:pt x="500" y="616"/>
                    <a:pt x="530" y="634"/>
                    <a:pt x="530" y="634"/>
                  </a:cubicBezTo>
                  <a:cubicBezTo>
                    <a:pt x="530" y="634"/>
                    <a:pt x="820" y="650"/>
                    <a:pt x="802" y="698"/>
                  </a:cubicBezTo>
                  <a:cubicBezTo>
                    <a:pt x="784" y="746"/>
                    <a:pt x="429" y="1070"/>
                    <a:pt x="189" y="981"/>
                  </a:cubicBezTo>
                  <a:cubicBezTo>
                    <a:pt x="-50" y="891"/>
                    <a:pt x="3" y="690"/>
                    <a:pt x="9" y="654"/>
                  </a:cubicBezTo>
                  <a:cubicBezTo>
                    <a:pt x="15" y="618"/>
                    <a:pt x="21" y="617"/>
                    <a:pt x="21" y="617"/>
                  </a:cubicBezTo>
                  <a:lnTo>
                    <a:pt x="183" y="598"/>
                  </a:lnTo>
                  <a:cubicBezTo>
                    <a:pt x="183" y="598"/>
                    <a:pt x="314" y="119"/>
                    <a:pt x="356" y="77"/>
                  </a:cubicBezTo>
                  <a:cubicBezTo>
                    <a:pt x="398" y="36"/>
                    <a:pt x="697" y="0"/>
                    <a:pt x="697" y="0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3"/>
            <p:cNvSpPr/>
            <p:nvPr/>
          </p:nvSpPr>
          <p:spPr>
            <a:xfrm>
              <a:off x="6568326" y="2435302"/>
              <a:ext cx="119090" cy="130609"/>
            </a:xfrm>
            <a:custGeom>
              <a:rect b="b" l="l" r="r" t="t"/>
              <a:pathLst>
                <a:path extrusionOk="0" h="771" w="703">
                  <a:moveTo>
                    <a:pt x="0" y="257"/>
                  </a:moveTo>
                  <a:cubicBezTo>
                    <a:pt x="0" y="257"/>
                    <a:pt x="85" y="178"/>
                    <a:pt x="183" y="137"/>
                  </a:cubicBezTo>
                  <a:cubicBezTo>
                    <a:pt x="263" y="105"/>
                    <a:pt x="311" y="115"/>
                    <a:pt x="311" y="115"/>
                  </a:cubicBezTo>
                  <a:cubicBezTo>
                    <a:pt x="311" y="115"/>
                    <a:pt x="434" y="324"/>
                    <a:pt x="461" y="424"/>
                  </a:cubicBezTo>
                  <a:cubicBezTo>
                    <a:pt x="503" y="581"/>
                    <a:pt x="501" y="771"/>
                    <a:pt x="501" y="771"/>
                  </a:cubicBezTo>
                  <a:cubicBezTo>
                    <a:pt x="501" y="771"/>
                    <a:pt x="670" y="716"/>
                    <a:pt x="697" y="635"/>
                  </a:cubicBezTo>
                  <a:cubicBezTo>
                    <a:pt x="724" y="555"/>
                    <a:pt x="648" y="151"/>
                    <a:pt x="527" y="83"/>
                  </a:cubicBezTo>
                  <a:cubicBezTo>
                    <a:pt x="406" y="16"/>
                    <a:pt x="325" y="-24"/>
                    <a:pt x="222" y="16"/>
                  </a:cubicBezTo>
                  <a:cubicBezTo>
                    <a:pt x="118" y="56"/>
                    <a:pt x="0" y="257"/>
                    <a:pt x="0" y="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3"/>
            <p:cNvSpPr/>
            <p:nvPr/>
          </p:nvSpPr>
          <p:spPr>
            <a:xfrm>
              <a:off x="6644727" y="2552359"/>
              <a:ext cx="43028" cy="29984"/>
            </a:xfrm>
            <a:custGeom>
              <a:rect b="b" l="l" r="r" t="t"/>
              <a:pathLst>
                <a:path extrusionOk="0" h="177" w="254">
                  <a:moveTo>
                    <a:pt x="77" y="153"/>
                  </a:moveTo>
                  <a:cubicBezTo>
                    <a:pt x="77" y="153"/>
                    <a:pt x="215" y="219"/>
                    <a:pt x="245" y="135"/>
                  </a:cubicBezTo>
                  <a:cubicBezTo>
                    <a:pt x="275" y="51"/>
                    <a:pt x="221" y="-15"/>
                    <a:pt x="137" y="3"/>
                  </a:cubicBezTo>
                  <a:cubicBezTo>
                    <a:pt x="54" y="21"/>
                    <a:pt x="0" y="111"/>
                    <a:pt x="0" y="111"/>
                  </a:cubicBezTo>
                  <a:lnTo>
                    <a:pt x="77" y="153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18700" lIns="90000" spcFirstLastPara="1" rIns="90000" wrap="square" tIns="18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3"/>
            <p:cNvSpPr/>
            <p:nvPr/>
          </p:nvSpPr>
          <p:spPr>
            <a:xfrm>
              <a:off x="6094338" y="2674498"/>
              <a:ext cx="147550" cy="159408"/>
            </a:xfrm>
            <a:custGeom>
              <a:rect b="b" l="l" r="r" t="t"/>
              <a:pathLst>
                <a:path extrusionOk="0" h="941" w="871">
                  <a:moveTo>
                    <a:pt x="377" y="0"/>
                  </a:moveTo>
                  <a:lnTo>
                    <a:pt x="871" y="269"/>
                  </a:lnTo>
                  <a:lnTo>
                    <a:pt x="557" y="941"/>
                  </a:lnTo>
                  <a:lnTo>
                    <a:pt x="0" y="618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3"/>
            <p:cNvSpPr/>
            <p:nvPr/>
          </p:nvSpPr>
          <p:spPr>
            <a:xfrm>
              <a:off x="6153120" y="2688559"/>
              <a:ext cx="786536" cy="512781"/>
            </a:xfrm>
            <a:custGeom>
              <a:rect b="b" l="l" r="r" t="t"/>
              <a:pathLst>
                <a:path extrusionOk="0" h="3027" w="4643">
                  <a:moveTo>
                    <a:pt x="467" y="0"/>
                  </a:moveTo>
                  <a:lnTo>
                    <a:pt x="0" y="885"/>
                  </a:lnTo>
                  <a:lnTo>
                    <a:pt x="4152" y="3027"/>
                  </a:lnTo>
                  <a:cubicBezTo>
                    <a:pt x="4152" y="3027"/>
                    <a:pt x="4410" y="3042"/>
                    <a:pt x="4580" y="2689"/>
                  </a:cubicBezTo>
                  <a:cubicBezTo>
                    <a:pt x="4764" y="2308"/>
                    <a:pt x="4487" y="2130"/>
                    <a:pt x="4487" y="2130"/>
                  </a:cubicBezTo>
                  <a:lnTo>
                    <a:pt x="4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3"/>
            <p:cNvSpPr/>
            <p:nvPr/>
          </p:nvSpPr>
          <p:spPr>
            <a:xfrm>
              <a:off x="5300516" y="2114793"/>
              <a:ext cx="881909" cy="881909"/>
            </a:xfrm>
            <a:custGeom>
              <a:rect b="b" l="l" r="r" t="t"/>
              <a:pathLst>
                <a:path extrusionOk="0" h="5206" w="5206">
                  <a:moveTo>
                    <a:pt x="2736" y="4"/>
                  </a:moveTo>
                  <a:cubicBezTo>
                    <a:pt x="1301" y="-69"/>
                    <a:pt x="77" y="1035"/>
                    <a:pt x="4" y="2471"/>
                  </a:cubicBezTo>
                  <a:cubicBezTo>
                    <a:pt x="-69" y="3906"/>
                    <a:pt x="1035" y="5129"/>
                    <a:pt x="2471" y="5202"/>
                  </a:cubicBezTo>
                  <a:cubicBezTo>
                    <a:pt x="3907" y="5275"/>
                    <a:pt x="5130" y="4171"/>
                    <a:pt x="5203" y="2736"/>
                  </a:cubicBezTo>
                  <a:cubicBezTo>
                    <a:pt x="5277" y="1301"/>
                    <a:pt x="4172" y="77"/>
                    <a:pt x="2736" y="4"/>
                  </a:cubicBezTo>
                  <a:moveTo>
                    <a:pt x="2500" y="4629"/>
                  </a:moveTo>
                  <a:cubicBezTo>
                    <a:pt x="1382" y="4571"/>
                    <a:pt x="521" y="3619"/>
                    <a:pt x="578" y="2500"/>
                  </a:cubicBezTo>
                  <a:cubicBezTo>
                    <a:pt x="635" y="1381"/>
                    <a:pt x="1588" y="521"/>
                    <a:pt x="2707" y="578"/>
                  </a:cubicBezTo>
                  <a:cubicBezTo>
                    <a:pt x="3826" y="635"/>
                    <a:pt x="4687" y="1588"/>
                    <a:pt x="4630" y="2707"/>
                  </a:cubicBezTo>
                  <a:cubicBezTo>
                    <a:pt x="4573" y="3825"/>
                    <a:pt x="3619" y="4686"/>
                    <a:pt x="2500" y="46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3"/>
            <p:cNvSpPr/>
            <p:nvPr/>
          </p:nvSpPr>
          <p:spPr>
            <a:xfrm>
              <a:off x="6265265" y="2891503"/>
              <a:ext cx="83007" cy="75384"/>
            </a:xfrm>
            <a:custGeom>
              <a:rect b="b" l="l" r="r" t="t"/>
              <a:pathLst>
                <a:path extrusionOk="0" h="445" w="490">
                  <a:moveTo>
                    <a:pt x="9" y="163"/>
                  </a:moveTo>
                  <a:cubicBezTo>
                    <a:pt x="64" y="69"/>
                    <a:pt x="261" y="-60"/>
                    <a:pt x="423" y="30"/>
                  </a:cubicBezTo>
                  <a:cubicBezTo>
                    <a:pt x="585" y="121"/>
                    <a:pt x="423" y="451"/>
                    <a:pt x="261" y="444"/>
                  </a:cubicBezTo>
                  <a:cubicBezTo>
                    <a:pt x="100" y="438"/>
                    <a:pt x="-36" y="240"/>
                    <a:pt x="9" y="163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3"/>
            <p:cNvSpPr/>
            <p:nvPr/>
          </p:nvSpPr>
          <p:spPr>
            <a:xfrm>
              <a:off x="6722483" y="3117485"/>
              <a:ext cx="80466" cy="76909"/>
            </a:xfrm>
            <a:custGeom>
              <a:rect b="b" l="l" r="r" t="t"/>
              <a:pathLst>
                <a:path extrusionOk="0" h="454" w="475">
                  <a:moveTo>
                    <a:pt x="472" y="216"/>
                  </a:moveTo>
                  <a:cubicBezTo>
                    <a:pt x="442" y="320"/>
                    <a:pt x="282" y="494"/>
                    <a:pt x="103" y="445"/>
                  </a:cubicBezTo>
                  <a:cubicBezTo>
                    <a:pt x="-76" y="397"/>
                    <a:pt x="1" y="38"/>
                    <a:pt x="159" y="4"/>
                  </a:cubicBezTo>
                  <a:cubicBezTo>
                    <a:pt x="317" y="-29"/>
                    <a:pt x="497" y="129"/>
                    <a:pt x="472" y="216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3"/>
            <p:cNvSpPr/>
            <p:nvPr/>
          </p:nvSpPr>
          <p:spPr>
            <a:xfrm>
              <a:off x="6751112" y="3084791"/>
              <a:ext cx="71488" cy="72674"/>
            </a:xfrm>
            <a:custGeom>
              <a:rect b="b" l="l" r="r" t="t"/>
              <a:pathLst>
                <a:path extrusionOk="0" h="429" w="422">
                  <a:moveTo>
                    <a:pt x="0" y="265"/>
                  </a:moveTo>
                  <a:lnTo>
                    <a:pt x="170" y="0"/>
                  </a:lnTo>
                  <a:lnTo>
                    <a:pt x="422" y="117"/>
                  </a:lnTo>
                  <a:cubicBezTo>
                    <a:pt x="422" y="117"/>
                    <a:pt x="323" y="337"/>
                    <a:pt x="269" y="413"/>
                  </a:cubicBezTo>
                  <a:cubicBezTo>
                    <a:pt x="215" y="489"/>
                    <a:pt x="0" y="265"/>
                    <a:pt x="0" y="265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3"/>
            <p:cNvSpPr/>
            <p:nvPr/>
          </p:nvSpPr>
          <p:spPr>
            <a:xfrm>
              <a:off x="6669968" y="2662301"/>
              <a:ext cx="230049" cy="471108"/>
            </a:xfrm>
            <a:custGeom>
              <a:rect b="b" l="l" r="r" t="t"/>
              <a:pathLst>
                <a:path extrusionOk="0" h="2781" w="1358">
                  <a:moveTo>
                    <a:pt x="162" y="0"/>
                  </a:moveTo>
                  <a:cubicBezTo>
                    <a:pt x="162" y="0"/>
                    <a:pt x="431" y="48"/>
                    <a:pt x="676" y="293"/>
                  </a:cubicBezTo>
                  <a:cubicBezTo>
                    <a:pt x="922" y="537"/>
                    <a:pt x="1359" y="1398"/>
                    <a:pt x="1358" y="1641"/>
                  </a:cubicBezTo>
                  <a:cubicBezTo>
                    <a:pt x="1357" y="1977"/>
                    <a:pt x="880" y="2781"/>
                    <a:pt x="880" y="2781"/>
                  </a:cubicBezTo>
                  <a:lnTo>
                    <a:pt x="563" y="2578"/>
                  </a:lnTo>
                  <a:cubicBezTo>
                    <a:pt x="563" y="2578"/>
                    <a:pt x="838" y="1980"/>
                    <a:pt x="820" y="1650"/>
                  </a:cubicBezTo>
                  <a:cubicBezTo>
                    <a:pt x="802" y="1321"/>
                    <a:pt x="0" y="645"/>
                    <a:pt x="0" y="645"/>
                  </a:cubicBezTo>
                  <a:lnTo>
                    <a:pt x="1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3"/>
            <p:cNvSpPr/>
            <p:nvPr/>
          </p:nvSpPr>
          <p:spPr>
            <a:xfrm>
              <a:off x="8007742" y="3807631"/>
              <a:ext cx="195490" cy="80636"/>
            </a:xfrm>
            <a:custGeom>
              <a:rect b="b" l="l" r="r" t="t"/>
              <a:pathLst>
                <a:path extrusionOk="0" h="476" w="1154">
                  <a:moveTo>
                    <a:pt x="671" y="12"/>
                  </a:moveTo>
                  <a:cubicBezTo>
                    <a:pt x="648" y="47"/>
                    <a:pt x="-12" y="318"/>
                    <a:pt x="0" y="412"/>
                  </a:cubicBezTo>
                  <a:cubicBezTo>
                    <a:pt x="12" y="506"/>
                    <a:pt x="1083" y="483"/>
                    <a:pt x="1142" y="424"/>
                  </a:cubicBezTo>
                  <a:cubicBezTo>
                    <a:pt x="1201" y="365"/>
                    <a:pt x="1024" y="0"/>
                    <a:pt x="1024" y="0"/>
                  </a:cubicBezTo>
                  <a:lnTo>
                    <a:pt x="671" y="1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3"/>
            <p:cNvSpPr/>
            <p:nvPr/>
          </p:nvSpPr>
          <p:spPr>
            <a:xfrm>
              <a:off x="8421423" y="3723099"/>
              <a:ext cx="83177" cy="153648"/>
            </a:xfrm>
            <a:custGeom>
              <a:rect b="b" l="l" r="r" t="t"/>
              <a:pathLst>
                <a:path extrusionOk="0" h="907" w="491">
                  <a:moveTo>
                    <a:pt x="77" y="146"/>
                  </a:moveTo>
                  <a:cubicBezTo>
                    <a:pt x="77" y="146"/>
                    <a:pt x="-49" y="793"/>
                    <a:pt x="22" y="876"/>
                  </a:cubicBezTo>
                  <a:cubicBezTo>
                    <a:pt x="93" y="958"/>
                    <a:pt x="305" y="873"/>
                    <a:pt x="446" y="684"/>
                  </a:cubicBezTo>
                  <a:cubicBezTo>
                    <a:pt x="587" y="496"/>
                    <a:pt x="352" y="0"/>
                    <a:pt x="352" y="0"/>
                  </a:cubicBezTo>
                  <a:lnTo>
                    <a:pt x="77" y="14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3"/>
            <p:cNvSpPr/>
            <p:nvPr/>
          </p:nvSpPr>
          <p:spPr>
            <a:xfrm>
              <a:off x="8051447" y="3087840"/>
              <a:ext cx="438922" cy="733852"/>
            </a:xfrm>
            <a:custGeom>
              <a:rect b="b" l="l" r="r" t="t"/>
              <a:pathLst>
                <a:path extrusionOk="0" h="4332" w="2591">
                  <a:moveTo>
                    <a:pt x="1" y="188"/>
                  </a:moveTo>
                  <a:cubicBezTo>
                    <a:pt x="1" y="188"/>
                    <a:pt x="-14" y="1181"/>
                    <a:pt x="72" y="2284"/>
                  </a:cubicBezTo>
                  <a:cubicBezTo>
                    <a:pt x="166" y="3496"/>
                    <a:pt x="366" y="4332"/>
                    <a:pt x="366" y="4332"/>
                  </a:cubicBezTo>
                  <a:lnTo>
                    <a:pt x="811" y="4311"/>
                  </a:lnTo>
                  <a:cubicBezTo>
                    <a:pt x="811" y="4311"/>
                    <a:pt x="762" y="3510"/>
                    <a:pt x="743" y="2648"/>
                  </a:cubicBezTo>
                  <a:cubicBezTo>
                    <a:pt x="724" y="1786"/>
                    <a:pt x="707" y="800"/>
                    <a:pt x="707" y="800"/>
                  </a:cubicBezTo>
                  <a:cubicBezTo>
                    <a:pt x="707" y="800"/>
                    <a:pt x="919" y="1989"/>
                    <a:pt x="1390" y="2919"/>
                  </a:cubicBezTo>
                  <a:cubicBezTo>
                    <a:pt x="1785" y="3699"/>
                    <a:pt x="2226" y="4037"/>
                    <a:pt x="2226" y="4037"/>
                  </a:cubicBezTo>
                  <a:lnTo>
                    <a:pt x="2591" y="3814"/>
                  </a:lnTo>
                  <a:cubicBezTo>
                    <a:pt x="2591" y="3814"/>
                    <a:pt x="1967" y="2731"/>
                    <a:pt x="1696" y="1789"/>
                  </a:cubicBezTo>
                  <a:cubicBezTo>
                    <a:pt x="1425" y="847"/>
                    <a:pt x="1284" y="0"/>
                    <a:pt x="1284" y="0"/>
                  </a:cubicBezTo>
                  <a:lnTo>
                    <a:pt x="1" y="18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3"/>
            <p:cNvSpPr/>
            <p:nvPr/>
          </p:nvSpPr>
          <p:spPr>
            <a:xfrm>
              <a:off x="7996053" y="2395662"/>
              <a:ext cx="235808" cy="370144"/>
            </a:xfrm>
            <a:custGeom>
              <a:rect b="b" l="l" r="r" t="t"/>
              <a:pathLst>
                <a:path extrusionOk="0" h="2185" w="1392">
                  <a:moveTo>
                    <a:pt x="0" y="15"/>
                  </a:moveTo>
                  <a:cubicBezTo>
                    <a:pt x="0" y="15"/>
                    <a:pt x="-10" y="554"/>
                    <a:pt x="146" y="1107"/>
                  </a:cubicBezTo>
                  <a:cubicBezTo>
                    <a:pt x="303" y="1660"/>
                    <a:pt x="664" y="2185"/>
                    <a:pt x="664" y="2185"/>
                  </a:cubicBezTo>
                  <a:lnTo>
                    <a:pt x="1392" y="2096"/>
                  </a:lnTo>
                  <a:cubicBezTo>
                    <a:pt x="1392" y="2096"/>
                    <a:pt x="843" y="1379"/>
                    <a:pt x="663" y="984"/>
                  </a:cubicBezTo>
                  <a:cubicBezTo>
                    <a:pt x="483" y="588"/>
                    <a:pt x="319" y="0"/>
                    <a:pt x="319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3"/>
            <p:cNvSpPr/>
            <p:nvPr/>
          </p:nvSpPr>
          <p:spPr>
            <a:xfrm>
              <a:off x="8029425" y="2691439"/>
              <a:ext cx="251563" cy="451288"/>
            </a:xfrm>
            <a:custGeom>
              <a:rect b="b" l="l" r="r" t="t"/>
              <a:pathLst>
                <a:path extrusionOk="0" h="2664" w="1485">
                  <a:moveTo>
                    <a:pt x="384" y="134"/>
                  </a:moveTo>
                  <a:cubicBezTo>
                    <a:pt x="384" y="134"/>
                    <a:pt x="22" y="627"/>
                    <a:pt x="5" y="1387"/>
                  </a:cubicBezTo>
                  <a:cubicBezTo>
                    <a:pt x="-13" y="2146"/>
                    <a:pt x="25" y="2658"/>
                    <a:pt x="25" y="2658"/>
                  </a:cubicBezTo>
                  <a:cubicBezTo>
                    <a:pt x="25" y="2658"/>
                    <a:pt x="464" y="2684"/>
                    <a:pt x="826" y="2623"/>
                  </a:cubicBezTo>
                  <a:cubicBezTo>
                    <a:pt x="1179" y="2562"/>
                    <a:pt x="1485" y="2481"/>
                    <a:pt x="1485" y="2481"/>
                  </a:cubicBezTo>
                  <a:cubicBezTo>
                    <a:pt x="1485" y="2481"/>
                    <a:pt x="1355" y="1669"/>
                    <a:pt x="1338" y="1016"/>
                  </a:cubicBezTo>
                  <a:cubicBezTo>
                    <a:pt x="1320" y="363"/>
                    <a:pt x="1196" y="63"/>
                    <a:pt x="985" y="10"/>
                  </a:cubicBezTo>
                  <a:cubicBezTo>
                    <a:pt x="773" y="-43"/>
                    <a:pt x="384" y="134"/>
                    <a:pt x="384" y="1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3"/>
            <p:cNvSpPr/>
            <p:nvPr/>
          </p:nvSpPr>
          <p:spPr>
            <a:xfrm>
              <a:off x="7759736" y="1916423"/>
              <a:ext cx="511426" cy="511596"/>
            </a:xfrm>
            <a:custGeom>
              <a:rect b="b" l="l" r="r" t="t"/>
              <a:pathLst>
                <a:path extrusionOk="0" h="3020" w="3019">
                  <a:moveTo>
                    <a:pt x="3019" y="1510"/>
                  </a:moveTo>
                  <a:cubicBezTo>
                    <a:pt x="3019" y="1775"/>
                    <a:pt x="2950" y="2035"/>
                    <a:pt x="2817" y="2265"/>
                  </a:cubicBezTo>
                  <a:cubicBezTo>
                    <a:pt x="2685" y="2494"/>
                    <a:pt x="2494" y="2685"/>
                    <a:pt x="2264" y="2818"/>
                  </a:cubicBezTo>
                  <a:cubicBezTo>
                    <a:pt x="2035" y="2950"/>
                    <a:pt x="1776" y="3020"/>
                    <a:pt x="1510" y="3020"/>
                  </a:cubicBezTo>
                  <a:cubicBezTo>
                    <a:pt x="1245" y="3020"/>
                    <a:pt x="985" y="2950"/>
                    <a:pt x="755" y="2818"/>
                  </a:cubicBezTo>
                  <a:cubicBezTo>
                    <a:pt x="526" y="2685"/>
                    <a:pt x="335" y="2494"/>
                    <a:pt x="202" y="2265"/>
                  </a:cubicBezTo>
                  <a:cubicBezTo>
                    <a:pt x="70" y="2035"/>
                    <a:pt x="0" y="1775"/>
                    <a:pt x="0" y="1510"/>
                  </a:cubicBezTo>
                  <a:cubicBezTo>
                    <a:pt x="0" y="1245"/>
                    <a:pt x="69" y="985"/>
                    <a:pt x="202" y="755"/>
                  </a:cubicBezTo>
                  <a:cubicBezTo>
                    <a:pt x="334" y="526"/>
                    <a:pt x="526" y="335"/>
                    <a:pt x="755" y="203"/>
                  </a:cubicBezTo>
                  <a:cubicBezTo>
                    <a:pt x="985" y="70"/>
                    <a:pt x="1244" y="0"/>
                    <a:pt x="1510" y="0"/>
                  </a:cubicBezTo>
                  <a:cubicBezTo>
                    <a:pt x="1775" y="0"/>
                    <a:pt x="2035" y="70"/>
                    <a:pt x="2264" y="203"/>
                  </a:cubicBezTo>
                  <a:cubicBezTo>
                    <a:pt x="2494" y="335"/>
                    <a:pt x="2685" y="526"/>
                    <a:pt x="2817" y="755"/>
                  </a:cubicBezTo>
                  <a:cubicBezTo>
                    <a:pt x="2950" y="985"/>
                    <a:pt x="3019" y="1245"/>
                    <a:pt x="3019" y="15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3"/>
            <p:cNvSpPr/>
            <p:nvPr/>
          </p:nvSpPr>
          <p:spPr>
            <a:xfrm>
              <a:off x="7823940" y="1980627"/>
              <a:ext cx="383019" cy="383188"/>
            </a:xfrm>
            <a:custGeom>
              <a:rect b="b" l="l" r="r" t="t"/>
              <a:pathLst>
                <a:path extrusionOk="0" h="2262" w="2261">
                  <a:moveTo>
                    <a:pt x="2261" y="1131"/>
                  </a:moveTo>
                  <a:cubicBezTo>
                    <a:pt x="2261" y="1330"/>
                    <a:pt x="2209" y="1524"/>
                    <a:pt x="2110" y="1696"/>
                  </a:cubicBezTo>
                  <a:cubicBezTo>
                    <a:pt x="2011" y="1867"/>
                    <a:pt x="1868" y="2010"/>
                    <a:pt x="1696" y="2110"/>
                  </a:cubicBezTo>
                  <a:cubicBezTo>
                    <a:pt x="1524" y="2209"/>
                    <a:pt x="1330" y="2262"/>
                    <a:pt x="1131" y="2262"/>
                  </a:cubicBezTo>
                  <a:cubicBezTo>
                    <a:pt x="933" y="2262"/>
                    <a:pt x="737" y="2209"/>
                    <a:pt x="565" y="2110"/>
                  </a:cubicBezTo>
                  <a:cubicBezTo>
                    <a:pt x="393" y="2010"/>
                    <a:pt x="251" y="1867"/>
                    <a:pt x="151" y="1696"/>
                  </a:cubicBezTo>
                  <a:cubicBezTo>
                    <a:pt x="52" y="1524"/>
                    <a:pt x="0" y="1330"/>
                    <a:pt x="0" y="1131"/>
                  </a:cubicBezTo>
                  <a:cubicBezTo>
                    <a:pt x="0" y="933"/>
                    <a:pt x="52" y="738"/>
                    <a:pt x="151" y="566"/>
                  </a:cubicBezTo>
                  <a:cubicBezTo>
                    <a:pt x="251" y="394"/>
                    <a:pt x="393" y="251"/>
                    <a:pt x="565" y="152"/>
                  </a:cubicBezTo>
                  <a:cubicBezTo>
                    <a:pt x="737" y="53"/>
                    <a:pt x="932" y="0"/>
                    <a:pt x="1131" y="0"/>
                  </a:cubicBezTo>
                  <a:cubicBezTo>
                    <a:pt x="1329" y="0"/>
                    <a:pt x="1524" y="53"/>
                    <a:pt x="1696" y="152"/>
                  </a:cubicBezTo>
                  <a:cubicBezTo>
                    <a:pt x="1868" y="251"/>
                    <a:pt x="2011" y="394"/>
                    <a:pt x="2110" y="566"/>
                  </a:cubicBezTo>
                  <a:cubicBezTo>
                    <a:pt x="2209" y="738"/>
                    <a:pt x="2261" y="933"/>
                    <a:pt x="2261" y="11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3"/>
            <p:cNvSpPr txBox="1"/>
            <p:nvPr/>
          </p:nvSpPr>
          <p:spPr>
            <a:xfrm>
              <a:off x="7950483" y="1996550"/>
              <a:ext cx="165900" cy="35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150"/>
                <a:buFont typeface="Arial"/>
                <a:buNone/>
              </a:pPr>
              <a:r>
                <a:t/>
              </a:r>
              <a:endParaRPr b="0" i="0" sz="4150" u="none" cap="none" strike="noStrike">
                <a:solidFill>
                  <a:srgbClr val="DAC6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3"/>
            <p:cNvSpPr txBox="1"/>
            <p:nvPr/>
          </p:nvSpPr>
          <p:spPr>
            <a:xfrm>
              <a:off x="7919438" y="2009713"/>
              <a:ext cx="192000" cy="35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50"/>
                <a:buFont typeface="Arial"/>
                <a:buNone/>
              </a:pPr>
              <a:r>
                <a:rPr b="1" i="0" lang="en-US" sz="2150" u="none" cap="none" strike="noStrike">
                  <a:solidFill>
                    <a:schemeClr val="dk1"/>
                  </a:solidFill>
                  <a:latin typeface="Jost"/>
                  <a:ea typeface="Jost"/>
                  <a:cs typeface="Jost"/>
                  <a:sym typeface="Jost"/>
                </a:rPr>
                <a:t>$</a:t>
              </a:r>
              <a:endParaRPr b="1" i="0" sz="2150" u="none" cap="none" strike="noStrik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521" name="Google Shape;1521;p3"/>
            <p:cNvSpPr/>
            <p:nvPr/>
          </p:nvSpPr>
          <p:spPr>
            <a:xfrm>
              <a:off x="8090241" y="2502724"/>
              <a:ext cx="149582" cy="139757"/>
            </a:xfrm>
            <a:custGeom>
              <a:rect b="b" l="l" r="r" t="t"/>
              <a:pathLst>
                <a:path extrusionOk="0" h="825" w="883">
                  <a:moveTo>
                    <a:pt x="788" y="593"/>
                  </a:moveTo>
                  <a:cubicBezTo>
                    <a:pt x="788" y="593"/>
                    <a:pt x="538" y="878"/>
                    <a:pt x="247" y="817"/>
                  </a:cubicBezTo>
                  <a:cubicBezTo>
                    <a:pt x="-44" y="757"/>
                    <a:pt x="-44" y="509"/>
                    <a:pt x="74" y="311"/>
                  </a:cubicBezTo>
                  <a:cubicBezTo>
                    <a:pt x="222" y="62"/>
                    <a:pt x="607" y="-27"/>
                    <a:pt x="695" y="8"/>
                  </a:cubicBezTo>
                  <a:cubicBezTo>
                    <a:pt x="782" y="43"/>
                    <a:pt x="900" y="317"/>
                    <a:pt x="881" y="412"/>
                  </a:cubicBezTo>
                  <a:cubicBezTo>
                    <a:pt x="861" y="507"/>
                    <a:pt x="788" y="593"/>
                    <a:pt x="788" y="593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3"/>
            <p:cNvSpPr/>
            <p:nvPr/>
          </p:nvSpPr>
          <p:spPr>
            <a:xfrm>
              <a:off x="8109722" y="2586579"/>
              <a:ext cx="91816" cy="133659"/>
            </a:xfrm>
            <a:custGeom>
              <a:rect b="b" l="l" r="r" t="t"/>
              <a:pathLst>
                <a:path extrusionOk="0" h="789" w="542">
                  <a:moveTo>
                    <a:pt x="0" y="789"/>
                  </a:moveTo>
                  <a:cubicBezTo>
                    <a:pt x="91" y="739"/>
                    <a:pt x="193" y="707"/>
                    <a:pt x="295" y="685"/>
                  </a:cubicBezTo>
                  <a:cubicBezTo>
                    <a:pt x="377" y="668"/>
                    <a:pt x="459" y="656"/>
                    <a:pt x="542" y="646"/>
                  </a:cubicBezTo>
                  <a:cubicBezTo>
                    <a:pt x="523" y="550"/>
                    <a:pt x="478" y="311"/>
                    <a:pt x="484" y="200"/>
                  </a:cubicBezTo>
                  <a:cubicBezTo>
                    <a:pt x="491" y="59"/>
                    <a:pt x="491" y="0"/>
                    <a:pt x="491" y="0"/>
                  </a:cubicBezTo>
                  <a:lnTo>
                    <a:pt x="100" y="214"/>
                  </a:lnTo>
                  <a:cubicBezTo>
                    <a:pt x="100" y="214"/>
                    <a:pt x="107" y="362"/>
                    <a:pt x="78" y="539"/>
                  </a:cubicBezTo>
                  <a:cubicBezTo>
                    <a:pt x="61" y="637"/>
                    <a:pt x="27" y="727"/>
                    <a:pt x="0" y="789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3"/>
            <p:cNvSpPr/>
            <p:nvPr/>
          </p:nvSpPr>
          <p:spPr>
            <a:xfrm>
              <a:off x="7771764" y="2288261"/>
              <a:ext cx="110281" cy="203622"/>
            </a:xfrm>
            <a:custGeom>
              <a:rect b="b" l="l" r="r" t="t"/>
              <a:pathLst>
                <a:path extrusionOk="0" h="1202" w="651">
                  <a:moveTo>
                    <a:pt x="528" y="801"/>
                  </a:moveTo>
                  <a:cubicBezTo>
                    <a:pt x="528" y="801"/>
                    <a:pt x="581" y="348"/>
                    <a:pt x="522" y="248"/>
                  </a:cubicBezTo>
                  <a:cubicBezTo>
                    <a:pt x="463" y="148"/>
                    <a:pt x="410" y="437"/>
                    <a:pt x="410" y="437"/>
                  </a:cubicBezTo>
                  <a:cubicBezTo>
                    <a:pt x="410" y="437"/>
                    <a:pt x="122" y="-23"/>
                    <a:pt x="57" y="1"/>
                  </a:cubicBezTo>
                  <a:cubicBezTo>
                    <a:pt x="-8" y="25"/>
                    <a:pt x="-37" y="342"/>
                    <a:pt x="75" y="525"/>
                  </a:cubicBezTo>
                  <a:cubicBezTo>
                    <a:pt x="187" y="707"/>
                    <a:pt x="310" y="813"/>
                    <a:pt x="310" y="813"/>
                  </a:cubicBezTo>
                  <a:cubicBezTo>
                    <a:pt x="310" y="813"/>
                    <a:pt x="304" y="878"/>
                    <a:pt x="310" y="1019"/>
                  </a:cubicBezTo>
                  <a:cubicBezTo>
                    <a:pt x="316" y="1160"/>
                    <a:pt x="334" y="1202"/>
                    <a:pt x="334" y="1202"/>
                  </a:cubicBezTo>
                  <a:lnTo>
                    <a:pt x="651" y="1113"/>
                  </a:lnTo>
                  <a:lnTo>
                    <a:pt x="528" y="801"/>
                  </a:ln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3"/>
            <p:cNvSpPr/>
            <p:nvPr/>
          </p:nvSpPr>
          <p:spPr>
            <a:xfrm>
              <a:off x="8170199" y="2452243"/>
              <a:ext cx="110112" cy="202605"/>
            </a:xfrm>
            <a:custGeom>
              <a:rect b="b" l="l" r="r" t="t"/>
              <a:pathLst>
                <a:path extrusionOk="0" h="1196" w="650">
                  <a:moveTo>
                    <a:pt x="158" y="906"/>
                  </a:moveTo>
                  <a:cubicBezTo>
                    <a:pt x="158" y="906"/>
                    <a:pt x="206" y="685"/>
                    <a:pt x="206" y="610"/>
                  </a:cubicBezTo>
                  <a:cubicBezTo>
                    <a:pt x="206" y="535"/>
                    <a:pt x="-32" y="345"/>
                    <a:pt x="3" y="178"/>
                  </a:cubicBezTo>
                  <a:cubicBezTo>
                    <a:pt x="39" y="10"/>
                    <a:pt x="242" y="-43"/>
                    <a:pt x="334" y="37"/>
                  </a:cubicBezTo>
                  <a:cubicBezTo>
                    <a:pt x="427" y="116"/>
                    <a:pt x="450" y="359"/>
                    <a:pt x="476" y="412"/>
                  </a:cubicBezTo>
                  <a:cubicBezTo>
                    <a:pt x="503" y="465"/>
                    <a:pt x="578" y="416"/>
                    <a:pt x="604" y="509"/>
                  </a:cubicBezTo>
                  <a:cubicBezTo>
                    <a:pt x="631" y="601"/>
                    <a:pt x="574" y="668"/>
                    <a:pt x="613" y="730"/>
                  </a:cubicBezTo>
                  <a:cubicBezTo>
                    <a:pt x="653" y="791"/>
                    <a:pt x="683" y="880"/>
                    <a:pt x="577" y="977"/>
                  </a:cubicBezTo>
                  <a:cubicBezTo>
                    <a:pt x="471" y="1074"/>
                    <a:pt x="233" y="1219"/>
                    <a:pt x="140" y="1193"/>
                  </a:cubicBezTo>
                  <a:cubicBezTo>
                    <a:pt x="48" y="1166"/>
                    <a:pt x="17" y="1074"/>
                    <a:pt x="39" y="1030"/>
                  </a:cubicBezTo>
                  <a:cubicBezTo>
                    <a:pt x="61" y="985"/>
                    <a:pt x="158" y="906"/>
                    <a:pt x="158" y="9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3"/>
            <p:cNvSpPr/>
            <p:nvPr/>
          </p:nvSpPr>
          <p:spPr>
            <a:xfrm>
              <a:off x="8184937" y="2595218"/>
              <a:ext cx="34050" cy="39979"/>
            </a:xfrm>
            <a:custGeom>
              <a:rect b="b" l="l" r="r" t="t"/>
              <a:pathLst>
                <a:path extrusionOk="0" h="236" w="201">
                  <a:moveTo>
                    <a:pt x="39" y="0"/>
                  </a:moveTo>
                  <a:cubicBezTo>
                    <a:pt x="39" y="0"/>
                    <a:pt x="259" y="68"/>
                    <a:pt x="186" y="186"/>
                  </a:cubicBezTo>
                  <a:cubicBezTo>
                    <a:pt x="128" y="279"/>
                    <a:pt x="21" y="232"/>
                    <a:pt x="3" y="130"/>
                  </a:cubicBezTo>
                  <a:cubicBezTo>
                    <a:pt x="-14" y="28"/>
                    <a:pt x="39" y="0"/>
                    <a:pt x="39" y="0"/>
                  </a:cubicBezTo>
                  <a:close/>
                </a:path>
              </a:pathLst>
            </a:custGeom>
            <a:solidFill>
              <a:srgbClr val="6D503F"/>
            </a:solidFill>
            <a:ln>
              <a:noFill/>
            </a:ln>
          </p:spPr>
          <p:txBody>
            <a:bodyPr anchorCtr="1" anchor="ctr" bIns="39950" lIns="90000" spcFirstLastPara="1" rIns="90000" wrap="square" tIns="399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3"/>
            <p:cNvSpPr/>
            <p:nvPr/>
          </p:nvSpPr>
          <p:spPr>
            <a:xfrm>
              <a:off x="7950473" y="2358620"/>
              <a:ext cx="327963" cy="429098"/>
            </a:xfrm>
            <a:custGeom>
              <a:rect b="b" l="l" r="r" t="t"/>
              <a:pathLst>
                <a:path extrusionOk="0" h="2533" w="1936">
                  <a:moveTo>
                    <a:pt x="302" y="0"/>
                  </a:moveTo>
                  <a:cubicBezTo>
                    <a:pt x="302" y="0"/>
                    <a:pt x="470" y="645"/>
                    <a:pt x="823" y="1121"/>
                  </a:cubicBezTo>
                  <a:cubicBezTo>
                    <a:pt x="1176" y="1598"/>
                    <a:pt x="1936" y="1650"/>
                    <a:pt x="1936" y="1650"/>
                  </a:cubicBezTo>
                  <a:lnTo>
                    <a:pt x="1468" y="2533"/>
                  </a:lnTo>
                  <a:cubicBezTo>
                    <a:pt x="1468" y="2533"/>
                    <a:pt x="561" y="1903"/>
                    <a:pt x="252" y="1348"/>
                  </a:cubicBezTo>
                  <a:cubicBezTo>
                    <a:pt x="-57" y="792"/>
                    <a:pt x="5" y="59"/>
                    <a:pt x="5" y="59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7" name="Google Shape;1527;p3"/>
          <p:cNvGrpSpPr/>
          <p:nvPr/>
        </p:nvGrpSpPr>
        <p:grpSpPr>
          <a:xfrm>
            <a:off x="7202384" y="1191021"/>
            <a:ext cx="1294884" cy="799074"/>
            <a:chOff x="6253004" y="2448603"/>
            <a:chExt cx="1119851" cy="691061"/>
          </a:xfrm>
        </p:grpSpPr>
        <p:sp>
          <p:nvSpPr>
            <p:cNvPr id="1528" name="Google Shape;1528;p3"/>
            <p:cNvSpPr/>
            <p:nvPr/>
          </p:nvSpPr>
          <p:spPr>
            <a:xfrm>
              <a:off x="6253004" y="2448603"/>
              <a:ext cx="1119851" cy="691061"/>
            </a:xfrm>
            <a:custGeom>
              <a:rect b="b" l="l" r="r" t="t"/>
              <a:pathLst>
                <a:path extrusionOk="0" h="510951" w="827986">
                  <a:moveTo>
                    <a:pt x="797368" y="67956"/>
                  </a:moveTo>
                  <a:lnTo>
                    <a:pt x="72014" y="148"/>
                  </a:lnTo>
                  <a:cubicBezTo>
                    <a:pt x="53455" y="-1584"/>
                    <a:pt x="37002" y="12051"/>
                    <a:pt x="35262" y="30610"/>
                  </a:cubicBezTo>
                  <a:lnTo>
                    <a:pt x="148" y="406243"/>
                  </a:lnTo>
                  <a:cubicBezTo>
                    <a:pt x="-1584" y="424803"/>
                    <a:pt x="12051" y="441255"/>
                    <a:pt x="30618" y="442996"/>
                  </a:cubicBezTo>
                  <a:lnTo>
                    <a:pt x="755972" y="510803"/>
                  </a:lnTo>
                  <a:cubicBezTo>
                    <a:pt x="774532" y="512536"/>
                    <a:pt x="790984" y="498901"/>
                    <a:pt x="792725" y="480341"/>
                  </a:cubicBezTo>
                  <a:lnTo>
                    <a:pt x="827838" y="104708"/>
                  </a:lnTo>
                  <a:cubicBezTo>
                    <a:pt x="829571" y="86149"/>
                    <a:pt x="815936" y="69696"/>
                    <a:pt x="797368" y="679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9" name="Google Shape;1529;p3"/>
            <p:cNvGrpSpPr/>
            <p:nvPr/>
          </p:nvGrpSpPr>
          <p:grpSpPr>
            <a:xfrm>
              <a:off x="6360010" y="2567044"/>
              <a:ext cx="250728" cy="175575"/>
              <a:chOff x="6360010" y="3405244"/>
              <a:chExt cx="250728" cy="175575"/>
            </a:xfrm>
          </p:grpSpPr>
          <p:sp>
            <p:nvSpPr>
              <p:cNvPr id="1530" name="Google Shape;1530;p3"/>
              <p:cNvSpPr/>
              <p:nvPr/>
            </p:nvSpPr>
            <p:spPr>
              <a:xfrm>
                <a:off x="6360010" y="3405244"/>
                <a:ext cx="250728" cy="175575"/>
              </a:xfrm>
              <a:custGeom>
                <a:rect b="b" l="l" r="r" t="t"/>
                <a:pathLst>
                  <a:path extrusionOk="0" h="129786" w="185340">
                    <a:moveTo>
                      <a:pt x="176313" y="14677"/>
                    </a:moveTo>
                    <a:lnTo>
                      <a:pt x="19781" y="43"/>
                    </a:lnTo>
                    <a:cubicBezTo>
                      <a:pt x="14310" y="-464"/>
                      <a:pt x="9463" y="3555"/>
                      <a:pt x="8948" y="9019"/>
                    </a:cubicBezTo>
                    <a:lnTo>
                      <a:pt x="43" y="104275"/>
                    </a:lnTo>
                    <a:cubicBezTo>
                      <a:pt x="-464" y="109746"/>
                      <a:pt x="3555" y="114593"/>
                      <a:pt x="9026" y="115108"/>
                    </a:cubicBezTo>
                    <a:lnTo>
                      <a:pt x="165558" y="129742"/>
                    </a:lnTo>
                    <a:cubicBezTo>
                      <a:pt x="171029" y="130257"/>
                      <a:pt x="175876" y="126230"/>
                      <a:pt x="176391" y="120759"/>
                    </a:cubicBezTo>
                    <a:lnTo>
                      <a:pt x="185296" y="25502"/>
                    </a:lnTo>
                    <a:cubicBezTo>
                      <a:pt x="185811" y="20031"/>
                      <a:pt x="181784" y="15184"/>
                      <a:pt x="176320" y="146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3"/>
              <p:cNvSpPr/>
              <p:nvPr/>
            </p:nvSpPr>
            <p:spPr>
              <a:xfrm rot="318674">
                <a:off x="6449581" y="3457179"/>
                <a:ext cx="71607" cy="71607"/>
              </a:xfrm>
              <a:custGeom>
                <a:rect b="b" l="l" r="r" t="t"/>
                <a:pathLst>
                  <a:path extrusionOk="0" h="52970" w="52970">
                    <a:moveTo>
                      <a:pt x="0" y="0"/>
                    </a:moveTo>
                    <a:lnTo>
                      <a:pt x="52971" y="0"/>
                    </a:lnTo>
                    <a:lnTo>
                      <a:pt x="52971" y="52971"/>
                    </a:lnTo>
                    <a:lnTo>
                      <a:pt x="0" y="5297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3"/>
              <p:cNvSpPr/>
              <p:nvPr/>
            </p:nvSpPr>
            <p:spPr>
              <a:xfrm>
                <a:off x="6364703" y="3496769"/>
                <a:ext cx="83610" cy="7812"/>
              </a:xfrm>
              <a:custGeom>
                <a:rect b="b" l="l" r="r" t="t"/>
                <a:pathLst>
                  <a:path extrusionOk="0" h="5775" w="61805">
                    <a:moveTo>
                      <a:pt x="0" y="0"/>
                    </a:moveTo>
                    <a:lnTo>
                      <a:pt x="61805" y="5776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3"/>
              <p:cNvSpPr/>
              <p:nvPr/>
            </p:nvSpPr>
            <p:spPr>
              <a:xfrm>
                <a:off x="6367491" y="3466996"/>
                <a:ext cx="83599" cy="7823"/>
              </a:xfrm>
              <a:custGeom>
                <a:rect b="b" l="l" r="r" t="t"/>
                <a:pathLst>
                  <a:path extrusionOk="0" h="5783" w="61797">
                    <a:moveTo>
                      <a:pt x="0" y="0"/>
                    </a:moveTo>
                    <a:lnTo>
                      <a:pt x="61798" y="5783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3"/>
              <p:cNvSpPr/>
              <p:nvPr/>
            </p:nvSpPr>
            <p:spPr>
              <a:xfrm>
                <a:off x="6519666" y="3511255"/>
                <a:ext cx="83599" cy="7812"/>
              </a:xfrm>
              <a:custGeom>
                <a:rect b="b" l="l" r="r" t="t"/>
                <a:pathLst>
                  <a:path extrusionOk="0" h="5775" w="61797">
                    <a:moveTo>
                      <a:pt x="0" y="0"/>
                    </a:moveTo>
                    <a:lnTo>
                      <a:pt x="61798" y="5775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3"/>
              <p:cNvSpPr/>
              <p:nvPr/>
            </p:nvSpPr>
            <p:spPr>
              <a:xfrm>
                <a:off x="6522444" y="3481481"/>
                <a:ext cx="83599" cy="7823"/>
              </a:xfrm>
              <a:custGeom>
                <a:rect b="b" l="l" r="r" t="t"/>
                <a:pathLst>
                  <a:path extrusionOk="0" h="5783" w="61797">
                    <a:moveTo>
                      <a:pt x="0" y="0"/>
                    </a:moveTo>
                    <a:lnTo>
                      <a:pt x="61798" y="5783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3"/>
              <p:cNvSpPr/>
              <p:nvPr/>
            </p:nvSpPr>
            <p:spPr>
              <a:xfrm>
                <a:off x="6503596" y="3416601"/>
                <a:ext cx="3938" cy="42148"/>
              </a:xfrm>
              <a:custGeom>
                <a:rect b="b" l="l" r="r" t="t"/>
                <a:pathLst>
                  <a:path extrusionOk="0" h="31156" w="2911">
                    <a:moveTo>
                      <a:pt x="0" y="31156"/>
                    </a:moveTo>
                    <a:lnTo>
                      <a:pt x="2911" y="0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3"/>
              <p:cNvSpPr/>
              <p:nvPr/>
            </p:nvSpPr>
            <p:spPr>
              <a:xfrm>
                <a:off x="6473823" y="3413813"/>
                <a:ext cx="3938" cy="42159"/>
              </a:xfrm>
              <a:custGeom>
                <a:rect b="b" l="l" r="r" t="t"/>
                <a:pathLst>
                  <a:path extrusionOk="0" h="31164" w="2911">
                    <a:moveTo>
                      <a:pt x="0" y="31164"/>
                    </a:moveTo>
                    <a:lnTo>
                      <a:pt x="2911" y="0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3"/>
              <p:cNvSpPr/>
              <p:nvPr/>
            </p:nvSpPr>
            <p:spPr>
              <a:xfrm>
                <a:off x="6492986" y="3530101"/>
                <a:ext cx="3938" cy="42159"/>
              </a:xfrm>
              <a:custGeom>
                <a:rect b="b" l="l" r="r" t="t"/>
                <a:pathLst>
                  <a:path extrusionOk="0" h="31164" w="2911">
                    <a:moveTo>
                      <a:pt x="0" y="31164"/>
                    </a:moveTo>
                    <a:lnTo>
                      <a:pt x="2911" y="0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9" name="Google Shape;1539;p3"/>
              <p:cNvSpPr/>
              <p:nvPr/>
            </p:nvSpPr>
            <p:spPr>
              <a:xfrm>
                <a:off x="6463211" y="3527325"/>
                <a:ext cx="3938" cy="42148"/>
              </a:xfrm>
              <a:custGeom>
                <a:rect b="b" l="l" r="r" t="t"/>
                <a:pathLst>
                  <a:path extrusionOk="0" h="31156" w="2911">
                    <a:moveTo>
                      <a:pt x="0" y="31156"/>
                    </a:moveTo>
                    <a:lnTo>
                      <a:pt x="2911" y="0"/>
                    </a:lnTo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0" name="Google Shape;1540;p3"/>
            <p:cNvSpPr/>
            <p:nvPr/>
          </p:nvSpPr>
          <p:spPr>
            <a:xfrm>
              <a:off x="6993033" y="2622121"/>
              <a:ext cx="286423" cy="26779"/>
            </a:xfrm>
            <a:custGeom>
              <a:rect b="b" l="l" r="r" t="t"/>
              <a:pathLst>
                <a:path extrusionOk="0" h="19800" w="211773">
                  <a:moveTo>
                    <a:pt x="0" y="0"/>
                  </a:moveTo>
                  <a:lnTo>
                    <a:pt x="211773" y="19801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3"/>
            <p:cNvSpPr/>
            <p:nvPr/>
          </p:nvSpPr>
          <p:spPr>
            <a:xfrm>
              <a:off x="6355837" y="2840204"/>
              <a:ext cx="200508" cy="18747"/>
            </a:xfrm>
            <a:custGeom>
              <a:rect b="b" l="l" r="r" t="t"/>
              <a:pathLst>
                <a:path extrusionOk="0" h="13861" w="148250">
                  <a:moveTo>
                    <a:pt x="0" y="0"/>
                  </a:moveTo>
                  <a:lnTo>
                    <a:pt x="148250" y="13861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3"/>
            <p:cNvSpPr/>
            <p:nvPr/>
          </p:nvSpPr>
          <p:spPr>
            <a:xfrm>
              <a:off x="6345374" y="2952159"/>
              <a:ext cx="426868" cy="39900"/>
            </a:xfrm>
            <a:custGeom>
              <a:rect b="b" l="l" r="r" t="t"/>
              <a:pathLst>
                <a:path extrusionOk="0" h="29501" w="315614">
                  <a:moveTo>
                    <a:pt x="0" y="0"/>
                  </a:moveTo>
                  <a:lnTo>
                    <a:pt x="315615" y="29502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3"/>
            <p:cNvSpPr/>
            <p:nvPr/>
          </p:nvSpPr>
          <p:spPr>
            <a:xfrm>
              <a:off x="6589102" y="2862016"/>
              <a:ext cx="200508" cy="18736"/>
            </a:xfrm>
            <a:custGeom>
              <a:rect b="b" l="l" r="r" t="t"/>
              <a:pathLst>
                <a:path extrusionOk="0" h="13853" w="148250">
                  <a:moveTo>
                    <a:pt x="0" y="0"/>
                  </a:moveTo>
                  <a:lnTo>
                    <a:pt x="148250" y="13853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3"/>
            <p:cNvSpPr/>
            <p:nvPr/>
          </p:nvSpPr>
          <p:spPr>
            <a:xfrm>
              <a:off x="6819357" y="2883543"/>
              <a:ext cx="200508" cy="18736"/>
            </a:xfrm>
            <a:custGeom>
              <a:rect b="b" l="l" r="r" t="t"/>
              <a:pathLst>
                <a:path extrusionOk="0" h="13853" w="148250">
                  <a:moveTo>
                    <a:pt x="0" y="0"/>
                  </a:moveTo>
                  <a:lnTo>
                    <a:pt x="148250" y="13853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3"/>
            <p:cNvSpPr/>
            <p:nvPr/>
          </p:nvSpPr>
          <p:spPr>
            <a:xfrm>
              <a:off x="7051123" y="2905198"/>
              <a:ext cx="200508" cy="18747"/>
            </a:xfrm>
            <a:custGeom>
              <a:rect b="b" l="l" r="r" t="t"/>
              <a:pathLst>
                <a:path extrusionOk="0" h="13861" w="148250">
                  <a:moveTo>
                    <a:pt x="0" y="0"/>
                  </a:moveTo>
                  <a:lnTo>
                    <a:pt x="148250" y="13861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3"/>
            <p:cNvSpPr/>
            <p:nvPr/>
          </p:nvSpPr>
          <p:spPr>
            <a:xfrm>
              <a:off x="6924808" y="3006320"/>
              <a:ext cx="316338" cy="29576"/>
            </a:xfrm>
            <a:custGeom>
              <a:rect b="b" l="l" r="r" t="t"/>
              <a:pathLst>
                <a:path extrusionOk="0" h="21868" w="233891">
                  <a:moveTo>
                    <a:pt x="0" y="0"/>
                  </a:moveTo>
                  <a:lnTo>
                    <a:pt x="233892" y="21869"/>
                  </a:lnTo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7" name="Google Shape;1547;p3"/>
          <p:cNvGrpSpPr/>
          <p:nvPr/>
        </p:nvGrpSpPr>
        <p:grpSpPr>
          <a:xfrm>
            <a:off x="7504823" y="1590558"/>
            <a:ext cx="1423253" cy="970677"/>
            <a:chOff x="6589260" y="3385547"/>
            <a:chExt cx="1230868" cy="839468"/>
          </a:xfrm>
        </p:grpSpPr>
        <p:sp>
          <p:nvSpPr>
            <p:cNvPr id="1548" name="Google Shape;1548;p3"/>
            <p:cNvSpPr/>
            <p:nvPr/>
          </p:nvSpPr>
          <p:spPr>
            <a:xfrm>
              <a:off x="6589260" y="3385547"/>
              <a:ext cx="1230868" cy="839468"/>
            </a:xfrm>
            <a:custGeom>
              <a:rect b="b" l="l" r="r" t="t"/>
              <a:pathLst>
                <a:path extrusionOk="0" h="620679" w="910069">
                  <a:moveTo>
                    <a:pt x="785705" y="762"/>
                  </a:moveTo>
                  <a:lnTo>
                    <a:pt x="28562" y="157676"/>
                  </a:lnTo>
                  <a:cubicBezTo>
                    <a:pt x="9191" y="161687"/>
                    <a:pt x="-3266" y="180653"/>
                    <a:pt x="754" y="200024"/>
                  </a:cubicBezTo>
                  <a:lnTo>
                    <a:pt x="82016" y="592117"/>
                  </a:lnTo>
                  <a:cubicBezTo>
                    <a:pt x="86028" y="611488"/>
                    <a:pt x="104994" y="623945"/>
                    <a:pt x="124365" y="619925"/>
                  </a:cubicBezTo>
                  <a:lnTo>
                    <a:pt x="881508" y="463004"/>
                  </a:lnTo>
                  <a:cubicBezTo>
                    <a:pt x="900879" y="458992"/>
                    <a:pt x="913335" y="440027"/>
                    <a:pt x="909316" y="420655"/>
                  </a:cubicBezTo>
                  <a:lnTo>
                    <a:pt x="828053" y="28562"/>
                  </a:lnTo>
                  <a:cubicBezTo>
                    <a:pt x="824034" y="9183"/>
                    <a:pt x="805076" y="-3265"/>
                    <a:pt x="785705" y="75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3"/>
            <p:cNvSpPr/>
            <p:nvPr/>
          </p:nvSpPr>
          <p:spPr>
            <a:xfrm rot="-703507">
              <a:off x="6590673" y="3636193"/>
              <a:ext cx="1143327" cy="78440"/>
            </a:xfrm>
            <a:custGeom>
              <a:rect b="b" l="l" r="r" t="t"/>
              <a:pathLst>
                <a:path extrusionOk="0" h="57965" w="844883">
                  <a:moveTo>
                    <a:pt x="0" y="0"/>
                  </a:moveTo>
                  <a:lnTo>
                    <a:pt x="844883" y="0"/>
                  </a:lnTo>
                  <a:lnTo>
                    <a:pt x="844883" y="57966"/>
                  </a:lnTo>
                  <a:lnTo>
                    <a:pt x="0" y="5796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3"/>
            <p:cNvSpPr/>
            <p:nvPr/>
          </p:nvSpPr>
          <p:spPr>
            <a:xfrm rot="-703507">
              <a:off x="6705867" y="3773180"/>
              <a:ext cx="971573" cy="87671"/>
            </a:xfrm>
            <a:custGeom>
              <a:rect b="b" l="l" r="r" t="t"/>
              <a:pathLst>
                <a:path extrusionOk="0" h="64786" w="717962">
                  <a:moveTo>
                    <a:pt x="0" y="0"/>
                  </a:moveTo>
                  <a:lnTo>
                    <a:pt x="717963" y="0"/>
                  </a:lnTo>
                  <a:lnTo>
                    <a:pt x="717963" y="64787"/>
                  </a:lnTo>
                  <a:lnTo>
                    <a:pt x="0" y="64787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1" name="Google Shape;1551;p3"/>
            <p:cNvGrpSpPr/>
            <p:nvPr/>
          </p:nvGrpSpPr>
          <p:grpSpPr>
            <a:xfrm>
              <a:off x="6737172" y="3699014"/>
              <a:ext cx="906443" cy="236852"/>
              <a:chOff x="3197720" y="1096023"/>
              <a:chExt cx="670050" cy="175082"/>
            </a:xfrm>
          </p:grpSpPr>
          <p:sp>
            <p:nvSpPr>
              <p:cNvPr id="1552" name="Google Shape;1552;p3"/>
              <p:cNvSpPr/>
              <p:nvPr/>
            </p:nvSpPr>
            <p:spPr>
              <a:xfrm>
                <a:off x="3197720" y="1096023"/>
                <a:ext cx="662214" cy="137238"/>
              </a:xfrm>
              <a:custGeom>
                <a:rect b="b" l="l" r="r" t="t"/>
                <a:pathLst>
                  <a:path extrusionOk="0" h="137238" w="662214">
                    <a:moveTo>
                      <a:pt x="0" y="137238"/>
                    </a:moveTo>
                    <a:lnTo>
                      <a:pt x="662214" y="0"/>
                    </a:lnTo>
                  </a:path>
                </a:pathLst>
              </a:custGeom>
              <a:solidFill>
                <a:srgbClr val="002060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3"/>
              <p:cNvSpPr/>
              <p:nvPr/>
            </p:nvSpPr>
            <p:spPr>
              <a:xfrm>
                <a:off x="3201646" y="1114942"/>
                <a:ext cx="662206" cy="137238"/>
              </a:xfrm>
              <a:custGeom>
                <a:rect b="b" l="l" r="r" t="t"/>
                <a:pathLst>
                  <a:path extrusionOk="0" h="137238" w="662206">
                    <a:moveTo>
                      <a:pt x="0" y="137238"/>
                    </a:moveTo>
                    <a:lnTo>
                      <a:pt x="662206" y="0"/>
                    </a:lnTo>
                  </a:path>
                </a:pathLst>
              </a:custGeom>
              <a:solidFill>
                <a:srgbClr val="002060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3"/>
              <p:cNvSpPr/>
              <p:nvPr/>
            </p:nvSpPr>
            <p:spPr>
              <a:xfrm>
                <a:off x="3205564" y="1133860"/>
                <a:ext cx="662206" cy="137245"/>
              </a:xfrm>
              <a:custGeom>
                <a:rect b="b" l="l" r="r" t="t"/>
                <a:pathLst>
                  <a:path extrusionOk="0" h="137245" w="662206">
                    <a:moveTo>
                      <a:pt x="0" y="137246"/>
                    </a:moveTo>
                    <a:lnTo>
                      <a:pt x="662206" y="0"/>
                    </a:lnTo>
                  </a:path>
                </a:pathLst>
              </a:custGeom>
              <a:solidFill>
                <a:srgbClr val="002060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5" name="Google Shape;1555;p3"/>
            <p:cNvGrpSpPr/>
            <p:nvPr/>
          </p:nvGrpSpPr>
          <p:grpSpPr>
            <a:xfrm>
              <a:off x="7457070" y="3798381"/>
              <a:ext cx="280772" cy="186133"/>
              <a:chOff x="3729871" y="1225808"/>
              <a:chExt cx="207549" cy="137591"/>
            </a:xfrm>
          </p:grpSpPr>
          <p:sp>
            <p:nvSpPr>
              <p:cNvPr id="1556" name="Google Shape;1556;p3"/>
              <p:cNvSpPr/>
              <p:nvPr/>
            </p:nvSpPr>
            <p:spPr>
              <a:xfrm>
                <a:off x="3818012" y="1241002"/>
                <a:ext cx="119408" cy="122397"/>
              </a:xfrm>
              <a:custGeom>
                <a:rect b="b" l="l" r="r" t="t"/>
                <a:pathLst>
                  <a:path extrusionOk="0" h="122397" w="119408">
                    <a:moveTo>
                      <a:pt x="39745" y="243"/>
                    </a:moveTo>
                    <a:lnTo>
                      <a:pt x="117519" y="31571"/>
                    </a:lnTo>
                    <a:cubicBezTo>
                      <a:pt x="119173" y="32274"/>
                      <a:pt x="119891" y="34233"/>
                      <a:pt x="119064" y="35833"/>
                    </a:cubicBezTo>
                    <a:lnTo>
                      <a:pt x="75420" y="120717"/>
                    </a:lnTo>
                    <a:cubicBezTo>
                      <a:pt x="74733" y="122059"/>
                      <a:pt x="73180" y="122707"/>
                      <a:pt x="71744" y="122254"/>
                    </a:cubicBezTo>
                    <a:lnTo>
                      <a:pt x="20756" y="107472"/>
                    </a:lnTo>
                    <a:cubicBezTo>
                      <a:pt x="18914" y="106895"/>
                      <a:pt x="18048" y="104787"/>
                      <a:pt x="18945" y="103078"/>
                    </a:cubicBezTo>
                    <a:lnTo>
                      <a:pt x="37388" y="68160"/>
                    </a:lnTo>
                    <a:cubicBezTo>
                      <a:pt x="38519" y="66013"/>
                      <a:pt x="36849" y="63453"/>
                      <a:pt x="34422" y="63633"/>
                    </a:cubicBezTo>
                    <a:lnTo>
                      <a:pt x="3328" y="65943"/>
                    </a:lnTo>
                    <a:cubicBezTo>
                      <a:pt x="838" y="66131"/>
                      <a:pt x="-840" y="63430"/>
                      <a:pt x="440" y="61284"/>
                    </a:cubicBezTo>
                    <a:lnTo>
                      <a:pt x="35874" y="1515"/>
                    </a:lnTo>
                    <a:cubicBezTo>
                      <a:pt x="36662" y="189"/>
                      <a:pt x="38309" y="-358"/>
                      <a:pt x="39737" y="243"/>
                    </a:cubicBezTo>
                    <a:close/>
                  </a:path>
                </a:pathLst>
              </a:custGeom>
              <a:solidFill>
                <a:srgbClr val="002060"/>
              </a:solidFill>
              <a:ln cap="flat" cmpd="sng" w="9525">
                <a:solidFill>
                  <a:schemeClr val="accent1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3"/>
              <p:cNvSpPr/>
              <p:nvPr/>
            </p:nvSpPr>
            <p:spPr>
              <a:xfrm>
                <a:off x="3729871" y="1225808"/>
                <a:ext cx="120480" cy="106456"/>
              </a:xfrm>
              <a:custGeom>
                <a:rect b="b" l="l" r="r" t="t"/>
                <a:pathLst>
                  <a:path extrusionOk="0" h="106456" w="120480">
                    <a:moveTo>
                      <a:pt x="25449" y="2200"/>
                    </a:moveTo>
                    <a:lnTo>
                      <a:pt x="130" y="82128"/>
                    </a:lnTo>
                    <a:cubicBezTo>
                      <a:pt x="-385" y="83853"/>
                      <a:pt x="677" y="85648"/>
                      <a:pt x="2433" y="86038"/>
                    </a:cubicBezTo>
                    <a:lnTo>
                      <a:pt x="95683" y="106385"/>
                    </a:lnTo>
                    <a:cubicBezTo>
                      <a:pt x="97151" y="106705"/>
                      <a:pt x="98641" y="105925"/>
                      <a:pt x="99211" y="104528"/>
                    </a:cubicBezTo>
                    <a:lnTo>
                      <a:pt x="120253" y="55787"/>
                    </a:lnTo>
                    <a:cubicBezTo>
                      <a:pt x="120978" y="54000"/>
                      <a:pt x="119901" y="51986"/>
                      <a:pt x="118013" y="51596"/>
                    </a:cubicBezTo>
                    <a:lnTo>
                      <a:pt x="79340" y="43612"/>
                    </a:lnTo>
                    <a:cubicBezTo>
                      <a:pt x="76960" y="43120"/>
                      <a:pt x="76047" y="40201"/>
                      <a:pt x="77733" y="38445"/>
                    </a:cubicBezTo>
                    <a:lnTo>
                      <a:pt x="85389" y="30453"/>
                    </a:lnTo>
                    <a:lnTo>
                      <a:pt x="99297" y="15929"/>
                    </a:lnTo>
                    <a:cubicBezTo>
                      <a:pt x="101030" y="14126"/>
                      <a:pt x="100007" y="11121"/>
                      <a:pt x="97541" y="10731"/>
                    </a:cubicBezTo>
                    <a:lnTo>
                      <a:pt x="28883" y="38"/>
                    </a:lnTo>
                    <a:cubicBezTo>
                      <a:pt x="27353" y="-204"/>
                      <a:pt x="25886" y="725"/>
                      <a:pt x="25441" y="2208"/>
                    </a:cubicBezTo>
                    <a:close/>
                  </a:path>
                </a:pathLst>
              </a:custGeom>
              <a:solidFill>
                <a:srgbClr val="002060"/>
              </a:solidFill>
              <a:ln cap="flat" cmpd="sng" w="9525">
                <a:solidFill>
                  <a:schemeClr val="dk1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3"/>
              <p:cNvSpPr/>
              <p:nvPr/>
            </p:nvSpPr>
            <p:spPr>
              <a:xfrm>
                <a:off x="3829668" y="1304768"/>
                <a:ext cx="20963" cy="1553"/>
              </a:xfrm>
              <a:custGeom>
                <a:rect b="b" l="l" r="r" t="t"/>
                <a:pathLst>
                  <a:path extrusionOk="0" h="1553" w="20963">
                    <a:moveTo>
                      <a:pt x="0" y="1553"/>
                    </a:moveTo>
                    <a:lnTo>
                      <a:pt x="20964" y="0"/>
                    </a:lnTo>
                  </a:path>
                </a:pathLst>
              </a:custGeom>
              <a:solidFill>
                <a:srgbClr val="002060"/>
              </a:solidFill>
              <a:ln cap="flat" cmpd="sng" w="9525">
                <a:solidFill>
                  <a:srgbClr val="E55466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59" name="Google Shape;1559;p3"/>
          <p:cNvSpPr/>
          <p:nvPr/>
        </p:nvSpPr>
        <p:spPr>
          <a:xfrm>
            <a:off x="6765764" y="1590558"/>
            <a:ext cx="227374" cy="227372"/>
          </a:xfrm>
          <a:custGeom>
            <a:rect b="b" l="l" r="r" t="t"/>
            <a:pathLst>
              <a:path extrusionOk="0" h="84368" w="84369">
                <a:moveTo>
                  <a:pt x="71788" y="50793"/>
                </a:moveTo>
                <a:lnTo>
                  <a:pt x="84197" y="50926"/>
                </a:lnTo>
                <a:lnTo>
                  <a:pt x="84369" y="34317"/>
                </a:lnTo>
                <a:lnTo>
                  <a:pt x="71959" y="34185"/>
                </a:lnTo>
                <a:cubicBezTo>
                  <a:pt x="71312" y="31773"/>
                  <a:pt x="70383" y="29478"/>
                  <a:pt x="69204" y="27340"/>
                </a:cubicBezTo>
                <a:lnTo>
                  <a:pt x="78071" y="18661"/>
                </a:lnTo>
                <a:lnTo>
                  <a:pt x="66449" y="6798"/>
                </a:lnTo>
                <a:lnTo>
                  <a:pt x="57583" y="15477"/>
                </a:lnTo>
                <a:cubicBezTo>
                  <a:pt x="55468" y="14251"/>
                  <a:pt x="53189" y="13276"/>
                  <a:pt x="50793" y="12581"/>
                </a:cubicBezTo>
                <a:lnTo>
                  <a:pt x="50926" y="172"/>
                </a:lnTo>
                <a:lnTo>
                  <a:pt x="34317" y="0"/>
                </a:lnTo>
                <a:lnTo>
                  <a:pt x="34185" y="12410"/>
                </a:lnTo>
                <a:cubicBezTo>
                  <a:pt x="31773" y="13057"/>
                  <a:pt x="29478" y="13986"/>
                  <a:pt x="27340" y="15165"/>
                </a:cubicBezTo>
                <a:lnTo>
                  <a:pt x="18661" y="6298"/>
                </a:lnTo>
                <a:lnTo>
                  <a:pt x="6798" y="17920"/>
                </a:lnTo>
                <a:lnTo>
                  <a:pt x="15477" y="26786"/>
                </a:lnTo>
                <a:cubicBezTo>
                  <a:pt x="14251" y="28901"/>
                  <a:pt x="13276" y="31172"/>
                  <a:pt x="12581" y="33576"/>
                </a:cubicBezTo>
                <a:lnTo>
                  <a:pt x="172" y="33443"/>
                </a:lnTo>
                <a:lnTo>
                  <a:pt x="0" y="50052"/>
                </a:lnTo>
                <a:lnTo>
                  <a:pt x="12410" y="50184"/>
                </a:lnTo>
                <a:cubicBezTo>
                  <a:pt x="13057" y="52596"/>
                  <a:pt x="13986" y="54891"/>
                  <a:pt x="15165" y="57029"/>
                </a:cubicBezTo>
                <a:lnTo>
                  <a:pt x="6298" y="65708"/>
                </a:lnTo>
                <a:lnTo>
                  <a:pt x="17920" y="77571"/>
                </a:lnTo>
                <a:lnTo>
                  <a:pt x="26786" y="68892"/>
                </a:lnTo>
                <a:cubicBezTo>
                  <a:pt x="28901" y="70118"/>
                  <a:pt x="31172" y="71093"/>
                  <a:pt x="33576" y="71788"/>
                </a:cubicBezTo>
                <a:lnTo>
                  <a:pt x="33443" y="84197"/>
                </a:lnTo>
                <a:lnTo>
                  <a:pt x="50052" y="84369"/>
                </a:lnTo>
                <a:lnTo>
                  <a:pt x="50184" y="71959"/>
                </a:lnTo>
                <a:cubicBezTo>
                  <a:pt x="52596" y="71312"/>
                  <a:pt x="54891" y="70383"/>
                  <a:pt x="57029" y="69204"/>
                </a:cubicBezTo>
                <a:lnTo>
                  <a:pt x="65708" y="78070"/>
                </a:lnTo>
                <a:lnTo>
                  <a:pt x="77571" y="66449"/>
                </a:lnTo>
                <a:lnTo>
                  <a:pt x="68892" y="57583"/>
                </a:lnTo>
                <a:cubicBezTo>
                  <a:pt x="70118" y="55468"/>
                  <a:pt x="71093" y="53197"/>
                  <a:pt x="71788" y="50793"/>
                </a:cubicBezTo>
                <a:close/>
                <a:moveTo>
                  <a:pt x="42044" y="55788"/>
                </a:moveTo>
                <a:cubicBezTo>
                  <a:pt x="34528" y="55710"/>
                  <a:pt x="28503" y="49552"/>
                  <a:pt x="28581" y="42036"/>
                </a:cubicBezTo>
                <a:cubicBezTo>
                  <a:pt x="28659" y="34520"/>
                  <a:pt x="34817" y="28487"/>
                  <a:pt x="42333" y="28573"/>
                </a:cubicBezTo>
                <a:cubicBezTo>
                  <a:pt x="49849" y="28651"/>
                  <a:pt x="55882" y="34809"/>
                  <a:pt x="55796" y="42325"/>
                </a:cubicBezTo>
                <a:cubicBezTo>
                  <a:pt x="55718" y="49841"/>
                  <a:pt x="49560" y="55866"/>
                  <a:pt x="42044" y="5578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4"/>
          <p:cNvSpPr txBox="1"/>
          <p:nvPr>
            <p:ph type="title"/>
          </p:nvPr>
        </p:nvSpPr>
        <p:spPr>
          <a:xfrm>
            <a:off x="645975" y="1815699"/>
            <a:ext cx="45987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br>
              <a:rPr lang="en-US" sz="4000"/>
            </a:br>
            <a:br>
              <a:rPr lang="en-US" sz="4000"/>
            </a:br>
            <a:r>
              <a:rPr lang="en-US" sz="4000"/>
              <a:t>Project Objective</a:t>
            </a:r>
            <a:br>
              <a:rPr lang="en-US" sz="4000"/>
            </a:br>
            <a:r>
              <a:rPr lang="en-US" sz="1800"/>
              <a:t>Main Objective</a:t>
            </a:r>
            <a:br>
              <a:rPr lang="en-US" sz="1800"/>
            </a:br>
            <a:r>
              <a:rPr b="0" lang="en-US" sz="1600"/>
              <a:t>Make a Central Bank Simulator</a:t>
            </a:r>
            <a:endParaRPr b="0" sz="4000"/>
          </a:p>
        </p:txBody>
      </p:sp>
      <p:sp>
        <p:nvSpPr>
          <p:cNvPr id="1565" name="Google Shape;1565;p4"/>
          <p:cNvSpPr txBox="1"/>
          <p:nvPr>
            <p:ph idx="1" type="subTitle"/>
          </p:nvPr>
        </p:nvSpPr>
        <p:spPr>
          <a:xfrm>
            <a:off x="836674" y="2510705"/>
            <a:ext cx="4351800" cy="2307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2400"/>
              <a:t>Specific Objective</a:t>
            </a:r>
            <a:endParaRPr sz="24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Register and Manage Banks 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Control Money Supply 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Monitor Banks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Manage national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User-friendly graphical interface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Generate reports</a:t>
            </a:r>
            <a:endParaRPr/>
          </a:p>
        </p:txBody>
      </p:sp>
      <p:grpSp>
        <p:nvGrpSpPr>
          <p:cNvPr id="1566" name="Google Shape;1566;p4"/>
          <p:cNvGrpSpPr/>
          <p:nvPr/>
        </p:nvGrpSpPr>
        <p:grpSpPr>
          <a:xfrm>
            <a:off x="6000201" y="811896"/>
            <a:ext cx="2760616" cy="3387254"/>
            <a:chOff x="6000201" y="811896"/>
            <a:chExt cx="2760616" cy="3387254"/>
          </a:xfrm>
        </p:grpSpPr>
        <p:sp>
          <p:nvSpPr>
            <p:cNvPr id="1567" name="Google Shape;1567;p4"/>
            <p:cNvSpPr/>
            <p:nvPr/>
          </p:nvSpPr>
          <p:spPr>
            <a:xfrm flipH="1">
              <a:off x="6000201" y="4114200"/>
              <a:ext cx="1224274" cy="84950"/>
            </a:xfrm>
            <a:custGeom>
              <a:rect b="b" l="l" r="r" t="t"/>
              <a:pathLst>
                <a:path extrusionOk="0" h="227" w="3541">
                  <a:moveTo>
                    <a:pt x="3541" y="114"/>
                  </a:moveTo>
                  <a:cubicBezTo>
                    <a:pt x="3541" y="134"/>
                    <a:pt x="3459" y="153"/>
                    <a:pt x="3304" y="170"/>
                  </a:cubicBezTo>
                  <a:cubicBezTo>
                    <a:pt x="3149" y="188"/>
                    <a:pt x="2925" y="202"/>
                    <a:pt x="2656" y="212"/>
                  </a:cubicBezTo>
                  <a:cubicBezTo>
                    <a:pt x="2387" y="222"/>
                    <a:pt x="2082" y="227"/>
                    <a:pt x="1771" y="227"/>
                  </a:cubicBezTo>
                  <a:cubicBezTo>
                    <a:pt x="1460" y="227"/>
                    <a:pt x="1155" y="222"/>
                    <a:pt x="886" y="212"/>
                  </a:cubicBezTo>
                  <a:cubicBezTo>
                    <a:pt x="616" y="202"/>
                    <a:pt x="393" y="188"/>
                    <a:pt x="238" y="170"/>
                  </a:cubicBezTo>
                  <a:cubicBezTo>
                    <a:pt x="82" y="153"/>
                    <a:pt x="0" y="134"/>
                    <a:pt x="0" y="114"/>
                  </a:cubicBezTo>
                  <a:cubicBezTo>
                    <a:pt x="0" y="94"/>
                    <a:pt x="82" y="74"/>
                    <a:pt x="238" y="57"/>
                  </a:cubicBezTo>
                  <a:cubicBezTo>
                    <a:pt x="393" y="39"/>
                    <a:pt x="616" y="25"/>
                    <a:pt x="886" y="15"/>
                  </a:cubicBezTo>
                  <a:cubicBezTo>
                    <a:pt x="1155" y="5"/>
                    <a:pt x="1460" y="0"/>
                    <a:pt x="1771" y="0"/>
                  </a:cubicBezTo>
                  <a:cubicBezTo>
                    <a:pt x="2082" y="0"/>
                    <a:pt x="2387" y="5"/>
                    <a:pt x="2656" y="15"/>
                  </a:cubicBezTo>
                  <a:cubicBezTo>
                    <a:pt x="2925" y="25"/>
                    <a:pt x="3149" y="39"/>
                    <a:pt x="3304" y="57"/>
                  </a:cubicBezTo>
                  <a:cubicBezTo>
                    <a:pt x="3459" y="74"/>
                    <a:pt x="3541" y="94"/>
                    <a:pt x="3541" y="114"/>
                  </a:cubicBezTo>
                  <a:close/>
                </a:path>
              </a:pathLst>
            </a:custGeom>
            <a:solidFill>
              <a:srgbClr val="61795F">
                <a:alpha val="27058"/>
              </a:srgbClr>
            </a:solidFill>
            <a:ln>
              <a:noFill/>
            </a:ln>
          </p:spPr>
          <p:txBody>
            <a:bodyPr anchorCtr="1" anchor="ctr" bIns="36700" lIns="90000" spcFirstLastPara="1" rIns="90000" wrap="square" tIns="3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8" name="Google Shape;1568;p4"/>
            <p:cNvGrpSpPr/>
            <p:nvPr/>
          </p:nvGrpSpPr>
          <p:grpSpPr>
            <a:xfrm>
              <a:off x="6356675" y="1116900"/>
              <a:ext cx="2404142" cy="1577857"/>
              <a:chOff x="6335175" y="617825"/>
              <a:chExt cx="2404142" cy="1577857"/>
            </a:xfrm>
          </p:grpSpPr>
          <p:grpSp>
            <p:nvGrpSpPr>
              <p:cNvPr id="1569" name="Google Shape;1569;p4"/>
              <p:cNvGrpSpPr/>
              <p:nvPr/>
            </p:nvGrpSpPr>
            <p:grpSpPr>
              <a:xfrm>
                <a:off x="6335175" y="617825"/>
                <a:ext cx="2404142" cy="1577857"/>
                <a:chOff x="6335175" y="617825"/>
                <a:chExt cx="2404142" cy="1577857"/>
              </a:xfrm>
            </p:grpSpPr>
            <p:sp>
              <p:nvSpPr>
                <p:cNvPr id="1570" name="Google Shape;1570;p4"/>
                <p:cNvSpPr/>
                <p:nvPr/>
              </p:nvSpPr>
              <p:spPr>
                <a:xfrm>
                  <a:off x="6335175" y="617825"/>
                  <a:ext cx="2404142" cy="1577857"/>
                </a:xfrm>
                <a:custGeom>
                  <a:rect b="b" l="l" r="r" t="t"/>
                  <a:pathLst>
                    <a:path extrusionOk="0" h="6318" w="10378">
                      <a:moveTo>
                        <a:pt x="449" y="6318"/>
                      </a:moveTo>
                      <a:cubicBezTo>
                        <a:pt x="201" y="6318"/>
                        <a:pt x="0" y="6117"/>
                        <a:pt x="0" y="5869"/>
                      </a:cubicBezTo>
                      <a:lnTo>
                        <a:pt x="0" y="430"/>
                      </a:lnTo>
                      <a:cubicBezTo>
                        <a:pt x="0" y="193"/>
                        <a:pt x="192" y="0"/>
                        <a:pt x="430" y="0"/>
                      </a:cubicBezTo>
                      <a:lnTo>
                        <a:pt x="9949" y="0"/>
                      </a:lnTo>
                      <a:cubicBezTo>
                        <a:pt x="10186" y="0"/>
                        <a:pt x="10378" y="193"/>
                        <a:pt x="10378" y="430"/>
                      </a:cubicBezTo>
                      <a:lnTo>
                        <a:pt x="10378" y="5869"/>
                      </a:lnTo>
                      <a:cubicBezTo>
                        <a:pt x="10378" y="6117"/>
                        <a:pt x="10177" y="6318"/>
                        <a:pt x="9930" y="6318"/>
                      </a:cubicBezTo>
                      <a:lnTo>
                        <a:pt x="449" y="631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1" name="Google Shape;1571;p4"/>
                <p:cNvSpPr/>
                <p:nvPr/>
              </p:nvSpPr>
              <p:spPr>
                <a:xfrm>
                  <a:off x="6409546" y="669294"/>
                  <a:ext cx="2255400" cy="1474920"/>
                </a:xfrm>
                <a:custGeom>
                  <a:rect b="b" l="l" r="r" t="t"/>
                  <a:pathLst>
                    <a:path extrusionOk="0" h="4097" w="6265">
                      <a:moveTo>
                        <a:pt x="0" y="0"/>
                      </a:moveTo>
                      <a:lnTo>
                        <a:pt x="0" y="4097"/>
                      </a:lnTo>
                      <a:lnTo>
                        <a:pt x="6265" y="4097"/>
                      </a:lnTo>
                      <a:lnTo>
                        <a:pt x="6265" y="0"/>
                      </a:lnTo>
                      <a:lnTo>
                        <a:pt x="0" y="0"/>
                      </a:lnTo>
                      <a:moveTo>
                        <a:pt x="6247" y="510"/>
                      </a:moveTo>
                      <a:lnTo>
                        <a:pt x="5484" y="510"/>
                      </a:lnTo>
                      <a:lnTo>
                        <a:pt x="5484" y="18"/>
                      </a:lnTo>
                      <a:lnTo>
                        <a:pt x="6247" y="18"/>
                      </a:lnTo>
                      <a:lnTo>
                        <a:pt x="6247" y="510"/>
                      </a:lnTo>
                      <a:moveTo>
                        <a:pt x="3141" y="1530"/>
                      </a:moveTo>
                      <a:lnTo>
                        <a:pt x="3141" y="1038"/>
                      </a:lnTo>
                      <a:lnTo>
                        <a:pt x="3904" y="1038"/>
                      </a:lnTo>
                      <a:lnTo>
                        <a:pt x="3904" y="1530"/>
                      </a:lnTo>
                      <a:lnTo>
                        <a:pt x="3141" y="1530"/>
                      </a:lnTo>
                      <a:moveTo>
                        <a:pt x="3904" y="1547"/>
                      </a:moveTo>
                      <a:lnTo>
                        <a:pt x="3904" y="2040"/>
                      </a:lnTo>
                      <a:lnTo>
                        <a:pt x="3141" y="2040"/>
                      </a:lnTo>
                      <a:lnTo>
                        <a:pt x="3141" y="1547"/>
                      </a:lnTo>
                      <a:lnTo>
                        <a:pt x="3904" y="1547"/>
                      </a:lnTo>
                      <a:moveTo>
                        <a:pt x="3124" y="1530"/>
                      </a:moveTo>
                      <a:lnTo>
                        <a:pt x="2360" y="1530"/>
                      </a:lnTo>
                      <a:lnTo>
                        <a:pt x="2360" y="1038"/>
                      </a:lnTo>
                      <a:lnTo>
                        <a:pt x="3124" y="1038"/>
                      </a:lnTo>
                      <a:lnTo>
                        <a:pt x="3124" y="1530"/>
                      </a:lnTo>
                      <a:moveTo>
                        <a:pt x="3124" y="1547"/>
                      </a:moveTo>
                      <a:lnTo>
                        <a:pt x="3124" y="2040"/>
                      </a:lnTo>
                      <a:lnTo>
                        <a:pt x="2360" y="2040"/>
                      </a:lnTo>
                      <a:lnTo>
                        <a:pt x="2360" y="1547"/>
                      </a:lnTo>
                      <a:lnTo>
                        <a:pt x="3124" y="1547"/>
                      </a:lnTo>
                      <a:moveTo>
                        <a:pt x="2343" y="2040"/>
                      </a:moveTo>
                      <a:lnTo>
                        <a:pt x="1580" y="2040"/>
                      </a:lnTo>
                      <a:lnTo>
                        <a:pt x="1580" y="1547"/>
                      </a:lnTo>
                      <a:lnTo>
                        <a:pt x="2343" y="1547"/>
                      </a:lnTo>
                      <a:lnTo>
                        <a:pt x="2343" y="2040"/>
                      </a:lnTo>
                      <a:moveTo>
                        <a:pt x="2343" y="2057"/>
                      </a:moveTo>
                      <a:lnTo>
                        <a:pt x="2343" y="2550"/>
                      </a:lnTo>
                      <a:lnTo>
                        <a:pt x="1580" y="2550"/>
                      </a:lnTo>
                      <a:lnTo>
                        <a:pt x="1580" y="2057"/>
                      </a:lnTo>
                      <a:lnTo>
                        <a:pt x="2343" y="2057"/>
                      </a:lnTo>
                      <a:moveTo>
                        <a:pt x="2360" y="2057"/>
                      </a:moveTo>
                      <a:lnTo>
                        <a:pt x="3124" y="2057"/>
                      </a:lnTo>
                      <a:lnTo>
                        <a:pt x="3124" y="2550"/>
                      </a:lnTo>
                      <a:lnTo>
                        <a:pt x="2360" y="2550"/>
                      </a:lnTo>
                      <a:lnTo>
                        <a:pt x="2360" y="2057"/>
                      </a:lnTo>
                      <a:moveTo>
                        <a:pt x="3124" y="2567"/>
                      </a:moveTo>
                      <a:lnTo>
                        <a:pt x="3124" y="3060"/>
                      </a:lnTo>
                      <a:lnTo>
                        <a:pt x="2360" y="3060"/>
                      </a:lnTo>
                      <a:lnTo>
                        <a:pt x="2360" y="2567"/>
                      </a:lnTo>
                      <a:lnTo>
                        <a:pt x="3124" y="2567"/>
                      </a:lnTo>
                      <a:moveTo>
                        <a:pt x="3141" y="2567"/>
                      </a:moveTo>
                      <a:lnTo>
                        <a:pt x="3904" y="2567"/>
                      </a:lnTo>
                      <a:lnTo>
                        <a:pt x="3904" y="3060"/>
                      </a:lnTo>
                      <a:lnTo>
                        <a:pt x="3141" y="3060"/>
                      </a:lnTo>
                      <a:lnTo>
                        <a:pt x="3141" y="2567"/>
                      </a:lnTo>
                      <a:moveTo>
                        <a:pt x="3141" y="2550"/>
                      </a:moveTo>
                      <a:lnTo>
                        <a:pt x="3141" y="2057"/>
                      </a:lnTo>
                      <a:lnTo>
                        <a:pt x="3904" y="2057"/>
                      </a:lnTo>
                      <a:lnTo>
                        <a:pt x="3904" y="2550"/>
                      </a:lnTo>
                      <a:lnTo>
                        <a:pt x="3141" y="2550"/>
                      </a:lnTo>
                      <a:moveTo>
                        <a:pt x="3922" y="2057"/>
                      </a:moveTo>
                      <a:lnTo>
                        <a:pt x="4685" y="2057"/>
                      </a:lnTo>
                      <a:lnTo>
                        <a:pt x="4685" y="2550"/>
                      </a:lnTo>
                      <a:lnTo>
                        <a:pt x="3922" y="2550"/>
                      </a:lnTo>
                      <a:lnTo>
                        <a:pt x="3922" y="2057"/>
                      </a:lnTo>
                      <a:moveTo>
                        <a:pt x="3922" y="2040"/>
                      </a:moveTo>
                      <a:lnTo>
                        <a:pt x="3922" y="1547"/>
                      </a:lnTo>
                      <a:lnTo>
                        <a:pt x="4685" y="1547"/>
                      </a:lnTo>
                      <a:lnTo>
                        <a:pt x="4685" y="2040"/>
                      </a:lnTo>
                      <a:lnTo>
                        <a:pt x="3922" y="2040"/>
                      </a:lnTo>
                      <a:moveTo>
                        <a:pt x="3922" y="1530"/>
                      </a:moveTo>
                      <a:lnTo>
                        <a:pt x="3922" y="1038"/>
                      </a:lnTo>
                      <a:lnTo>
                        <a:pt x="4685" y="1038"/>
                      </a:lnTo>
                      <a:lnTo>
                        <a:pt x="4685" y="1530"/>
                      </a:lnTo>
                      <a:lnTo>
                        <a:pt x="3922" y="1530"/>
                      </a:lnTo>
                      <a:moveTo>
                        <a:pt x="3922" y="1020"/>
                      </a:moveTo>
                      <a:lnTo>
                        <a:pt x="3922" y="528"/>
                      </a:lnTo>
                      <a:lnTo>
                        <a:pt x="4685" y="528"/>
                      </a:lnTo>
                      <a:lnTo>
                        <a:pt x="4685" y="1020"/>
                      </a:lnTo>
                      <a:lnTo>
                        <a:pt x="3922" y="1020"/>
                      </a:lnTo>
                      <a:moveTo>
                        <a:pt x="3904" y="1020"/>
                      </a:moveTo>
                      <a:lnTo>
                        <a:pt x="3141" y="1020"/>
                      </a:lnTo>
                      <a:lnTo>
                        <a:pt x="3141" y="528"/>
                      </a:lnTo>
                      <a:lnTo>
                        <a:pt x="3904" y="528"/>
                      </a:lnTo>
                      <a:lnTo>
                        <a:pt x="3904" y="1020"/>
                      </a:lnTo>
                      <a:moveTo>
                        <a:pt x="3124" y="1020"/>
                      </a:moveTo>
                      <a:lnTo>
                        <a:pt x="2360" y="1020"/>
                      </a:lnTo>
                      <a:lnTo>
                        <a:pt x="2360" y="528"/>
                      </a:lnTo>
                      <a:lnTo>
                        <a:pt x="3124" y="528"/>
                      </a:lnTo>
                      <a:lnTo>
                        <a:pt x="3124" y="1020"/>
                      </a:lnTo>
                      <a:moveTo>
                        <a:pt x="2343" y="1020"/>
                      </a:moveTo>
                      <a:lnTo>
                        <a:pt x="1580" y="1020"/>
                      </a:lnTo>
                      <a:lnTo>
                        <a:pt x="1580" y="528"/>
                      </a:lnTo>
                      <a:lnTo>
                        <a:pt x="2343" y="528"/>
                      </a:lnTo>
                      <a:lnTo>
                        <a:pt x="2343" y="1020"/>
                      </a:lnTo>
                      <a:moveTo>
                        <a:pt x="2343" y="1038"/>
                      </a:moveTo>
                      <a:lnTo>
                        <a:pt x="2343" y="1530"/>
                      </a:lnTo>
                      <a:lnTo>
                        <a:pt x="1580" y="1530"/>
                      </a:lnTo>
                      <a:lnTo>
                        <a:pt x="1580" y="1038"/>
                      </a:lnTo>
                      <a:lnTo>
                        <a:pt x="2343" y="1038"/>
                      </a:lnTo>
                      <a:moveTo>
                        <a:pt x="1562" y="1530"/>
                      </a:moveTo>
                      <a:lnTo>
                        <a:pt x="799" y="1530"/>
                      </a:lnTo>
                      <a:lnTo>
                        <a:pt x="799" y="1038"/>
                      </a:lnTo>
                      <a:lnTo>
                        <a:pt x="1562" y="1038"/>
                      </a:lnTo>
                      <a:lnTo>
                        <a:pt x="1562" y="1530"/>
                      </a:lnTo>
                      <a:moveTo>
                        <a:pt x="1562" y="1547"/>
                      </a:moveTo>
                      <a:lnTo>
                        <a:pt x="1562" y="2040"/>
                      </a:lnTo>
                      <a:lnTo>
                        <a:pt x="799" y="2040"/>
                      </a:lnTo>
                      <a:lnTo>
                        <a:pt x="799" y="1547"/>
                      </a:lnTo>
                      <a:lnTo>
                        <a:pt x="1562" y="1547"/>
                      </a:lnTo>
                      <a:moveTo>
                        <a:pt x="1562" y="2057"/>
                      </a:moveTo>
                      <a:lnTo>
                        <a:pt x="1562" y="2550"/>
                      </a:lnTo>
                      <a:lnTo>
                        <a:pt x="799" y="2550"/>
                      </a:lnTo>
                      <a:lnTo>
                        <a:pt x="799" y="2057"/>
                      </a:lnTo>
                      <a:lnTo>
                        <a:pt x="1562" y="2057"/>
                      </a:lnTo>
                      <a:moveTo>
                        <a:pt x="1562" y="2567"/>
                      </a:moveTo>
                      <a:lnTo>
                        <a:pt x="1562" y="3060"/>
                      </a:lnTo>
                      <a:lnTo>
                        <a:pt x="799" y="3060"/>
                      </a:lnTo>
                      <a:lnTo>
                        <a:pt x="799" y="2567"/>
                      </a:lnTo>
                      <a:lnTo>
                        <a:pt x="1562" y="2567"/>
                      </a:lnTo>
                      <a:moveTo>
                        <a:pt x="1580" y="2567"/>
                      </a:moveTo>
                      <a:lnTo>
                        <a:pt x="2343" y="2567"/>
                      </a:lnTo>
                      <a:lnTo>
                        <a:pt x="2343" y="3060"/>
                      </a:lnTo>
                      <a:lnTo>
                        <a:pt x="1580" y="3060"/>
                      </a:lnTo>
                      <a:lnTo>
                        <a:pt x="1580" y="2567"/>
                      </a:lnTo>
                      <a:moveTo>
                        <a:pt x="2343" y="3077"/>
                      </a:moveTo>
                      <a:lnTo>
                        <a:pt x="2343" y="3569"/>
                      </a:lnTo>
                      <a:lnTo>
                        <a:pt x="1580" y="3569"/>
                      </a:lnTo>
                      <a:lnTo>
                        <a:pt x="1580" y="3077"/>
                      </a:lnTo>
                      <a:lnTo>
                        <a:pt x="2343" y="3077"/>
                      </a:lnTo>
                      <a:moveTo>
                        <a:pt x="2360" y="3077"/>
                      </a:moveTo>
                      <a:lnTo>
                        <a:pt x="3124" y="3077"/>
                      </a:lnTo>
                      <a:lnTo>
                        <a:pt x="3124" y="3569"/>
                      </a:lnTo>
                      <a:lnTo>
                        <a:pt x="2360" y="3569"/>
                      </a:lnTo>
                      <a:lnTo>
                        <a:pt x="2360" y="3077"/>
                      </a:lnTo>
                      <a:moveTo>
                        <a:pt x="3141" y="3077"/>
                      </a:moveTo>
                      <a:lnTo>
                        <a:pt x="3904" y="3077"/>
                      </a:lnTo>
                      <a:lnTo>
                        <a:pt x="3904" y="3569"/>
                      </a:lnTo>
                      <a:lnTo>
                        <a:pt x="3141" y="3569"/>
                      </a:lnTo>
                      <a:lnTo>
                        <a:pt x="3141" y="3077"/>
                      </a:lnTo>
                      <a:moveTo>
                        <a:pt x="3922" y="3077"/>
                      </a:moveTo>
                      <a:lnTo>
                        <a:pt x="4685" y="3077"/>
                      </a:lnTo>
                      <a:lnTo>
                        <a:pt x="4685" y="3569"/>
                      </a:lnTo>
                      <a:lnTo>
                        <a:pt x="3922" y="3569"/>
                      </a:lnTo>
                      <a:lnTo>
                        <a:pt x="3922" y="3077"/>
                      </a:lnTo>
                      <a:moveTo>
                        <a:pt x="3922" y="3060"/>
                      </a:moveTo>
                      <a:lnTo>
                        <a:pt x="3922" y="2567"/>
                      </a:lnTo>
                      <a:lnTo>
                        <a:pt x="4685" y="2567"/>
                      </a:lnTo>
                      <a:lnTo>
                        <a:pt x="4685" y="3060"/>
                      </a:lnTo>
                      <a:lnTo>
                        <a:pt x="3922" y="3060"/>
                      </a:lnTo>
                      <a:moveTo>
                        <a:pt x="4703" y="2567"/>
                      </a:moveTo>
                      <a:lnTo>
                        <a:pt x="5466" y="2567"/>
                      </a:lnTo>
                      <a:lnTo>
                        <a:pt x="5466" y="3060"/>
                      </a:lnTo>
                      <a:lnTo>
                        <a:pt x="4703" y="3060"/>
                      </a:lnTo>
                      <a:lnTo>
                        <a:pt x="4703" y="2567"/>
                      </a:lnTo>
                      <a:moveTo>
                        <a:pt x="4703" y="2550"/>
                      </a:moveTo>
                      <a:lnTo>
                        <a:pt x="4703" y="2057"/>
                      </a:lnTo>
                      <a:lnTo>
                        <a:pt x="5466" y="2057"/>
                      </a:lnTo>
                      <a:lnTo>
                        <a:pt x="5466" y="2550"/>
                      </a:lnTo>
                      <a:lnTo>
                        <a:pt x="4703" y="2550"/>
                      </a:lnTo>
                      <a:moveTo>
                        <a:pt x="4703" y="2040"/>
                      </a:moveTo>
                      <a:lnTo>
                        <a:pt x="4703" y="1547"/>
                      </a:lnTo>
                      <a:lnTo>
                        <a:pt x="5466" y="1547"/>
                      </a:lnTo>
                      <a:lnTo>
                        <a:pt x="5466" y="2040"/>
                      </a:lnTo>
                      <a:lnTo>
                        <a:pt x="4703" y="2040"/>
                      </a:lnTo>
                      <a:moveTo>
                        <a:pt x="4703" y="1530"/>
                      </a:moveTo>
                      <a:lnTo>
                        <a:pt x="4703" y="1038"/>
                      </a:lnTo>
                      <a:lnTo>
                        <a:pt x="5466" y="1038"/>
                      </a:lnTo>
                      <a:lnTo>
                        <a:pt x="5466" y="1530"/>
                      </a:lnTo>
                      <a:lnTo>
                        <a:pt x="4703" y="1530"/>
                      </a:lnTo>
                      <a:moveTo>
                        <a:pt x="4703" y="1020"/>
                      </a:moveTo>
                      <a:lnTo>
                        <a:pt x="4703" y="528"/>
                      </a:lnTo>
                      <a:lnTo>
                        <a:pt x="5466" y="528"/>
                      </a:lnTo>
                      <a:lnTo>
                        <a:pt x="5466" y="1020"/>
                      </a:lnTo>
                      <a:lnTo>
                        <a:pt x="4703" y="1020"/>
                      </a:lnTo>
                      <a:moveTo>
                        <a:pt x="4703" y="510"/>
                      </a:moveTo>
                      <a:lnTo>
                        <a:pt x="4703" y="18"/>
                      </a:lnTo>
                      <a:lnTo>
                        <a:pt x="5466" y="18"/>
                      </a:lnTo>
                      <a:lnTo>
                        <a:pt x="5466" y="510"/>
                      </a:lnTo>
                      <a:lnTo>
                        <a:pt x="4703" y="510"/>
                      </a:lnTo>
                      <a:moveTo>
                        <a:pt x="4685" y="510"/>
                      </a:moveTo>
                      <a:lnTo>
                        <a:pt x="3922" y="510"/>
                      </a:lnTo>
                      <a:lnTo>
                        <a:pt x="3922" y="18"/>
                      </a:lnTo>
                      <a:lnTo>
                        <a:pt x="4685" y="18"/>
                      </a:lnTo>
                      <a:lnTo>
                        <a:pt x="4685" y="510"/>
                      </a:lnTo>
                      <a:moveTo>
                        <a:pt x="3904" y="510"/>
                      </a:moveTo>
                      <a:lnTo>
                        <a:pt x="3141" y="510"/>
                      </a:lnTo>
                      <a:lnTo>
                        <a:pt x="3141" y="18"/>
                      </a:lnTo>
                      <a:lnTo>
                        <a:pt x="3904" y="18"/>
                      </a:lnTo>
                      <a:lnTo>
                        <a:pt x="3904" y="510"/>
                      </a:lnTo>
                      <a:moveTo>
                        <a:pt x="3124" y="510"/>
                      </a:moveTo>
                      <a:lnTo>
                        <a:pt x="2360" y="510"/>
                      </a:lnTo>
                      <a:lnTo>
                        <a:pt x="2360" y="18"/>
                      </a:lnTo>
                      <a:lnTo>
                        <a:pt x="3124" y="18"/>
                      </a:lnTo>
                      <a:lnTo>
                        <a:pt x="3124" y="510"/>
                      </a:lnTo>
                      <a:moveTo>
                        <a:pt x="2343" y="510"/>
                      </a:moveTo>
                      <a:lnTo>
                        <a:pt x="1580" y="510"/>
                      </a:lnTo>
                      <a:lnTo>
                        <a:pt x="1580" y="18"/>
                      </a:lnTo>
                      <a:lnTo>
                        <a:pt x="2343" y="18"/>
                      </a:lnTo>
                      <a:lnTo>
                        <a:pt x="2343" y="510"/>
                      </a:lnTo>
                      <a:moveTo>
                        <a:pt x="1562" y="510"/>
                      </a:moveTo>
                      <a:lnTo>
                        <a:pt x="799" y="510"/>
                      </a:lnTo>
                      <a:lnTo>
                        <a:pt x="799" y="18"/>
                      </a:lnTo>
                      <a:lnTo>
                        <a:pt x="1562" y="18"/>
                      </a:lnTo>
                      <a:lnTo>
                        <a:pt x="1562" y="510"/>
                      </a:lnTo>
                      <a:moveTo>
                        <a:pt x="1562" y="528"/>
                      </a:moveTo>
                      <a:lnTo>
                        <a:pt x="1562" y="1020"/>
                      </a:lnTo>
                      <a:lnTo>
                        <a:pt x="799" y="1020"/>
                      </a:lnTo>
                      <a:lnTo>
                        <a:pt x="799" y="528"/>
                      </a:lnTo>
                      <a:lnTo>
                        <a:pt x="1562" y="528"/>
                      </a:lnTo>
                      <a:moveTo>
                        <a:pt x="781" y="1020"/>
                      </a:moveTo>
                      <a:lnTo>
                        <a:pt x="18" y="1020"/>
                      </a:lnTo>
                      <a:lnTo>
                        <a:pt x="18" y="528"/>
                      </a:lnTo>
                      <a:lnTo>
                        <a:pt x="781" y="528"/>
                      </a:lnTo>
                      <a:lnTo>
                        <a:pt x="781" y="1020"/>
                      </a:lnTo>
                      <a:moveTo>
                        <a:pt x="781" y="1038"/>
                      </a:moveTo>
                      <a:lnTo>
                        <a:pt x="781" y="1530"/>
                      </a:lnTo>
                      <a:lnTo>
                        <a:pt x="18" y="1530"/>
                      </a:lnTo>
                      <a:lnTo>
                        <a:pt x="18" y="1038"/>
                      </a:lnTo>
                      <a:lnTo>
                        <a:pt x="781" y="1038"/>
                      </a:lnTo>
                      <a:moveTo>
                        <a:pt x="781" y="1547"/>
                      </a:moveTo>
                      <a:lnTo>
                        <a:pt x="781" y="2040"/>
                      </a:lnTo>
                      <a:lnTo>
                        <a:pt x="18" y="2040"/>
                      </a:lnTo>
                      <a:lnTo>
                        <a:pt x="18" y="1547"/>
                      </a:lnTo>
                      <a:lnTo>
                        <a:pt x="781" y="1547"/>
                      </a:lnTo>
                      <a:moveTo>
                        <a:pt x="781" y="2057"/>
                      </a:moveTo>
                      <a:lnTo>
                        <a:pt x="781" y="2550"/>
                      </a:lnTo>
                      <a:lnTo>
                        <a:pt x="18" y="2550"/>
                      </a:lnTo>
                      <a:lnTo>
                        <a:pt x="18" y="2057"/>
                      </a:lnTo>
                      <a:lnTo>
                        <a:pt x="781" y="2057"/>
                      </a:lnTo>
                      <a:moveTo>
                        <a:pt x="781" y="2567"/>
                      </a:moveTo>
                      <a:lnTo>
                        <a:pt x="781" y="3060"/>
                      </a:lnTo>
                      <a:lnTo>
                        <a:pt x="18" y="3060"/>
                      </a:lnTo>
                      <a:lnTo>
                        <a:pt x="18" y="2567"/>
                      </a:lnTo>
                      <a:lnTo>
                        <a:pt x="781" y="2567"/>
                      </a:lnTo>
                      <a:moveTo>
                        <a:pt x="781" y="3077"/>
                      </a:moveTo>
                      <a:lnTo>
                        <a:pt x="781" y="3569"/>
                      </a:lnTo>
                      <a:lnTo>
                        <a:pt x="18" y="3569"/>
                      </a:lnTo>
                      <a:lnTo>
                        <a:pt x="18" y="3077"/>
                      </a:lnTo>
                      <a:lnTo>
                        <a:pt x="781" y="3077"/>
                      </a:lnTo>
                      <a:moveTo>
                        <a:pt x="799" y="3077"/>
                      </a:moveTo>
                      <a:lnTo>
                        <a:pt x="1562" y="3077"/>
                      </a:lnTo>
                      <a:lnTo>
                        <a:pt x="1562" y="3569"/>
                      </a:lnTo>
                      <a:lnTo>
                        <a:pt x="799" y="3569"/>
                      </a:lnTo>
                      <a:lnTo>
                        <a:pt x="799" y="3077"/>
                      </a:lnTo>
                      <a:moveTo>
                        <a:pt x="1562" y="3587"/>
                      </a:moveTo>
                      <a:lnTo>
                        <a:pt x="1562" y="4079"/>
                      </a:lnTo>
                      <a:lnTo>
                        <a:pt x="799" y="4079"/>
                      </a:lnTo>
                      <a:lnTo>
                        <a:pt x="799" y="3587"/>
                      </a:lnTo>
                      <a:lnTo>
                        <a:pt x="1562" y="3587"/>
                      </a:lnTo>
                      <a:moveTo>
                        <a:pt x="1580" y="3587"/>
                      </a:moveTo>
                      <a:lnTo>
                        <a:pt x="2343" y="3587"/>
                      </a:lnTo>
                      <a:lnTo>
                        <a:pt x="2343" y="4079"/>
                      </a:lnTo>
                      <a:lnTo>
                        <a:pt x="1580" y="4079"/>
                      </a:lnTo>
                      <a:lnTo>
                        <a:pt x="1580" y="3587"/>
                      </a:lnTo>
                      <a:moveTo>
                        <a:pt x="2360" y="3587"/>
                      </a:moveTo>
                      <a:lnTo>
                        <a:pt x="3124" y="3587"/>
                      </a:lnTo>
                      <a:lnTo>
                        <a:pt x="3124" y="4079"/>
                      </a:lnTo>
                      <a:lnTo>
                        <a:pt x="2360" y="4079"/>
                      </a:lnTo>
                      <a:lnTo>
                        <a:pt x="2360" y="3587"/>
                      </a:lnTo>
                      <a:moveTo>
                        <a:pt x="3141" y="3587"/>
                      </a:moveTo>
                      <a:lnTo>
                        <a:pt x="3904" y="3587"/>
                      </a:lnTo>
                      <a:lnTo>
                        <a:pt x="3904" y="4079"/>
                      </a:lnTo>
                      <a:lnTo>
                        <a:pt x="3141" y="4079"/>
                      </a:lnTo>
                      <a:lnTo>
                        <a:pt x="3141" y="3587"/>
                      </a:lnTo>
                      <a:moveTo>
                        <a:pt x="3922" y="3587"/>
                      </a:moveTo>
                      <a:lnTo>
                        <a:pt x="4685" y="3587"/>
                      </a:lnTo>
                      <a:lnTo>
                        <a:pt x="4685" y="4079"/>
                      </a:lnTo>
                      <a:lnTo>
                        <a:pt x="3922" y="4079"/>
                      </a:lnTo>
                      <a:lnTo>
                        <a:pt x="3922" y="3587"/>
                      </a:lnTo>
                      <a:moveTo>
                        <a:pt x="4703" y="3587"/>
                      </a:moveTo>
                      <a:lnTo>
                        <a:pt x="5466" y="3587"/>
                      </a:lnTo>
                      <a:lnTo>
                        <a:pt x="5466" y="4079"/>
                      </a:lnTo>
                      <a:lnTo>
                        <a:pt x="4703" y="4079"/>
                      </a:lnTo>
                      <a:lnTo>
                        <a:pt x="4703" y="3587"/>
                      </a:lnTo>
                      <a:moveTo>
                        <a:pt x="4703" y="3569"/>
                      </a:moveTo>
                      <a:lnTo>
                        <a:pt x="4703" y="3077"/>
                      </a:lnTo>
                      <a:lnTo>
                        <a:pt x="5466" y="3077"/>
                      </a:lnTo>
                      <a:lnTo>
                        <a:pt x="5466" y="3569"/>
                      </a:lnTo>
                      <a:lnTo>
                        <a:pt x="4703" y="3569"/>
                      </a:lnTo>
                      <a:moveTo>
                        <a:pt x="5484" y="3077"/>
                      </a:moveTo>
                      <a:lnTo>
                        <a:pt x="6247" y="3077"/>
                      </a:lnTo>
                      <a:lnTo>
                        <a:pt x="6247" y="3569"/>
                      </a:lnTo>
                      <a:lnTo>
                        <a:pt x="5484" y="3569"/>
                      </a:lnTo>
                      <a:lnTo>
                        <a:pt x="5484" y="3077"/>
                      </a:lnTo>
                      <a:moveTo>
                        <a:pt x="5484" y="3060"/>
                      </a:moveTo>
                      <a:lnTo>
                        <a:pt x="5484" y="2567"/>
                      </a:lnTo>
                      <a:lnTo>
                        <a:pt x="6247" y="2567"/>
                      </a:lnTo>
                      <a:lnTo>
                        <a:pt x="6247" y="3060"/>
                      </a:lnTo>
                      <a:lnTo>
                        <a:pt x="5484" y="3060"/>
                      </a:lnTo>
                      <a:moveTo>
                        <a:pt x="5484" y="2550"/>
                      </a:moveTo>
                      <a:lnTo>
                        <a:pt x="5484" y="2057"/>
                      </a:lnTo>
                      <a:lnTo>
                        <a:pt x="6247" y="2057"/>
                      </a:lnTo>
                      <a:lnTo>
                        <a:pt x="6247" y="2550"/>
                      </a:lnTo>
                      <a:lnTo>
                        <a:pt x="5484" y="2550"/>
                      </a:lnTo>
                      <a:moveTo>
                        <a:pt x="5484" y="2040"/>
                      </a:moveTo>
                      <a:lnTo>
                        <a:pt x="5484" y="1547"/>
                      </a:lnTo>
                      <a:lnTo>
                        <a:pt x="6247" y="1547"/>
                      </a:lnTo>
                      <a:lnTo>
                        <a:pt x="6247" y="2040"/>
                      </a:lnTo>
                      <a:lnTo>
                        <a:pt x="5484" y="2040"/>
                      </a:lnTo>
                      <a:moveTo>
                        <a:pt x="5484" y="1530"/>
                      </a:moveTo>
                      <a:lnTo>
                        <a:pt x="5484" y="1038"/>
                      </a:lnTo>
                      <a:lnTo>
                        <a:pt x="6247" y="1038"/>
                      </a:lnTo>
                      <a:lnTo>
                        <a:pt x="6247" y="1530"/>
                      </a:lnTo>
                      <a:lnTo>
                        <a:pt x="5484" y="1530"/>
                      </a:lnTo>
                      <a:moveTo>
                        <a:pt x="5484" y="1020"/>
                      </a:moveTo>
                      <a:lnTo>
                        <a:pt x="5484" y="528"/>
                      </a:lnTo>
                      <a:lnTo>
                        <a:pt x="6247" y="528"/>
                      </a:lnTo>
                      <a:lnTo>
                        <a:pt x="6247" y="1020"/>
                      </a:lnTo>
                      <a:lnTo>
                        <a:pt x="5484" y="1020"/>
                      </a:lnTo>
                      <a:moveTo>
                        <a:pt x="781" y="18"/>
                      </a:moveTo>
                      <a:lnTo>
                        <a:pt x="781" y="510"/>
                      </a:lnTo>
                      <a:lnTo>
                        <a:pt x="18" y="510"/>
                      </a:lnTo>
                      <a:lnTo>
                        <a:pt x="18" y="18"/>
                      </a:lnTo>
                      <a:lnTo>
                        <a:pt x="781" y="18"/>
                      </a:lnTo>
                      <a:moveTo>
                        <a:pt x="18" y="3587"/>
                      </a:moveTo>
                      <a:lnTo>
                        <a:pt x="781" y="3587"/>
                      </a:lnTo>
                      <a:lnTo>
                        <a:pt x="781" y="4079"/>
                      </a:lnTo>
                      <a:lnTo>
                        <a:pt x="18" y="4079"/>
                      </a:lnTo>
                      <a:lnTo>
                        <a:pt x="18" y="3587"/>
                      </a:lnTo>
                      <a:moveTo>
                        <a:pt x="5484" y="4079"/>
                      </a:moveTo>
                      <a:lnTo>
                        <a:pt x="5484" y="3587"/>
                      </a:lnTo>
                      <a:lnTo>
                        <a:pt x="6247" y="3587"/>
                      </a:lnTo>
                      <a:lnTo>
                        <a:pt x="6247" y="4079"/>
                      </a:lnTo>
                      <a:lnTo>
                        <a:pt x="5484" y="407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2" name="Google Shape;1572;p4"/>
                <p:cNvSpPr/>
                <p:nvPr/>
              </p:nvSpPr>
              <p:spPr>
                <a:xfrm>
                  <a:off x="6490195" y="947570"/>
                  <a:ext cx="2119680" cy="899280"/>
                </a:xfrm>
                <a:custGeom>
                  <a:rect b="b" l="l" r="r" t="t"/>
                  <a:pathLst>
                    <a:path extrusionOk="0" h="2498" w="5888">
                      <a:moveTo>
                        <a:pt x="5887" y="1899"/>
                      </a:moveTo>
                      <a:cubicBezTo>
                        <a:pt x="5882" y="1887"/>
                        <a:pt x="5877" y="1879"/>
                        <a:pt x="5871" y="1872"/>
                      </a:cubicBezTo>
                      <a:cubicBezTo>
                        <a:pt x="5868" y="1867"/>
                        <a:pt x="5864" y="1862"/>
                        <a:pt x="5861" y="1857"/>
                      </a:cubicBezTo>
                      <a:cubicBezTo>
                        <a:pt x="5858" y="1852"/>
                        <a:pt x="5858" y="1846"/>
                        <a:pt x="5858" y="1840"/>
                      </a:cubicBezTo>
                      <a:cubicBezTo>
                        <a:pt x="5858" y="1834"/>
                        <a:pt x="5858" y="1827"/>
                        <a:pt x="5855" y="1819"/>
                      </a:cubicBezTo>
                      <a:lnTo>
                        <a:pt x="5853" y="1813"/>
                      </a:lnTo>
                      <a:lnTo>
                        <a:pt x="5847" y="1813"/>
                      </a:lnTo>
                      <a:cubicBezTo>
                        <a:pt x="5831" y="1814"/>
                        <a:pt x="5810" y="1785"/>
                        <a:pt x="5798" y="1765"/>
                      </a:cubicBezTo>
                      <a:lnTo>
                        <a:pt x="5798" y="1255"/>
                      </a:lnTo>
                      <a:lnTo>
                        <a:pt x="5730" y="1255"/>
                      </a:lnTo>
                      <a:lnTo>
                        <a:pt x="5730" y="828"/>
                      </a:lnTo>
                      <a:lnTo>
                        <a:pt x="5712" y="828"/>
                      </a:lnTo>
                      <a:lnTo>
                        <a:pt x="5712" y="1255"/>
                      </a:lnTo>
                      <a:lnTo>
                        <a:pt x="5645" y="1255"/>
                      </a:lnTo>
                      <a:lnTo>
                        <a:pt x="5645" y="1553"/>
                      </a:lnTo>
                      <a:cubicBezTo>
                        <a:pt x="5640" y="1549"/>
                        <a:pt x="5635" y="1547"/>
                        <a:pt x="5629" y="1546"/>
                      </a:cubicBezTo>
                      <a:cubicBezTo>
                        <a:pt x="5620" y="1544"/>
                        <a:pt x="5610" y="1546"/>
                        <a:pt x="5602" y="1553"/>
                      </a:cubicBezTo>
                      <a:cubicBezTo>
                        <a:pt x="5580" y="1570"/>
                        <a:pt x="5567" y="1598"/>
                        <a:pt x="5553" y="1624"/>
                      </a:cubicBezTo>
                      <a:cubicBezTo>
                        <a:pt x="5548" y="1636"/>
                        <a:pt x="5542" y="1647"/>
                        <a:pt x="5536" y="1657"/>
                      </a:cubicBezTo>
                      <a:lnTo>
                        <a:pt x="5536" y="1398"/>
                      </a:lnTo>
                      <a:lnTo>
                        <a:pt x="5470" y="1398"/>
                      </a:lnTo>
                      <a:lnTo>
                        <a:pt x="5470" y="958"/>
                      </a:lnTo>
                      <a:lnTo>
                        <a:pt x="5452" y="958"/>
                      </a:lnTo>
                      <a:lnTo>
                        <a:pt x="5452" y="1398"/>
                      </a:lnTo>
                      <a:lnTo>
                        <a:pt x="5384" y="1398"/>
                      </a:lnTo>
                      <a:lnTo>
                        <a:pt x="5384" y="1884"/>
                      </a:lnTo>
                      <a:lnTo>
                        <a:pt x="5382" y="1887"/>
                      </a:lnTo>
                      <a:cubicBezTo>
                        <a:pt x="5373" y="1902"/>
                        <a:pt x="5364" y="1916"/>
                        <a:pt x="5356" y="1930"/>
                      </a:cubicBezTo>
                      <a:cubicBezTo>
                        <a:pt x="5344" y="1949"/>
                        <a:pt x="5332" y="1969"/>
                        <a:pt x="5320" y="1989"/>
                      </a:cubicBezTo>
                      <a:cubicBezTo>
                        <a:pt x="5317" y="1994"/>
                        <a:pt x="5314" y="2000"/>
                        <a:pt x="5311" y="2006"/>
                      </a:cubicBezTo>
                      <a:cubicBezTo>
                        <a:pt x="5305" y="2018"/>
                        <a:pt x="5299" y="2031"/>
                        <a:pt x="5292" y="2038"/>
                      </a:cubicBezTo>
                      <a:cubicBezTo>
                        <a:pt x="5288" y="2042"/>
                        <a:pt x="5284" y="2044"/>
                        <a:pt x="5278" y="2046"/>
                      </a:cubicBezTo>
                      <a:cubicBezTo>
                        <a:pt x="5277" y="2046"/>
                        <a:pt x="5276" y="2047"/>
                        <a:pt x="5275" y="2048"/>
                      </a:cubicBezTo>
                      <a:lnTo>
                        <a:pt x="5275" y="1298"/>
                      </a:lnTo>
                      <a:lnTo>
                        <a:pt x="5216" y="1298"/>
                      </a:lnTo>
                      <a:lnTo>
                        <a:pt x="5216" y="1131"/>
                      </a:lnTo>
                      <a:lnTo>
                        <a:pt x="5198" y="1131"/>
                      </a:lnTo>
                      <a:lnTo>
                        <a:pt x="5198" y="1298"/>
                      </a:lnTo>
                      <a:lnTo>
                        <a:pt x="5122" y="1298"/>
                      </a:lnTo>
                      <a:lnTo>
                        <a:pt x="5122" y="2098"/>
                      </a:lnTo>
                      <a:cubicBezTo>
                        <a:pt x="5110" y="2098"/>
                        <a:pt x="5098" y="2096"/>
                        <a:pt x="5087" y="2092"/>
                      </a:cubicBezTo>
                      <a:cubicBezTo>
                        <a:pt x="5032" y="2074"/>
                        <a:pt x="4998" y="2020"/>
                        <a:pt x="4979" y="1979"/>
                      </a:cubicBezTo>
                      <a:cubicBezTo>
                        <a:pt x="4967" y="1952"/>
                        <a:pt x="4951" y="1925"/>
                        <a:pt x="4928" y="1895"/>
                      </a:cubicBezTo>
                      <a:cubicBezTo>
                        <a:pt x="4903" y="1861"/>
                        <a:pt x="4898" y="1830"/>
                        <a:pt x="4892" y="1794"/>
                      </a:cubicBezTo>
                      <a:cubicBezTo>
                        <a:pt x="4889" y="1781"/>
                        <a:pt x="4887" y="1767"/>
                        <a:pt x="4883" y="1752"/>
                      </a:cubicBezTo>
                      <a:cubicBezTo>
                        <a:pt x="4860" y="1655"/>
                        <a:pt x="4815" y="1551"/>
                        <a:pt x="4758" y="1466"/>
                      </a:cubicBezTo>
                      <a:cubicBezTo>
                        <a:pt x="4733" y="1430"/>
                        <a:pt x="4710" y="1391"/>
                        <a:pt x="4688" y="1354"/>
                      </a:cubicBezTo>
                      <a:cubicBezTo>
                        <a:pt x="4658" y="1304"/>
                        <a:pt x="4628" y="1252"/>
                        <a:pt x="4592" y="1204"/>
                      </a:cubicBezTo>
                      <a:cubicBezTo>
                        <a:pt x="4579" y="1186"/>
                        <a:pt x="4567" y="1168"/>
                        <a:pt x="4555" y="1150"/>
                      </a:cubicBezTo>
                      <a:cubicBezTo>
                        <a:pt x="4540" y="1128"/>
                        <a:pt x="4525" y="1106"/>
                        <a:pt x="4509" y="1084"/>
                      </a:cubicBezTo>
                      <a:cubicBezTo>
                        <a:pt x="4495" y="1066"/>
                        <a:pt x="4484" y="1048"/>
                        <a:pt x="4473" y="1029"/>
                      </a:cubicBezTo>
                      <a:cubicBezTo>
                        <a:pt x="4465" y="1016"/>
                        <a:pt x="4458" y="1004"/>
                        <a:pt x="4449" y="991"/>
                      </a:cubicBezTo>
                      <a:cubicBezTo>
                        <a:pt x="4431" y="963"/>
                        <a:pt x="4422" y="943"/>
                        <a:pt x="4414" y="912"/>
                      </a:cubicBezTo>
                      <a:cubicBezTo>
                        <a:pt x="4412" y="904"/>
                        <a:pt x="4411" y="897"/>
                        <a:pt x="4409" y="888"/>
                      </a:cubicBezTo>
                      <a:cubicBezTo>
                        <a:pt x="4401" y="856"/>
                        <a:pt x="4393" y="818"/>
                        <a:pt x="4378" y="791"/>
                      </a:cubicBezTo>
                      <a:cubicBezTo>
                        <a:pt x="4363" y="765"/>
                        <a:pt x="4338" y="744"/>
                        <a:pt x="4321" y="732"/>
                      </a:cubicBezTo>
                      <a:cubicBezTo>
                        <a:pt x="4316" y="728"/>
                        <a:pt x="4311" y="725"/>
                        <a:pt x="4306" y="721"/>
                      </a:cubicBezTo>
                      <a:cubicBezTo>
                        <a:pt x="4284" y="704"/>
                        <a:pt x="4256" y="684"/>
                        <a:pt x="4228" y="671"/>
                      </a:cubicBezTo>
                      <a:lnTo>
                        <a:pt x="4228" y="256"/>
                      </a:lnTo>
                      <a:lnTo>
                        <a:pt x="4165" y="256"/>
                      </a:lnTo>
                      <a:lnTo>
                        <a:pt x="4165" y="64"/>
                      </a:lnTo>
                      <a:lnTo>
                        <a:pt x="4148" y="64"/>
                      </a:lnTo>
                      <a:lnTo>
                        <a:pt x="4148" y="256"/>
                      </a:lnTo>
                      <a:lnTo>
                        <a:pt x="4076" y="256"/>
                      </a:lnTo>
                      <a:lnTo>
                        <a:pt x="4076" y="781"/>
                      </a:lnTo>
                      <a:cubicBezTo>
                        <a:pt x="4058" y="810"/>
                        <a:pt x="4040" y="835"/>
                        <a:pt x="4010" y="858"/>
                      </a:cubicBezTo>
                      <a:cubicBezTo>
                        <a:pt x="3996" y="869"/>
                        <a:pt x="3981" y="880"/>
                        <a:pt x="3967" y="890"/>
                      </a:cubicBezTo>
                      <a:lnTo>
                        <a:pt x="3967" y="511"/>
                      </a:lnTo>
                      <a:lnTo>
                        <a:pt x="3905" y="511"/>
                      </a:lnTo>
                      <a:lnTo>
                        <a:pt x="3905" y="319"/>
                      </a:lnTo>
                      <a:lnTo>
                        <a:pt x="3888" y="319"/>
                      </a:lnTo>
                      <a:lnTo>
                        <a:pt x="3888" y="511"/>
                      </a:lnTo>
                      <a:lnTo>
                        <a:pt x="3814" y="511"/>
                      </a:lnTo>
                      <a:lnTo>
                        <a:pt x="3814" y="1002"/>
                      </a:lnTo>
                      <a:cubicBezTo>
                        <a:pt x="3811" y="1005"/>
                        <a:pt x="3808" y="1008"/>
                        <a:pt x="3805" y="1011"/>
                      </a:cubicBezTo>
                      <a:cubicBezTo>
                        <a:pt x="3768" y="1050"/>
                        <a:pt x="3736" y="1092"/>
                        <a:pt x="3705" y="1134"/>
                      </a:cubicBezTo>
                      <a:lnTo>
                        <a:pt x="3705" y="750"/>
                      </a:lnTo>
                      <a:lnTo>
                        <a:pt x="3646" y="750"/>
                      </a:lnTo>
                      <a:lnTo>
                        <a:pt x="3646" y="573"/>
                      </a:lnTo>
                      <a:lnTo>
                        <a:pt x="3628" y="573"/>
                      </a:lnTo>
                      <a:lnTo>
                        <a:pt x="3628" y="750"/>
                      </a:lnTo>
                      <a:lnTo>
                        <a:pt x="3553" y="750"/>
                      </a:lnTo>
                      <a:lnTo>
                        <a:pt x="3553" y="1367"/>
                      </a:lnTo>
                      <a:cubicBezTo>
                        <a:pt x="3544" y="1380"/>
                        <a:pt x="3534" y="1393"/>
                        <a:pt x="3525" y="1405"/>
                      </a:cubicBezTo>
                      <a:cubicBezTo>
                        <a:pt x="3510" y="1425"/>
                        <a:pt x="3494" y="1446"/>
                        <a:pt x="3480" y="1469"/>
                      </a:cubicBezTo>
                      <a:cubicBezTo>
                        <a:pt x="3467" y="1490"/>
                        <a:pt x="3457" y="1506"/>
                        <a:pt x="3444" y="1519"/>
                      </a:cubicBezTo>
                      <a:lnTo>
                        <a:pt x="3444" y="1010"/>
                      </a:lnTo>
                      <a:lnTo>
                        <a:pt x="3386" y="1010"/>
                      </a:lnTo>
                      <a:lnTo>
                        <a:pt x="3386" y="877"/>
                      </a:lnTo>
                      <a:lnTo>
                        <a:pt x="3368" y="877"/>
                      </a:lnTo>
                      <a:lnTo>
                        <a:pt x="3368" y="1010"/>
                      </a:lnTo>
                      <a:lnTo>
                        <a:pt x="3291" y="1010"/>
                      </a:lnTo>
                      <a:lnTo>
                        <a:pt x="3291" y="1593"/>
                      </a:lnTo>
                      <a:cubicBezTo>
                        <a:pt x="3290" y="1594"/>
                        <a:pt x="3289" y="1594"/>
                        <a:pt x="3288" y="1594"/>
                      </a:cubicBezTo>
                      <a:cubicBezTo>
                        <a:pt x="3253" y="1604"/>
                        <a:pt x="3184" y="1606"/>
                        <a:pt x="3157" y="1585"/>
                      </a:cubicBezTo>
                      <a:cubicBezTo>
                        <a:pt x="3114" y="1552"/>
                        <a:pt x="3090" y="1519"/>
                        <a:pt x="3080" y="1477"/>
                      </a:cubicBezTo>
                      <a:cubicBezTo>
                        <a:pt x="3078" y="1471"/>
                        <a:pt x="3078" y="1464"/>
                        <a:pt x="3078" y="1457"/>
                      </a:cubicBezTo>
                      <a:cubicBezTo>
                        <a:pt x="3077" y="1447"/>
                        <a:pt x="3077" y="1436"/>
                        <a:pt x="3073" y="1427"/>
                      </a:cubicBezTo>
                      <a:cubicBezTo>
                        <a:pt x="3067" y="1412"/>
                        <a:pt x="3049" y="1399"/>
                        <a:pt x="3035" y="1389"/>
                      </a:cubicBezTo>
                      <a:cubicBezTo>
                        <a:pt x="3032" y="1387"/>
                        <a:pt x="3030" y="1385"/>
                        <a:pt x="3027" y="1384"/>
                      </a:cubicBezTo>
                      <a:cubicBezTo>
                        <a:pt x="2988" y="1354"/>
                        <a:pt x="2915" y="1300"/>
                        <a:pt x="2871" y="1356"/>
                      </a:cubicBezTo>
                      <a:cubicBezTo>
                        <a:pt x="2861" y="1369"/>
                        <a:pt x="2852" y="1382"/>
                        <a:pt x="2843" y="1396"/>
                      </a:cubicBezTo>
                      <a:cubicBezTo>
                        <a:pt x="2825" y="1422"/>
                        <a:pt x="2808" y="1446"/>
                        <a:pt x="2785" y="1466"/>
                      </a:cubicBezTo>
                      <a:cubicBezTo>
                        <a:pt x="2739" y="1505"/>
                        <a:pt x="2702" y="1541"/>
                        <a:pt x="2672" y="1574"/>
                      </a:cubicBezTo>
                      <a:cubicBezTo>
                        <a:pt x="2668" y="1580"/>
                        <a:pt x="2663" y="1585"/>
                        <a:pt x="2659" y="1590"/>
                      </a:cubicBezTo>
                      <a:lnTo>
                        <a:pt x="2659" y="993"/>
                      </a:lnTo>
                      <a:lnTo>
                        <a:pt x="2601" y="993"/>
                      </a:lnTo>
                      <a:lnTo>
                        <a:pt x="2601" y="530"/>
                      </a:lnTo>
                      <a:lnTo>
                        <a:pt x="2583" y="530"/>
                      </a:lnTo>
                      <a:lnTo>
                        <a:pt x="2583" y="993"/>
                      </a:lnTo>
                      <a:lnTo>
                        <a:pt x="2506" y="993"/>
                      </a:lnTo>
                      <a:lnTo>
                        <a:pt x="2506" y="1829"/>
                      </a:lnTo>
                      <a:cubicBezTo>
                        <a:pt x="2502" y="1837"/>
                        <a:pt x="2498" y="1845"/>
                        <a:pt x="2493" y="1853"/>
                      </a:cubicBezTo>
                      <a:cubicBezTo>
                        <a:pt x="2491" y="1856"/>
                        <a:pt x="2490" y="1859"/>
                        <a:pt x="2488" y="1863"/>
                      </a:cubicBezTo>
                      <a:cubicBezTo>
                        <a:pt x="2479" y="1879"/>
                        <a:pt x="2471" y="1893"/>
                        <a:pt x="2458" y="1907"/>
                      </a:cubicBezTo>
                      <a:cubicBezTo>
                        <a:pt x="2442" y="1925"/>
                        <a:pt x="2438" y="1940"/>
                        <a:pt x="2433" y="1958"/>
                      </a:cubicBezTo>
                      <a:cubicBezTo>
                        <a:pt x="2431" y="1964"/>
                        <a:pt x="2429" y="1971"/>
                        <a:pt x="2426" y="1979"/>
                      </a:cubicBezTo>
                      <a:cubicBezTo>
                        <a:pt x="2423" y="1988"/>
                        <a:pt x="2421" y="1999"/>
                        <a:pt x="2420" y="2008"/>
                      </a:cubicBezTo>
                      <a:cubicBezTo>
                        <a:pt x="2418" y="2020"/>
                        <a:pt x="2417" y="2030"/>
                        <a:pt x="2413" y="2039"/>
                      </a:cubicBezTo>
                      <a:cubicBezTo>
                        <a:pt x="2410" y="2044"/>
                        <a:pt x="2404" y="2049"/>
                        <a:pt x="2397" y="2055"/>
                      </a:cubicBezTo>
                      <a:lnTo>
                        <a:pt x="2397" y="1210"/>
                      </a:lnTo>
                      <a:lnTo>
                        <a:pt x="2341" y="1210"/>
                      </a:lnTo>
                      <a:lnTo>
                        <a:pt x="2341" y="733"/>
                      </a:lnTo>
                      <a:lnTo>
                        <a:pt x="2323" y="733"/>
                      </a:lnTo>
                      <a:lnTo>
                        <a:pt x="2323" y="1210"/>
                      </a:lnTo>
                      <a:lnTo>
                        <a:pt x="2245" y="1210"/>
                      </a:lnTo>
                      <a:lnTo>
                        <a:pt x="2245" y="2115"/>
                      </a:lnTo>
                      <a:cubicBezTo>
                        <a:pt x="2236" y="2117"/>
                        <a:pt x="2227" y="2120"/>
                        <a:pt x="2219" y="2122"/>
                      </a:cubicBezTo>
                      <a:cubicBezTo>
                        <a:pt x="2191" y="2129"/>
                        <a:pt x="2163" y="2128"/>
                        <a:pt x="2136" y="2125"/>
                      </a:cubicBezTo>
                      <a:lnTo>
                        <a:pt x="2136" y="1474"/>
                      </a:lnTo>
                      <a:lnTo>
                        <a:pt x="2081" y="1474"/>
                      </a:lnTo>
                      <a:lnTo>
                        <a:pt x="2081" y="936"/>
                      </a:lnTo>
                      <a:lnTo>
                        <a:pt x="2063" y="936"/>
                      </a:lnTo>
                      <a:lnTo>
                        <a:pt x="2063" y="1474"/>
                      </a:lnTo>
                      <a:lnTo>
                        <a:pt x="1983" y="1474"/>
                      </a:lnTo>
                      <a:lnTo>
                        <a:pt x="1983" y="2086"/>
                      </a:lnTo>
                      <a:cubicBezTo>
                        <a:pt x="1976" y="2080"/>
                        <a:pt x="1969" y="2074"/>
                        <a:pt x="1962" y="2066"/>
                      </a:cubicBezTo>
                      <a:cubicBezTo>
                        <a:pt x="1959" y="2064"/>
                        <a:pt x="1957" y="2062"/>
                        <a:pt x="1955" y="2060"/>
                      </a:cubicBezTo>
                      <a:cubicBezTo>
                        <a:pt x="1944" y="2049"/>
                        <a:pt x="1936" y="2041"/>
                        <a:pt x="1930" y="2029"/>
                      </a:cubicBezTo>
                      <a:cubicBezTo>
                        <a:pt x="1923" y="2014"/>
                        <a:pt x="1918" y="1996"/>
                        <a:pt x="1913" y="1980"/>
                      </a:cubicBezTo>
                      <a:cubicBezTo>
                        <a:pt x="1910" y="1968"/>
                        <a:pt x="1908" y="1957"/>
                        <a:pt x="1905" y="1946"/>
                      </a:cubicBezTo>
                      <a:cubicBezTo>
                        <a:pt x="1892" y="1892"/>
                        <a:pt x="1879" y="1836"/>
                        <a:pt x="1828" y="1799"/>
                      </a:cubicBezTo>
                      <a:cubicBezTo>
                        <a:pt x="1808" y="1785"/>
                        <a:pt x="1783" y="1773"/>
                        <a:pt x="1759" y="1762"/>
                      </a:cubicBezTo>
                      <a:cubicBezTo>
                        <a:pt x="1726" y="1747"/>
                        <a:pt x="1692" y="1731"/>
                        <a:pt x="1670" y="1708"/>
                      </a:cubicBezTo>
                      <a:cubicBezTo>
                        <a:pt x="1661" y="1697"/>
                        <a:pt x="1658" y="1687"/>
                        <a:pt x="1656" y="1673"/>
                      </a:cubicBezTo>
                      <a:cubicBezTo>
                        <a:pt x="1654" y="1666"/>
                        <a:pt x="1653" y="1660"/>
                        <a:pt x="1651" y="1653"/>
                      </a:cubicBezTo>
                      <a:cubicBezTo>
                        <a:pt x="1648" y="1643"/>
                        <a:pt x="1644" y="1635"/>
                        <a:pt x="1641" y="1626"/>
                      </a:cubicBezTo>
                      <a:cubicBezTo>
                        <a:pt x="1635" y="1615"/>
                        <a:pt x="1630" y="1604"/>
                        <a:pt x="1628" y="1592"/>
                      </a:cubicBezTo>
                      <a:cubicBezTo>
                        <a:pt x="1627" y="1586"/>
                        <a:pt x="1627" y="1581"/>
                        <a:pt x="1626" y="1576"/>
                      </a:cubicBezTo>
                      <a:cubicBezTo>
                        <a:pt x="1624" y="1561"/>
                        <a:pt x="1622" y="1546"/>
                        <a:pt x="1613" y="1528"/>
                      </a:cubicBezTo>
                      <a:cubicBezTo>
                        <a:pt x="1609" y="1520"/>
                        <a:pt x="1604" y="1513"/>
                        <a:pt x="1599" y="1507"/>
                      </a:cubicBezTo>
                      <a:cubicBezTo>
                        <a:pt x="1595" y="1501"/>
                        <a:pt x="1591" y="1496"/>
                        <a:pt x="1588" y="1491"/>
                      </a:cubicBezTo>
                      <a:cubicBezTo>
                        <a:pt x="1584" y="1484"/>
                        <a:pt x="1582" y="1478"/>
                        <a:pt x="1579" y="1472"/>
                      </a:cubicBezTo>
                      <a:cubicBezTo>
                        <a:pt x="1574" y="1461"/>
                        <a:pt x="1569" y="1450"/>
                        <a:pt x="1560" y="1439"/>
                      </a:cubicBezTo>
                      <a:lnTo>
                        <a:pt x="1554" y="1431"/>
                      </a:lnTo>
                      <a:cubicBezTo>
                        <a:pt x="1543" y="1416"/>
                        <a:pt x="1532" y="1401"/>
                        <a:pt x="1521" y="1385"/>
                      </a:cubicBezTo>
                      <a:cubicBezTo>
                        <a:pt x="1511" y="1369"/>
                        <a:pt x="1503" y="1350"/>
                        <a:pt x="1495" y="1331"/>
                      </a:cubicBezTo>
                      <a:cubicBezTo>
                        <a:pt x="1489" y="1316"/>
                        <a:pt x="1482" y="1300"/>
                        <a:pt x="1474" y="1286"/>
                      </a:cubicBezTo>
                      <a:cubicBezTo>
                        <a:pt x="1468" y="1275"/>
                        <a:pt x="1460" y="1266"/>
                        <a:pt x="1452" y="1256"/>
                      </a:cubicBezTo>
                      <a:cubicBezTo>
                        <a:pt x="1441" y="1243"/>
                        <a:pt x="1430" y="1230"/>
                        <a:pt x="1426" y="1217"/>
                      </a:cubicBezTo>
                      <a:cubicBezTo>
                        <a:pt x="1420" y="1201"/>
                        <a:pt x="1422" y="1178"/>
                        <a:pt x="1423" y="1158"/>
                      </a:cubicBezTo>
                      <a:cubicBezTo>
                        <a:pt x="1424" y="1149"/>
                        <a:pt x="1424" y="1141"/>
                        <a:pt x="1424" y="1133"/>
                      </a:cubicBezTo>
                      <a:cubicBezTo>
                        <a:pt x="1424" y="1129"/>
                        <a:pt x="1424" y="1125"/>
                        <a:pt x="1424" y="1122"/>
                      </a:cubicBezTo>
                      <a:cubicBezTo>
                        <a:pt x="1424" y="1089"/>
                        <a:pt x="1425" y="1067"/>
                        <a:pt x="1402" y="1036"/>
                      </a:cubicBezTo>
                      <a:cubicBezTo>
                        <a:pt x="1395" y="1026"/>
                        <a:pt x="1388" y="1016"/>
                        <a:pt x="1381" y="1006"/>
                      </a:cubicBezTo>
                      <a:cubicBezTo>
                        <a:pt x="1356" y="968"/>
                        <a:pt x="1330" y="928"/>
                        <a:pt x="1285" y="903"/>
                      </a:cubicBezTo>
                      <a:lnTo>
                        <a:pt x="1280" y="900"/>
                      </a:lnTo>
                      <a:lnTo>
                        <a:pt x="1275" y="903"/>
                      </a:lnTo>
                      <a:cubicBezTo>
                        <a:pt x="1268" y="908"/>
                        <a:pt x="1264" y="913"/>
                        <a:pt x="1260" y="917"/>
                      </a:cubicBezTo>
                      <a:cubicBezTo>
                        <a:pt x="1253" y="923"/>
                        <a:pt x="1248" y="928"/>
                        <a:pt x="1236" y="934"/>
                      </a:cubicBezTo>
                      <a:cubicBezTo>
                        <a:pt x="1225" y="938"/>
                        <a:pt x="1218" y="945"/>
                        <a:pt x="1211" y="951"/>
                      </a:cubicBezTo>
                      <a:cubicBezTo>
                        <a:pt x="1207" y="955"/>
                        <a:pt x="1202" y="959"/>
                        <a:pt x="1197" y="963"/>
                      </a:cubicBezTo>
                      <a:cubicBezTo>
                        <a:pt x="1186" y="970"/>
                        <a:pt x="1174" y="975"/>
                        <a:pt x="1162" y="980"/>
                      </a:cubicBezTo>
                      <a:cubicBezTo>
                        <a:pt x="1140" y="989"/>
                        <a:pt x="1117" y="998"/>
                        <a:pt x="1099" y="1021"/>
                      </a:cubicBezTo>
                      <a:cubicBezTo>
                        <a:pt x="1096" y="1025"/>
                        <a:pt x="1092" y="1029"/>
                        <a:pt x="1089" y="1033"/>
                      </a:cubicBezTo>
                      <a:lnTo>
                        <a:pt x="1089" y="435"/>
                      </a:lnTo>
                      <a:lnTo>
                        <a:pt x="1019" y="435"/>
                      </a:lnTo>
                      <a:lnTo>
                        <a:pt x="1019" y="0"/>
                      </a:lnTo>
                      <a:lnTo>
                        <a:pt x="1002" y="0"/>
                      </a:lnTo>
                      <a:lnTo>
                        <a:pt x="1002" y="435"/>
                      </a:lnTo>
                      <a:lnTo>
                        <a:pt x="937" y="435"/>
                      </a:lnTo>
                      <a:lnTo>
                        <a:pt x="937" y="1196"/>
                      </a:lnTo>
                      <a:cubicBezTo>
                        <a:pt x="931" y="1204"/>
                        <a:pt x="925" y="1211"/>
                        <a:pt x="917" y="1218"/>
                      </a:cubicBezTo>
                      <a:cubicBezTo>
                        <a:pt x="892" y="1238"/>
                        <a:pt x="876" y="1261"/>
                        <a:pt x="859" y="1284"/>
                      </a:cubicBezTo>
                      <a:cubicBezTo>
                        <a:pt x="856" y="1290"/>
                        <a:pt x="852" y="1295"/>
                        <a:pt x="848" y="1301"/>
                      </a:cubicBezTo>
                      <a:cubicBezTo>
                        <a:pt x="842" y="1309"/>
                        <a:pt x="835" y="1317"/>
                        <a:pt x="828" y="1326"/>
                      </a:cubicBezTo>
                      <a:lnTo>
                        <a:pt x="828" y="1327"/>
                      </a:lnTo>
                      <a:lnTo>
                        <a:pt x="828" y="775"/>
                      </a:lnTo>
                      <a:lnTo>
                        <a:pt x="764" y="775"/>
                      </a:lnTo>
                      <a:lnTo>
                        <a:pt x="764" y="345"/>
                      </a:lnTo>
                      <a:lnTo>
                        <a:pt x="746" y="345"/>
                      </a:lnTo>
                      <a:lnTo>
                        <a:pt x="746" y="775"/>
                      </a:lnTo>
                      <a:lnTo>
                        <a:pt x="675" y="775"/>
                      </a:lnTo>
                      <a:lnTo>
                        <a:pt x="675" y="1528"/>
                      </a:lnTo>
                      <a:cubicBezTo>
                        <a:pt x="675" y="1529"/>
                        <a:pt x="674" y="1530"/>
                        <a:pt x="674" y="1531"/>
                      </a:cubicBezTo>
                      <a:cubicBezTo>
                        <a:pt x="661" y="1553"/>
                        <a:pt x="645" y="1574"/>
                        <a:pt x="629" y="1594"/>
                      </a:cubicBezTo>
                      <a:cubicBezTo>
                        <a:pt x="611" y="1617"/>
                        <a:pt x="592" y="1640"/>
                        <a:pt x="579" y="1666"/>
                      </a:cubicBezTo>
                      <a:cubicBezTo>
                        <a:pt x="575" y="1675"/>
                        <a:pt x="570" y="1683"/>
                        <a:pt x="566" y="1691"/>
                      </a:cubicBezTo>
                      <a:lnTo>
                        <a:pt x="566" y="1168"/>
                      </a:lnTo>
                      <a:lnTo>
                        <a:pt x="492" y="1168"/>
                      </a:lnTo>
                      <a:lnTo>
                        <a:pt x="492" y="678"/>
                      </a:lnTo>
                      <a:lnTo>
                        <a:pt x="474" y="678"/>
                      </a:lnTo>
                      <a:lnTo>
                        <a:pt x="474" y="1168"/>
                      </a:lnTo>
                      <a:lnTo>
                        <a:pt x="414" y="1168"/>
                      </a:lnTo>
                      <a:lnTo>
                        <a:pt x="414" y="2063"/>
                      </a:lnTo>
                      <a:cubicBezTo>
                        <a:pt x="398" y="2082"/>
                        <a:pt x="371" y="2094"/>
                        <a:pt x="350" y="2097"/>
                      </a:cubicBezTo>
                      <a:cubicBezTo>
                        <a:pt x="342" y="2098"/>
                        <a:pt x="335" y="2100"/>
                        <a:pt x="328" y="2102"/>
                      </a:cubicBezTo>
                      <a:cubicBezTo>
                        <a:pt x="320" y="2104"/>
                        <a:pt x="312" y="2106"/>
                        <a:pt x="305" y="2107"/>
                      </a:cubicBezTo>
                      <a:lnTo>
                        <a:pt x="305" y="1543"/>
                      </a:lnTo>
                      <a:lnTo>
                        <a:pt x="228" y="1543"/>
                      </a:lnTo>
                      <a:lnTo>
                        <a:pt x="228" y="897"/>
                      </a:lnTo>
                      <a:lnTo>
                        <a:pt x="210" y="897"/>
                      </a:lnTo>
                      <a:lnTo>
                        <a:pt x="210" y="1543"/>
                      </a:lnTo>
                      <a:lnTo>
                        <a:pt x="152" y="1543"/>
                      </a:lnTo>
                      <a:lnTo>
                        <a:pt x="152" y="2122"/>
                      </a:lnTo>
                      <a:cubicBezTo>
                        <a:pt x="150" y="2121"/>
                        <a:pt x="147" y="2119"/>
                        <a:pt x="144" y="2117"/>
                      </a:cubicBezTo>
                      <a:cubicBezTo>
                        <a:pt x="140" y="2114"/>
                        <a:pt x="137" y="2111"/>
                        <a:pt x="131" y="2108"/>
                      </a:cubicBezTo>
                      <a:cubicBezTo>
                        <a:pt x="124" y="2104"/>
                        <a:pt x="117" y="2102"/>
                        <a:pt x="110" y="2099"/>
                      </a:cubicBezTo>
                      <a:cubicBezTo>
                        <a:pt x="104" y="2098"/>
                        <a:pt x="99" y="2096"/>
                        <a:pt x="95" y="2093"/>
                      </a:cubicBezTo>
                      <a:cubicBezTo>
                        <a:pt x="88" y="2090"/>
                        <a:pt x="85" y="2085"/>
                        <a:pt x="82" y="2079"/>
                      </a:cubicBezTo>
                      <a:cubicBezTo>
                        <a:pt x="81" y="2076"/>
                        <a:pt x="79" y="2073"/>
                        <a:pt x="77" y="2070"/>
                      </a:cubicBezTo>
                      <a:cubicBezTo>
                        <a:pt x="73" y="2064"/>
                        <a:pt x="69" y="2059"/>
                        <a:pt x="64" y="2054"/>
                      </a:cubicBezTo>
                      <a:cubicBezTo>
                        <a:pt x="63" y="2052"/>
                        <a:pt x="61" y="2050"/>
                        <a:pt x="59" y="2048"/>
                      </a:cubicBezTo>
                      <a:cubicBezTo>
                        <a:pt x="59" y="2047"/>
                        <a:pt x="59" y="2045"/>
                        <a:pt x="59" y="2044"/>
                      </a:cubicBezTo>
                      <a:cubicBezTo>
                        <a:pt x="58" y="2041"/>
                        <a:pt x="58" y="2036"/>
                        <a:pt x="55" y="2032"/>
                      </a:cubicBezTo>
                      <a:cubicBezTo>
                        <a:pt x="52" y="2028"/>
                        <a:pt x="48" y="2026"/>
                        <a:pt x="44" y="2024"/>
                      </a:cubicBezTo>
                      <a:cubicBezTo>
                        <a:pt x="43" y="2023"/>
                        <a:pt x="39" y="2022"/>
                        <a:pt x="39" y="2021"/>
                      </a:cubicBezTo>
                      <a:cubicBezTo>
                        <a:pt x="37" y="2017"/>
                        <a:pt x="36" y="2008"/>
                        <a:pt x="35" y="2000"/>
                      </a:cubicBezTo>
                      <a:cubicBezTo>
                        <a:pt x="34" y="1995"/>
                        <a:pt x="34" y="1990"/>
                        <a:pt x="33" y="1986"/>
                      </a:cubicBezTo>
                      <a:lnTo>
                        <a:pt x="32" y="1981"/>
                      </a:lnTo>
                      <a:cubicBezTo>
                        <a:pt x="25" y="1949"/>
                        <a:pt x="17" y="1914"/>
                        <a:pt x="18" y="1882"/>
                      </a:cubicBezTo>
                      <a:cubicBezTo>
                        <a:pt x="18" y="1877"/>
                        <a:pt x="14" y="1873"/>
                        <a:pt x="9" y="1873"/>
                      </a:cubicBezTo>
                      <a:cubicBezTo>
                        <a:pt x="4" y="1873"/>
                        <a:pt x="0" y="1877"/>
                        <a:pt x="0" y="1882"/>
                      </a:cubicBezTo>
                      <a:cubicBezTo>
                        <a:pt x="-1" y="1916"/>
                        <a:pt x="7" y="1952"/>
                        <a:pt x="14" y="1985"/>
                      </a:cubicBezTo>
                      <a:lnTo>
                        <a:pt x="15" y="1990"/>
                      </a:lnTo>
                      <a:cubicBezTo>
                        <a:pt x="16" y="1993"/>
                        <a:pt x="17" y="1997"/>
                        <a:pt x="17" y="2002"/>
                      </a:cubicBezTo>
                      <a:cubicBezTo>
                        <a:pt x="18" y="2012"/>
                        <a:pt x="19" y="2022"/>
                        <a:pt x="23" y="2029"/>
                      </a:cubicBezTo>
                      <a:cubicBezTo>
                        <a:pt x="26" y="2035"/>
                        <a:pt x="32" y="2038"/>
                        <a:pt x="36" y="2040"/>
                      </a:cubicBezTo>
                      <a:cubicBezTo>
                        <a:pt x="38" y="2041"/>
                        <a:pt x="40" y="2042"/>
                        <a:pt x="40" y="2042"/>
                      </a:cubicBezTo>
                      <a:cubicBezTo>
                        <a:pt x="41" y="2043"/>
                        <a:pt x="41" y="2045"/>
                        <a:pt x="41" y="2046"/>
                      </a:cubicBezTo>
                      <a:cubicBezTo>
                        <a:pt x="41" y="2050"/>
                        <a:pt x="42" y="2054"/>
                        <a:pt x="45" y="2058"/>
                      </a:cubicBezTo>
                      <a:cubicBezTo>
                        <a:pt x="47" y="2061"/>
                        <a:pt x="49" y="2063"/>
                        <a:pt x="51" y="2065"/>
                      </a:cubicBezTo>
                      <a:cubicBezTo>
                        <a:pt x="55" y="2070"/>
                        <a:pt x="59" y="2074"/>
                        <a:pt x="62" y="2080"/>
                      </a:cubicBezTo>
                      <a:cubicBezTo>
                        <a:pt x="64" y="2082"/>
                        <a:pt x="65" y="2085"/>
                        <a:pt x="66" y="2087"/>
                      </a:cubicBezTo>
                      <a:cubicBezTo>
                        <a:pt x="70" y="2094"/>
                        <a:pt x="75" y="2103"/>
                        <a:pt x="86" y="2109"/>
                      </a:cubicBezTo>
                      <a:cubicBezTo>
                        <a:pt x="92" y="2112"/>
                        <a:pt x="98" y="2114"/>
                        <a:pt x="104" y="2116"/>
                      </a:cubicBezTo>
                      <a:cubicBezTo>
                        <a:pt x="110" y="2118"/>
                        <a:pt x="116" y="2120"/>
                        <a:pt x="122" y="2123"/>
                      </a:cubicBezTo>
                      <a:cubicBezTo>
                        <a:pt x="127" y="2126"/>
                        <a:pt x="130" y="2129"/>
                        <a:pt x="134" y="2131"/>
                      </a:cubicBezTo>
                      <a:cubicBezTo>
                        <a:pt x="139" y="2135"/>
                        <a:pt x="145" y="2139"/>
                        <a:pt x="152" y="2142"/>
                      </a:cubicBezTo>
                      <a:lnTo>
                        <a:pt x="152" y="2498"/>
                      </a:lnTo>
                      <a:lnTo>
                        <a:pt x="304" y="2498"/>
                      </a:lnTo>
                      <a:lnTo>
                        <a:pt x="304" y="2125"/>
                      </a:lnTo>
                      <a:cubicBezTo>
                        <a:pt x="314" y="2124"/>
                        <a:pt x="323" y="2122"/>
                        <a:pt x="332" y="2119"/>
                      </a:cubicBezTo>
                      <a:cubicBezTo>
                        <a:pt x="339" y="2118"/>
                        <a:pt x="346" y="2116"/>
                        <a:pt x="352" y="2115"/>
                      </a:cubicBezTo>
                      <a:cubicBezTo>
                        <a:pt x="372" y="2112"/>
                        <a:pt x="395" y="2102"/>
                        <a:pt x="413" y="2088"/>
                      </a:cubicBezTo>
                      <a:lnTo>
                        <a:pt x="413" y="2124"/>
                      </a:lnTo>
                      <a:lnTo>
                        <a:pt x="566" y="2124"/>
                      </a:lnTo>
                      <a:lnTo>
                        <a:pt x="566" y="1731"/>
                      </a:lnTo>
                      <a:cubicBezTo>
                        <a:pt x="571" y="1720"/>
                        <a:pt x="576" y="1710"/>
                        <a:pt x="582" y="1700"/>
                      </a:cubicBezTo>
                      <a:cubicBezTo>
                        <a:pt x="586" y="1691"/>
                        <a:pt x="590" y="1683"/>
                        <a:pt x="595" y="1674"/>
                      </a:cubicBezTo>
                      <a:cubicBezTo>
                        <a:pt x="607" y="1650"/>
                        <a:pt x="624" y="1628"/>
                        <a:pt x="642" y="1605"/>
                      </a:cubicBezTo>
                      <a:cubicBezTo>
                        <a:pt x="653" y="1591"/>
                        <a:pt x="665" y="1577"/>
                        <a:pt x="675" y="1562"/>
                      </a:cubicBezTo>
                      <a:lnTo>
                        <a:pt x="675" y="1730"/>
                      </a:lnTo>
                      <a:lnTo>
                        <a:pt x="828" y="1730"/>
                      </a:lnTo>
                      <a:lnTo>
                        <a:pt x="828" y="1356"/>
                      </a:lnTo>
                      <a:cubicBezTo>
                        <a:pt x="832" y="1350"/>
                        <a:pt x="837" y="1343"/>
                        <a:pt x="842" y="1337"/>
                      </a:cubicBezTo>
                      <a:cubicBezTo>
                        <a:pt x="849" y="1328"/>
                        <a:pt x="856" y="1320"/>
                        <a:pt x="862" y="1311"/>
                      </a:cubicBezTo>
                      <a:cubicBezTo>
                        <a:pt x="866" y="1306"/>
                        <a:pt x="870" y="1300"/>
                        <a:pt x="874" y="1295"/>
                      </a:cubicBezTo>
                      <a:cubicBezTo>
                        <a:pt x="890" y="1272"/>
                        <a:pt x="905" y="1250"/>
                        <a:pt x="928" y="1231"/>
                      </a:cubicBezTo>
                      <a:cubicBezTo>
                        <a:pt x="931" y="1229"/>
                        <a:pt x="934" y="1226"/>
                        <a:pt x="937" y="1223"/>
                      </a:cubicBezTo>
                      <a:lnTo>
                        <a:pt x="937" y="1390"/>
                      </a:lnTo>
                      <a:lnTo>
                        <a:pt x="1089" y="1390"/>
                      </a:lnTo>
                      <a:lnTo>
                        <a:pt x="1089" y="1061"/>
                      </a:lnTo>
                      <a:cubicBezTo>
                        <a:pt x="1091" y="1058"/>
                        <a:pt x="1093" y="1056"/>
                        <a:pt x="1095" y="1053"/>
                      </a:cubicBezTo>
                      <a:cubicBezTo>
                        <a:pt x="1101" y="1046"/>
                        <a:pt x="1107" y="1039"/>
                        <a:pt x="1113" y="1032"/>
                      </a:cubicBezTo>
                      <a:cubicBezTo>
                        <a:pt x="1128" y="1013"/>
                        <a:pt x="1148" y="1005"/>
                        <a:pt x="1168" y="996"/>
                      </a:cubicBezTo>
                      <a:cubicBezTo>
                        <a:pt x="1181" y="991"/>
                        <a:pt x="1194" y="985"/>
                        <a:pt x="1206" y="978"/>
                      </a:cubicBezTo>
                      <a:cubicBezTo>
                        <a:pt x="1213" y="973"/>
                        <a:pt x="1218" y="969"/>
                        <a:pt x="1223" y="964"/>
                      </a:cubicBezTo>
                      <a:cubicBezTo>
                        <a:pt x="1229" y="958"/>
                        <a:pt x="1234" y="953"/>
                        <a:pt x="1243" y="950"/>
                      </a:cubicBezTo>
                      <a:cubicBezTo>
                        <a:pt x="1258" y="943"/>
                        <a:pt x="1265" y="936"/>
                        <a:pt x="1272" y="929"/>
                      </a:cubicBezTo>
                      <a:cubicBezTo>
                        <a:pt x="1275" y="927"/>
                        <a:pt x="1278" y="924"/>
                        <a:pt x="1281" y="921"/>
                      </a:cubicBezTo>
                      <a:cubicBezTo>
                        <a:pt x="1319" y="945"/>
                        <a:pt x="1342" y="979"/>
                        <a:pt x="1367" y="1015"/>
                      </a:cubicBezTo>
                      <a:cubicBezTo>
                        <a:pt x="1373" y="1025"/>
                        <a:pt x="1380" y="1036"/>
                        <a:pt x="1388" y="1046"/>
                      </a:cubicBezTo>
                      <a:cubicBezTo>
                        <a:pt x="1407" y="1073"/>
                        <a:pt x="1407" y="1090"/>
                        <a:pt x="1406" y="1122"/>
                      </a:cubicBezTo>
                      <a:cubicBezTo>
                        <a:pt x="1406" y="1125"/>
                        <a:pt x="1406" y="1129"/>
                        <a:pt x="1406" y="1133"/>
                      </a:cubicBezTo>
                      <a:cubicBezTo>
                        <a:pt x="1406" y="1140"/>
                        <a:pt x="1406" y="1148"/>
                        <a:pt x="1405" y="1157"/>
                      </a:cubicBezTo>
                      <a:cubicBezTo>
                        <a:pt x="1404" y="1178"/>
                        <a:pt x="1402" y="1203"/>
                        <a:pt x="1409" y="1222"/>
                      </a:cubicBezTo>
                      <a:cubicBezTo>
                        <a:pt x="1414" y="1239"/>
                        <a:pt x="1426" y="1253"/>
                        <a:pt x="1438" y="1267"/>
                      </a:cubicBezTo>
                      <a:cubicBezTo>
                        <a:pt x="1446" y="1277"/>
                        <a:pt x="1453" y="1285"/>
                        <a:pt x="1458" y="1294"/>
                      </a:cubicBezTo>
                      <a:cubicBezTo>
                        <a:pt x="1466" y="1308"/>
                        <a:pt x="1472" y="1323"/>
                        <a:pt x="1479" y="1338"/>
                      </a:cubicBezTo>
                      <a:cubicBezTo>
                        <a:pt x="1487" y="1357"/>
                        <a:pt x="1495" y="1377"/>
                        <a:pt x="1507" y="1395"/>
                      </a:cubicBezTo>
                      <a:cubicBezTo>
                        <a:pt x="1517" y="1411"/>
                        <a:pt x="1529" y="1426"/>
                        <a:pt x="1540" y="1441"/>
                      </a:cubicBezTo>
                      <a:lnTo>
                        <a:pt x="1546" y="1449"/>
                      </a:lnTo>
                      <a:cubicBezTo>
                        <a:pt x="1553" y="1459"/>
                        <a:pt x="1558" y="1469"/>
                        <a:pt x="1563" y="1479"/>
                      </a:cubicBezTo>
                      <a:cubicBezTo>
                        <a:pt x="1566" y="1485"/>
                        <a:pt x="1569" y="1492"/>
                        <a:pt x="1573" y="1499"/>
                      </a:cubicBezTo>
                      <a:cubicBezTo>
                        <a:pt x="1576" y="1506"/>
                        <a:pt x="1581" y="1512"/>
                        <a:pt x="1585" y="1517"/>
                      </a:cubicBezTo>
                      <a:cubicBezTo>
                        <a:pt x="1589" y="1523"/>
                        <a:pt x="1594" y="1529"/>
                        <a:pt x="1597" y="1536"/>
                      </a:cubicBezTo>
                      <a:cubicBezTo>
                        <a:pt x="1605" y="1552"/>
                        <a:pt x="1607" y="1563"/>
                        <a:pt x="1608" y="1578"/>
                      </a:cubicBezTo>
                      <a:cubicBezTo>
                        <a:pt x="1609" y="1583"/>
                        <a:pt x="1610" y="1589"/>
                        <a:pt x="1611" y="1595"/>
                      </a:cubicBezTo>
                      <a:cubicBezTo>
                        <a:pt x="1613" y="1609"/>
                        <a:pt x="1619" y="1621"/>
                        <a:pt x="1624" y="1633"/>
                      </a:cubicBezTo>
                      <a:cubicBezTo>
                        <a:pt x="1628" y="1642"/>
                        <a:pt x="1631" y="1650"/>
                        <a:pt x="1634" y="1658"/>
                      </a:cubicBezTo>
                      <a:cubicBezTo>
                        <a:pt x="1636" y="1664"/>
                        <a:pt x="1637" y="1670"/>
                        <a:pt x="1638" y="1676"/>
                      </a:cubicBezTo>
                      <a:cubicBezTo>
                        <a:pt x="1641" y="1691"/>
                        <a:pt x="1644" y="1706"/>
                        <a:pt x="1657" y="1720"/>
                      </a:cubicBezTo>
                      <a:cubicBezTo>
                        <a:pt x="1682" y="1746"/>
                        <a:pt x="1717" y="1762"/>
                        <a:pt x="1751" y="1778"/>
                      </a:cubicBezTo>
                      <a:cubicBezTo>
                        <a:pt x="1775" y="1789"/>
                        <a:pt x="1798" y="1800"/>
                        <a:pt x="1817" y="1814"/>
                      </a:cubicBezTo>
                      <a:cubicBezTo>
                        <a:pt x="1863" y="1847"/>
                        <a:pt x="1875" y="1897"/>
                        <a:pt x="1887" y="1950"/>
                      </a:cubicBezTo>
                      <a:cubicBezTo>
                        <a:pt x="1890" y="1961"/>
                        <a:pt x="1893" y="1973"/>
                        <a:pt x="1896" y="1984"/>
                      </a:cubicBezTo>
                      <a:cubicBezTo>
                        <a:pt x="1901" y="2001"/>
                        <a:pt x="1906" y="2020"/>
                        <a:pt x="1914" y="2036"/>
                      </a:cubicBezTo>
                      <a:cubicBezTo>
                        <a:pt x="1921" y="2052"/>
                        <a:pt x="1931" y="2062"/>
                        <a:pt x="1942" y="2072"/>
                      </a:cubicBezTo>
                      <a:cubicBezTo>
                        <a:pt x="1944" y="2074"/>
                        <a:pt x="1947" y="2076"/>
                        <a:pt x="1949" y="2079"/>
                      </a:cubicBezTo>
                      <a:cubicBezTo>
                        <a:pt x="1961" y="2091"/>
                        <a:pt x="1972" y="2100"/>
                        <a:pt x="1983" y="2107"/>
                      </a:cubicBezTo>
                      <a:lnTo>
                        <a:pt x="1983" y="2429"/>
                      </a:lnTo>
                      <a:lnTo>
                        <a:pt x="2135" y="2429"/>
                      </a:lnTo>
                      <a:lnTo>
                        <a:pt x="2135" y="2143"/>
                      </a:lnTo>
                      <a:cubicBezTo>
                        <a:pt x="2164" y="2146"/>
                        <a:pt x="2193" y="2146"/>
                        <a:pt x="2223" y="2139"/>
                      </a:cubicBezTo>
                      <a:cubicBezTo>
                        <a:pt x="2230" y="2137"/>
                        <a:pt x="2237" y="2135"/>
                        <a:pt x="2244" y="2133"/>
                      </a:cubicBezTo>
                      <a:lnTo>
                        <a:pt x="2244" y="2166"/>
                      </a:lnTo>
                      <a:lnTo>
                        <a:pt x="2397" y="2166"/>
                      </a:lnTo>
                      <a:lnTo>
                        <a:pt x="2397" y="2076"/>
                      </a:lnTo>
                      <a:cubicBezTo>
                        <a:pt x="2410" y="2068"/>
                        <a:pt x="2423" y="2058"/>
                        <a:pt x="2428" y="2046"/>
                      </a:cubicBezTo>
                      <a:cubicBezTo>
                        <a:pt x="2434" y="2036"/>
                        <a:pt x="2435" y="2023"/>
                        <a:pt x="2437" y="2011"/>
                      </a:cubicBezTo>
                      <a:cubicBezTo>
                        <a:pt x="2438" y="2001"/>
                        <a:pt x="2440" y="1993"/>
                        <a:pt x="2442" y="1985"/>
                      </a:cubicBezTo>
                      <a:cubicBezTo>
                        <a:pt x="2445" y="1976"/>
                        <a:pt x="2447" y="1969"/>
                        <a:pt x="2449" y="1962"/>
                      </a:cubicBezTo>
                      <a:cubicBezTo>
                        <a:pt x="2454" y="1945"/>
                        <a:pt x="2457" y="1933"/>
                        <a:pt x="2471" y="1919"/>
                      </a:cubicBezTo>
                      <a:cubicBezTo>
                        <a:pt x="2485" y="1903"/>
                        <a:pt x="2494" y="1888"/>
                        <a:pt x="2503" y="1871"/>
                      </a:cubicBezTo>
                      <a:cubicBezTo>
                        <a:pt x="2504" y="1869"/>
                        <a:pt x="2505" y="1867"/>
                        <a:pt x="2506" y="1865"/>
                      </a:cubicBezTo>
                      <a:lnTo>
                        <a:pt x="2506" y="1948"/>
                      </a:lnTo>
                      <a:lnTo>
                        <a:pt x="2659" y="1948"/>
                      </a:lnTo>
                      <a:lnTo>
                        <a:pt x="2659" y="1619"/>
                      </a:lnTo>
                      <a:cubicBezTo>
                        <a:pt x="2667" y="1608"/>
                        <a:pt x="2676" y="1597"/>
                        <a:pt x="2685" y="1586"/>
                      </a:cubicBezTo>
                      <a:cubicBezTo>
                        <a:pt x="2715" y="1553"/>
                        <a:pt x="2751" y="1518"/>
                        <a:pt x="2796" y="1480"/>
                      </a:cubicBezTo>
                      <a:cubicBezTo>
                        <a:pt x="2821" y="1458"/>
                        <a:pt x="2839" y="1431"/>
                        <a:pt x="2857" y="1405"/>
                      </a:cubicBezTo>
                      <a:cubicBezTo>
                        <a:pt x="2866" y="1393"/>
                        <a:pt x="2875" y="1379"/>
                        <a:pt x="2884" y="1367"/>
                      </a:cubicBezTo>
                      <a:cubicBezTo>
                        <a:pt x="2916" y="1328"/>
                        <a:pt x="2969" y="1362"/>
                        <a:pt x="3016" y="1398"/>
                      </a:cubicBezTo>
                      <a:cubicBezTo>
                        <a:pt x="3019" y="1400"/>
                        <a:pt x="3021" y="1402"/>
                        <a:pt x="3024" y="1404"/>
                      </a:cubicBezTo>
                      <a:cubicBezTo>
                        <a:pt x="3036" y="1412"/>
                        <a:pt x="3052" y="1423"/>
                        <a:pt x="3056" y="1434"/>
                      </a:cubicBezTo>
                      <a:cubicBezTo>
                        <a:pt x="3059" y="1440"/>
                        <a:pt x="3059" y="1448"/>
                        <a:pt x="3060" y="1458"/>
                      </a:cubicBezTo>
                      <a:cubicBezTo>
                        <a:pt x="3060" y="1465"/>
                        <a:pt x="3060" y="1473"/>
                        <a:pt x="3062" y="1481"/>
                      </a:cubicBezTo>
                      <a:cubicBezTo>
                        <a:pt x="3074" y="1527"/>
                        <a:pt x="3100" y="1564"/>
                        <a:pt x="3146" y="1599"/>
                      </a:cubicBezTo>
                      <a:cubicBezTo>
                        <a:pt x="3179" y="1624"/>
                        <a:pt x="3252" y="1622"/>
                        <a:pt x="3291" y="1612"/>
                      </a:cubicBezTo>
                      <a:lnTo>
                        <a:pt x="3291" y="1823"/>
                      </a:lnTo>
                      <a:lnTo>
                        <a:pt x="3368" y="1823"/>
                      </a:lnTo>
                      <a:lnTo>
                        <a:pt x="3368" y="2204"/>
                      </a:lnTo>
                      <a:lnTo>
                        <a:pt x="3385" y="2204"/>
                      </a:lnTo>
                      <a:lnTo>
                        <a:pt x="3385" y="1823"/>
                      </a:lnTo>
                      <a:lnTo>
                        <a:pt x="3443" y="1823"/>
                      </a:lnTo>
                      <a:lnTo>
                        <a:pt x="3443" y="1543"/>
                      </a:lnTo>
                      <a:cubicBezTo>
                        <a:pt x="3465" y="1526"/>
                        <a:pt x="3479" y="1505"/>
                        <a:pt x="3495" y="1478"/>
                      </a:cubicBezTo>
                      <a:cubicBezTo>
                        <a:pt x="3508" y="1456"/>
                        <a:pt x="3524" y="1436"/>
                        <a:pt x="3539" y="1416"/>
                      </a:cubicBezTo>
                      <a:cubicBezTo>
                        <a:pt x="3543" y="1410"/>
                        <a:pt x="3548" y="1404"/>
                        <a:pt x="3552" y="1397"/>
                      </a:cubicBezTo>
                      <a:lnTo>
                        <a:pt x="3552" y="1563"/>
                      </a:lnTo>
                      <a:lnTo>
                        <a:pt x="3627" y="1563"/>
                      </a:lnTo>
                      <a:lnTo>
                        <a:pt x="3627" y="1901"/>
                      </a:lnTo>
                      <a:lnTo>
                        <a:pt x="3645" y="1901"/>
                      </a:lnTo>
                      <a:lnTo>
                        <a:pt x="3645" y="1563"/>
                      </a:lnTo>
                      <a:lnTo>
                        <a:pt x="3705" y="1563"/>
                      </a:lnTo>
                      <a:lnTo>
                        <a:pt x="3705" y="1165"/>
                      </a:lnTo>
                      <a:cubicBezTo>
                        <a:pt x="3738" y="1118"/>
                        <a:pt x="3773" y="1070"/>
                        <a:pt x="3814" y="1027"/>
                      </a:cubicBezTo>
                      <a:lnTo>
                        <a:pt x="3814" y="1324"/>
                      </a:lnTo>
                      <a:lnTo>
                        <a:pt x="3887" y="1324"/>
                      </a:lnTo>
                      <a:lnTo>
                        <a:pt x="3887" y="1647"/>
                      </a:lnTo>
                      <a:lnTo>
                        <a:pt x="3905" y="1647"/>
                      </a:lnTo>
                      <a:lnTo>
                        <a:pt x="3905" y="1324"/>
                      </a:lnTo>
                      <a:lnTo>
                        <a:pt x="3966" y="1324"/>
                      </a:lnTo>
                      <a:lnTo>
                        <a:pt x="3966" y="911"/>
                      </a:lnTo>
                      <a:cubicBezTo>
                        <a:pt x="3985" y="899"/>
                        <a:pt x="4003" y="886"/>
                        <a:pt x="4021" y="872"/>
                      </a:cubicBezTo>
                      <a:cubicBezTo>
                        <a:pt x="4044" y="854"/>
                        <a:pt x="4061" y="835"/>
                        <a:pt x="4075" y="814"/>
                      </a:cubicBezTo>
                      <a:lnTo>
                        <a:pt x="4075" y="1069"/>
                      </a:lnTo>
                      <a:lnTo>
                        <a:pt x="4147" y="1069"/>
                      </a:lnTo>
                      <a:lnTo>
                        <a:pt x="4147" y="1392"/>
                      </a:lnTo>
                      <a:lnTo>
                        <a:pt x="4165" y="1392"/>
                      </a:lnTo>
                      <a:lnTo>
                        <a:pt x="4165" y="1069"/>
                      </a:lnTo>
                      <a:lnTo>
                        <a:pt x="4228" y="1069"/>
                      </a:lnTo>
                      <a:lnTo>
                        <a:pt x="4228" y="691"/>
                      </a:lnTo>
                      <a:cubicBezTo>
                        <a:pt x="4252" y="703"/>
                        <a:pt x="4276" y="721"/>
                        <a:pt x="4295" y="735"/>
                      </a:cubicBezTo>
                      <a:cubicBezTo>
                        <a:pt x="4300" y="739"/>
                        <a:pt x="4305" y="743"/>
                        <a:pt x="4310" y="746"/>
                      </a:cubicBezTo>
                      <a:cubicBezTo>
                        <a:pt x="4326" y="758"/>
                        <a:pt x="4349" y="776"/>
                        <a:pt x="4362" y="799"/>
                      </a:cubicBezTo>
                      <a:cubicBezTo>
                        <a:pt x="4376" y="825"/>
                        <a:pt x="4384" y="861"/>
                        <a:pt x="4391" y="892"/>
                      </a:cubicBezTo>
                      <a:cubicBezTo>
                        <a:pt x="4393" y="901"/>
                        <a:pt x="4395" y="909"/>
                        <a:pt x="4397" y="916"/>
                      </a:cubicBezTo>
                      <a:cubicBezTo>
                        <a:pt x="4405" y="949"/>
                        <a:pt x="4415" y="971"/>
                        <a:pt x="4434" y="1001"/>
                      </a:cubicBezTo>
                      <a:cubicBezTo>
                        <a:pt x="4442" y="1013"/>
                        <a:pt x="4450" y="1026"/>
                        <a:pt x="4457" y="1038"/>
                      </a:cubicBezTo>
                      <a:cubicBezTo>
                        <a:pt x="4468" y="1057"/>
                        <a:pt x="4479" y="1076"/>
                        <a:pt x="4494" y="1095"/>
                      </a:cubicBezTo>
                      <a:cubicBezTo>
                        <a:pt x="4510" y="1116"/>
                        <a:pt x="4525" y="1138"/>
                        <a:pt x="4540" y="1160"/>
                      </a:cubicBezTo>
                      <a:cubicBezTo>
                        <a:pt x="4552" y="1178"/>
                        <a:pt x="4564" y="1197"/>
                        <a:pt x="4577" y="1214"/>
                      </a:cubicBezTo>
                      <a:cubicBezTo>
                        <a:pt x="4612" y="1262"/>
                        <a:pt x="4643" y="1313"/>
                        <a:pt x="4672" y="1363"/>
                      </a:cubicBezTo>
                      <a:cubicBezTo>
                        <a:pt x="4695" y="1400"/>
                        <a:pt x="4718" y="1439"/>
                        <a:pt x="4743" y="1476"/>
                      </a:cubicBezTo>
                      <a:cubicBezTo>
                        <a:pt x="4798" y="1559"/>
                        <a:pt x="4843" y="1661"/>
                        <a:pt x="4866" y="1756"/>
                      </a:cubicBezTo>
                      <a:cubicBezTo>
                        <a:pt x="4869" y="1771"/>
                        <a:pt x="4872" y="1784"/>
                        <a:pt x="4874" y="1798"/>
                      </a:cubicBezTo>
                      <a:cubicBezTo>
                        <a:pt x="4880" y="1836"/>
                        <a:pt x="4886" y="1869"/>
                        <a:pt x="4914" y="1906"/>
                      </a:cubicBezTo>
                      <a:cubicBezTo>
                        <a:pt x="4935" y="1935"/>
                        <a:pt x="4951" y="1961"/>
                        <a:pt x="4963" y="1986"/>
                      </a:cubicBezTo>
                      <a:cubicBezTo>
                        <a:pt x="4983" y="2031"/>
                        <a:pt x="5020" y="2089"/>
                        <a:pt x="5081" y="2109"/>
                      </a:cubicBezTo>
                      <a:cubicBezTo>
                        <a:pt x="5095" y="2114"/>
                        <a:pt x="5108" y="2115"/>
                        <a:pt x="5122" y="2116"/>
                      </a:cubicBezTo>
                      <a:lnTo>
                        <a:pt x="5122" y="2253"/>
                      </a:lnTo>
                      <a:lnTo>
                        <a:pt x="5198" y="2253"/>
                      </a:lnTo>
                      <a:lnTo>
                        <a:pt x="5198" y="2459"/>
                      </a:lnTo>
                      <a:lnTo>
                        <a:pt x="5215" y="2459"/>
                      </a:lnTo>
                      <a:lnTo>
                        <a:pt x="5215" y="2253"/>
                      </a:lnTo>
                      <a:lnTo>
                        <a:pt x="5274" y="2253"/>
                      </a:lnTo>
                      <a:lnTo>
                        <a:pt x="5274" y="2068"/>
                      </a:lnTo>
                      <a:cubicBezTo>
                        <a:pt x="5275" y="2068"/>
                        <a:pt x="5275" y="2067"/>
                        <a:pt x="5275" y="2067"/>
                      </a:cubicBezTo>
                      <a:cubicBezTo>
                        <a:pt x="5278" y="2065"/>
                        <a:pt x="5281" y="2064"/>
                        <a:pt x="5285" y="2062"/>
                      </a:cubicBezTo>
                      <a:cubicBezTo>
                        <a:pt x="5291" y="2060"/>
                        <a:pt x="5298" y="2057"/>
                        <a:pt x="5304" y="2051"/>
                      </a:cubicBezTo>
                      <a:cubicBezTo>
                        <a:pt x="5313" y="2042"/>
                        <a:pt x="5320" y="2028"/>
                        <a:pt x="5326" y="2014"/>
                      </a:cubicBezTo>
                      <a:cubicBezTo>
                        <a:pt x="5329" y="2008"/>
                        <a:pt x="5332" y="2002"/>
                        <a:pt x="5335" y="1998"/>
                      </a:cubicBezTo>
                      <a:cubicBezTo>
                        <a:pt x="5346" y="1978"/>
                        <a:pt x="5359" y="1958"/>
                        <a:pt x="5371" y="1939"/>
                      </a:cubicBezTo>
                      <a:cubicBezTo>
                        <a:pt x="5375" y="1932"/>
                        <a:pt x="5379" y="1925"/>
                        <a:pt x="5383" y="1918"/>
                      </a:cubicBezTo>
                      <a:lnTo>
                        <a:pt x="5383" y="2060"/>
                      </a:lnTo>
                      <a:lnTo>
                        <a:pt x="5452" y="2060"/>
                      </a:lnTo>
                      <a:lnTo>
                        <a:pt x="5452" y="2286"/>
                      </a:lnTo>
                      <a:lnTo>
                        <a:pt x="5470" y="2286"/>
                      </a:lnTo>
                      <a:lnTo>
                        <a:pt x="5470" y="2060"/>
                      </a:lnTo>
                      <a:lnTo>
                        <a:pt x="5536" y="2060"/>
                      </a:lnTo>
                      <a:lnTo>
                        <a:pt x="5536" y="1688"/>
                      </a:lnTo>
                      <a:cubicBezTo>
                        <a:pt x="5539" y="1685"/>
                        <a:pt x="5542" y="1681"/>
                        <a:pt x="5544" y="1677"/>
                      </a:cubicBezTo>
                      <a:cubicBezTo>
                        <a:pt x="5554" y="1664"/>
                        <a:pt x="5561" y="1648"/>
                        <a:pt x="5569" y="1633"/>
                      </a:cubicBezTo>
                      <a:cubicBezTo>
                        <a:pt x="5581" y="1608"/>
                        <a:pt x="5594" y="1582"/>
                        <a:pt x="5613" y="1567"/>
                      </a:cubicBezTo>
                      <a:cubicBezTo>
                        <a:pt x="5617" y="1564"/>
                        <a:pt x="5621" y="1563"/>
                        <a:pt x="5626" y="1564"/>
                      </a:cubicBezTo>
                      <a:cubicBezTo>
                        <a:pt x="5632" y="1565"/>
                        <a:pt x="5638" y="1569"/>
                        <a:pt x="5645" y="1575"/>
                      </a:cubicBezTo>
                      <a:lnTo>
                        <a:pt x="5645" y="1918"/>
                      </a:lnTo>
                      <a:lnTo>
                        <a:pt x="5712" y="1918"/>
                      </a:lnTo>
                      <a:lnTo>
                        <a:pt x="5712" y="2156"/>
                      </a:lnTo>
                      <a:lnTo>
                        <a:pt x="5730" y="2156"/>
                      </a:lnTo>
                      <a:lnTo>
                        <a:pt x="5730" y="1917"/>
                      </a:lnTo>
                      <a:lnTo>
                        <a:pt x="5797" y="1917"/>
                      </a:lnTo>
                      <a:lnTo>
                        <a:pt x="5797" y="1797"/>
                      </a:lnTo>
                      <a:cubicBezTo>
                        <a:pt x="5810" y="1813"/>
                        <a:pt x="5824" y="1828"/>
                        <a:pt x="5840" y="1831"/>
                      </a:cubicBezTo>
                      <a:cubicBezTo>
                        <a:pt x="5840" y="1834"/>
                        <a:pt x="5840" y="1837"/>
                        <a:pt x="5840" y="1840"/>
                      </a:cubicBezTo>
                      <a:cubicBezTo>
                        <a:pt x="5840" y="1848"/>
                        <a:pt x="5840" y="1856"/>
                        <a:pt x="5845" y="1865"/>
                      </a:cubicBezTo>
                      <a:cubicBezTo>
                        <a:pt x="5849" y="1872"/>
                        <a:pt x="5853" y="1877"/>
                        <a:pt x="5857" y="1883"/>
                      </a:cubicBezTo>
                      <a:cubicBezTo>
                        <a:pt x="5862" y="1889"/>
                        <a:pt x="5866" y="1896"/>
                        <a:pt x="5871" y="1906"/>
                      </a:cubicBezTo>
                      <a:cubicBezTo>
                        <a:pt x="5873" y="1910"/>
                        <a:pt x="5878" y="1912"/>
                        <a:pt x="5882" y="1910"/>
                      </a:cubicBezTo>
                      <a:cubicBezTo>
                        <a:pt x="5887" y="1908"/>
                        <a:pt x="5889" y="1903"/>
                        <a:pt x="5887" y="1899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73" name="Google Shape;1573;p4"/>
              <p:cNvGrpSpPr/>
              <p:nvPr/>
            </p:nvGrpSpPr>
            <p:grpSpPr>
              <a:xfrm>
                <a:off x="6921475" y="1070330"/>
                <a:ext cx="1373400" cy="795240"/>
                <a:chOff x="6921475" y="1070330"/>
                <a:chExt cx="1373400" cy="795240"/>
              </a:xfrm>
            </p:grpSpPr>
            <p:sp>
              <p:nvSpPr>
                <p:cNvPr id="1574" name="Google Shape;1574;p4"/>
                <p:cNvSpPr/>
                <p:nvPr/>
              </p:nvSpPr>
              <p:spPr>
                <a:xfrm>
                  <a:off x="6921475" y="1070330"/>
                  <a:ext cx="55080" cy="477720"/>
                </a:xfrm>
                <a:custGeom>
                  <a:rect b="b" l="l" r="r" t="t"/>
                  <a:pathLst>
                    <a:path extrusionOk="0" h="1327" w="153">
                      <a:moveTo>
                        <a:pt x="86" y="0"/>
                      </a:moveTo>
                      <a:lnTo>
                        <a:pt x="68" y="0"/>
                      </a:lnTo>
                      <a:lnTo>
                        <a:pt x="68" y="392"/>
                      </a:lnTo>
                      <a:lnTo>
                        <a:pt x="0" y="392"/>
                      </a:lnTo>
                      <a:lnTo>
                        <a:pt x="0" y="935"/>
                      </a:lnTo>
                      <a:lnTo>
                        <a:pt x="68" y="935"/>
                      </a:lnTo>
                      <a:lnTo>
                        <a:pt x="68" y="1327"/>
                      </a:lnTo>
                      <a:lnTo>
                        <a:pt x="86" y="1327"/>
                      </a:lnTo>
                      <a:lnTo>
                        <a:pt x="86" y="935"/>
                      </a:lnTo>
                      <a:lnTo>
                        <a:pt x="153" y="935"/>
                      </a:lnTo>
                      <a:lnTo>
                        <a:pt x="153" y="392"/>
                      </a:lnTo>
                      <a:lnTo>
                        <a:pt x="86" y="392"/>
                      </a:lnTo>
                      <a:lnTo>
                        <a:pt x="8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5" name="Google Shape;1575;p4"/>
                <p:cNvSpPr/>
                <p:nvPr/>
              </p:nvSpPr>
              <p:spPr>
                <a:xfrm>
                  <a:off x="7015795" y="1258610"/>
                  <a:ext cx="54720" cy="478080"/>
                </a:xfrm>
                <a:custGeom>
                  <a:rect b="b" l="l" r="r" t="t"/>
                  <a:pathLst>
                    <a:path extrusionOk="0" h="1328" w="152">
                      <a:moveTo>
                        <a:pt x="79" y="0"/>
                      </a:moveTo>
                      <a:lnTo>
                        <a:pt x="62" y="0"/>
                      </a:lnTo>
                      <a:lnTo>
                        <a:pt x="62" y="396"/>
                      </a:lnTo>
                      <a:lnTo>
                        <a:pt x="0" y="396"/>
                      </a:lnTo>
                      <a:lnTo>
                        <a:pt x="0" y="939"/>
                      </a:lnTo>
                      <a:lnTo>
                        <a:pt x="62" y="939"/>
                      </a:lnTo>
                      <a:lnTo>
                        <a:pt x="62" y="1328"/>
                      </a:lnTo>
                      <a:lnTo>
                        <a:pt x="79" y="1328"/>
                      </a:lnTo>
                      <a:lnTo>
                        <a:pt x="79" y="939"/>
                      </a:lnTo>
                      <a:lnTo>
                        <a:pt x="152" y="939"/>
                      </a:lnTo>
                      <a:lnTo>
                        <a:pt x="152" y="396"/>
                      </a:lnTo>
                      <a:lnTo>
                        <a:pt x="79" y="396"/>
                      </a:lnTo>
                      <a:lnTo>
                        <a:pt x="79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6" name="Google Shape;1576;p4"/>
                <p:cNvSpPr/>
                <p:nvPr/>
              </p:nvSpPr>
              <p:spPr>
                <a:xfrm>
                  <a:off x="7110115" y="1387490"/>
                  <a:ext cx="54720" cy="478080"/>
                </a:xfrm>
                <a:custGeom>
                  <a:rect b="b" l="l" r="r" t="t"/>
                  <a:pathLst>
                    <a:path extrusionOk="0" h="1328" w="152">
                      <a:moveTo>
                        <a:pt x="81" y="0"/>
                      </a:moveTo>
                      <a:lnTo>
                        <a:pt x="64" y="0"/>
                      </a:lnTo>
                      <a:lnTo>
                        <a:pt x="64" y="371"/>
                      </a:lnTo>
                      <a:lnTo>
                        <a:pt x="0" y="371"/>
                      </a:lnTo>
                      <a:lnTo>
                        <a:pt x="0" y="913"/>
                      </a:lnTo>
                      <a:lnTo>
                        <a:pt x="64" y="913"/>
                      </a:lnTo>
                      <a:lnTo>
                        <a:pt x="64" y="1328"/>
                      </a:lnTo>
                      <a:lnTo>
                        <a:pt x="81" y="1328"/>
                      </a:lnTo>
                      <a:lnTo>
                        <a:pt x="81" y="913"/>
                      </a:lnTo>
                      <a:lnTo>
                        <a:pt x="152" y="913"/>
                      </a:lnTo>
                      <a:lnTo>
                        <a:pt x="152" y="371"/>
                      </a:lnTo>
                      <a:lnTo>
                        <a:pt x="81" y="371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7" name="Google Shape;1577;p4"/>
                <p:cNvSpPr/>
                <p:nvPr/>
              </p:nvSpPr>
              <p:spPr>
                <a:xfrm>
                  <a:off x="7486675" y="1339610"/>
                  <a:ext cx="54720" cy="195480"/>
                </a:xfrm>
                <a:custGeom>
                  <a:rect b="b" l="l" r="r" t="t"/>
                  <a:pathLst>
                    <a:path extrusionOk="0" h="543" w="152">
                      <a:moveTo>
                        <a:pt x="0" y="0"/>
                      </a:moveTo>
                      <a:lnTo>
                        <a:pt x="152" y="0"/>
                      </a:lnTo>
                      <a:lnTo>
                        <a:pt x="152" y="543"/>
                      </a:lnTo>
                      <a:lnTo>
                        <a:pt x="0" y="54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8" name="Google Shape;1578;p4"/>
                <p:cNvSpPr/>
                <p:nvPr/>
              </p:nvSpPr>
              <p:spPr>
                <a:xfrm>
                  <a:off x="7580635" y="1405850"/>
                  <a:ext cx="55080" cy="292680"/>
                </a:xfrm>
                <a:custGeom>
                  <a:rect b="b" l="l" r="r" t="t"/>
                  <a:pathLst>
                    <a:path extrusionOk="0" h="813" w="153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79" name="Google Shape;1579;p4"/>
                <p:cNvSpPr/>
                <p:nvPr/>
              </p:nvSpPr>
              <p:spPr>
                <a:xfrm>
                  <a:off x="8051515" y="1164650"/>
                  <a:ext cx="55080" cy="292680"/>
                </a:xfrm>
                <a:custGeom>
                  <a:rect b="b" l="l" r="r" t="t"/>
                  <a:pathLst>
                    <a:path extrusionOk="0" h="813" w="153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0" name="Google Shape;1580;p4"/>
                <p:cNvSpPr/>
                <p:nvPr/>
              </p:nvSpPr>
              <p:spPr>
                <a:xfrm>
                  <a:off x="8145835" y="1344290"/>
                  <a:ext cx="55080" cy="292680"/>
                </a:xfrm>
                <a:custGeom>
                  <a:rect b="b" l="l" r="r" t="t"/>
                  <a:pathLst>
                    <a:path extrusionOk="0" h="813" w="153">
                      <a:moveTo>
                        <a:pt x="0" y="0"/>
                      </a:moveTo>
                      <a:lnTo>
                        <a:pt x="153" y="0"/>
                      </a:lnTo>
                      <a:lnTo>
                        <a:pt x="153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1" name="Google Shape;1581;p4"/>
                <p:cNvSpPr/>
                <p:nvPr/>
              </p:nvSpPr>
              <p:spPr>
                <a:xfrm>
                  <a:off x="8240155" y="1464530"/>
                  <a:ext cx="54720" cy="292680"/>
                </a:xfrm>
                <a:custGeom>
                  <a:rect b="b" l="l" r="r" t="t"/>
                  <a:pathLst>
                    <a:path extrusionOk="0" h="813" w="152">
                      <a:moveTo>
                        <a:pt x="0" y="0"/>
                      </a:moveTo>
                      <a:lnTo>
                        <a:pt x="152" y="0"/>
                      </a:lnTo>
                      <a:lnTo>
                        <a:pt x="152" y="813"/>
                      </a:lnTo>
                      <a:lnTo>
                        <a:pt x="0" y="8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82" name="Google Shape;1582;p4"/>
            <p:cNvGrpSpPr/>
            <p:nvPr/>
          </p:nvGrpSpPr>
          <p:grpSpPr>
            <a:xfrm>
              <a:off x="6286059" y="2451538"/>
              <a:ext cx="854726" cy="1712711"/>
              <a:chOff x="4605800" y="3306060"/>
              <a:chExt cx="754859" cy="1512594"/>
            </a:xfrm>
          </p:grpSpPr>
          <p:sp>
            <p:nvSpPr>
              <p:cNvPr id="1583" name="Google Shape;1583;p4"/>
              <p:cNvSpPr/>
              <p:nvPr/>
            </p:nvSpPr>
            <p:spPr>
              <a:xfrm>
                <a:off x="4669157" y="4701427"/>
                <a:ext cx="110789" cy="117227"/>
              </a:xfrm>
              <a:custGeom>
                <a:rect b="b" l="l" r="r" t="t"/>
                <a:pathLst>
                  <a:path extrusionOk="0" h="692" w="654">
                    <a:moveTo>
                      <a:pt x="121" y="81"/>
                    </a:moveTo>
                    <a:cubicBezTo>
                      <a:pt x="119" y="100"/>
                      <a:pt x="-85" y="614"/>
                      <a:pt x="42" y="663"/>
                    </a:cubicBezTo>
                    <a:cubicBezTo>
                      <a:pt x="170" y="712"/>
                      <a:pt x="600" y="694"/>
                      <a:pt x="649" y="645"/>
                    </a:cubicBezTo>
                    <a:cubicBezTo>
                      <a:pt x="697" y="597"/>
                      <a:pt x="394" y="160"/>
                      <a:pt x="394" y="69"/>
                    </a:cubicBezTo>
                    <a:cubicBezTo>
                      <a:pt x="394" y="-22"/>
                      <a:pt x="133" y="-28"/>
                      <a:pt x="121" y="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4"/>
              <p:cNvSpPr/>
              <p:nvPr/>
            </p:nvSpPr>
            <p:spPr>
              <a:xfrm>
                <a:off x="4946977" y="4709558"/>
                <a:ext cx="192102" cy="85040"/>
              </a:xfrm>
              <a:custGeom>
                <a:rect b="b" l="l" r="r" t="t"/>
                <a:pathLst>
                  <a:path extrusionOk="0" h="502" w="1134">
                    <a:moveTo>
                      <a:pt x="31" y="18"/>
                    </a:moveTo>
                    <a:cubicBezTo>
                      <a:pt x="31" y="18"/>
                      <a:pt x="-26" y="426"/>
                      <a:pt x="15" y="466"/>
                    </a:cubicBezTo>
                    <a:cubicBezTo>
                      <a:pt x="57" y="506"/>
                      <a:pt x="1118" y="518"/>
                      <a:pt x="1131" y="471"/>
                    </a:cubicBezTo>
                    <a:cubicBezTo>
                      <a:pt x="1186" y="286"/>
                      <a:pt x="391" y="66"/>
                      <a:pt x="349" y="21"/>
                    </a:cubicBezTo>
                    <a:cubicBezTo>
                      <a:pt x="307" y="-25"/>
                      <a:pt x="31" y="18"/>
                      <a:pt x="31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85" name="Google Shape;1585;p4"/>
              <p:cNvGrpSpPr/>
              <p:nvPr/>
            </p:nvGrpSpPr>
            <p:grpSpPr>
              <a:xfrm>
                <a:off x="4605800" y="3306060"/>
                <a:ext cx="754859" cy="1412477"/>
                <a:chOff x="4605800" y="3306060"/>
                <a:chExt cx="754859" cy="1412477"/>
              </a:xfrm>
            </p:grpSpPr>
            <p:sp>
              <p:nvSpPr>
                <p:cNvPr id="1586" name="Google Shape;1586;p4"/>
                <p:cNvSpPr/>
                <p:nvPr/>
              </p:nvSpPr>
              <p:spPr>
                <a:xfrm>
                  <a:off x="4674408" y="4085141"/>
                  <a:ext cx="351341" cy="633396"/>
                </a:xfrm>
                <a:custGeom>
                  <a:rect b="b" l="l" r="r" t="t"/>
                  <a:pathLst>
                    <a:path extrusionOk="0" h="3739" w="2074">
                      <a:moveTo>
                        <a:pt x="38" y="0"/>
                      </a:moveTo>
                      <a:cubicBezTo>
                        <a:pt x="38" y="0"/>
                        <a:pt x="40" y="892"/>
                        <a:pt x="11" y="1665"/>
                      </a:cubicBezTo>
                      <a:cubicBezTo>
                        <a:pt x="-31" y="2788"/>
                        <a:pt x="58" y="3739"/>
                        <a:pt x="58" y="3739"/>
                      </a:cubicBezTo>
                      <a:lnTo>
                        <a:pt x="404" y="3739"/>
                      </a:lnTo>
                      <a:lnTo>
                        <a:pt x="830" y="656"/>
                      </a:lnTo>
                      <a:cubicBezTo>
                        <a:pt x="830" y="656"/>
                        <a:pt x="898" y="1180"/>
                        <a:pt x="1148" y="2193"/>
                      </a:cubicBezTo>
                      <a:cubicBezTo>
                        <a:pt x="1358" y="3039"/>
                        <a:pt x="1625" y="3739"/>
                        <a:pt x="1625" y="3739"/>
                      </a:cubicBezTo>
                      <a:lnTo>
                        <a:pt x="2074" y="3739"/>
                      </a:lnTo>
                      <a:cubicBezTo>
                        <a:pt x="2074" y="3739"/>
                        <a:pt x="1782" y="2357"/>
                        <a:pt x="1673" y="1629"/>
                      </a:cubicBezTo>
                      <a:cubicBezTo>
                        <a:pt x="1564" y="901"/>
                        <a:pt x="1491" y="37"/>
                        <a:pt x="1491" y="37"/>
                      </a:cubicBez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7" name="Google Shape;1587;p4"/>
                <p:cNvSpPr/>
                <p:nvPr/>
              </p:nvSpPr>
              <p:spPr>
                <a:xfrm>
                  <a:off x="5266132" y="3318257"/>
                  <a:ext cx="94527" cy="160932"/>
                </a:xfrm>
                <a:custGeom>
                  <a:rect b="b" l="l" r="r" t="t"/>
                  <a:pathLst>
                    <a:path extrusionOk="0" h="950" w="558">
                      <a:moveTo>
                        <a:pt x="164" y="580"/>
                      </a:moveTo>
                      <a:cubicBezTo>
                        <a:pt x="164" y="580"/>
                        <a:pt x="133" y="440"/>
                        <a:pt x="218" y="337"/>
                      </a:cubicBezTo>
                      <a:cubicBezTo>
                        <a:pt x="303" y="234"/>
                        <a:pt x="558" y="-70"/>
                        <a:pt x="558" y="15"/>
                      </a:cubicBezTo>
                      <a:cubicBezTo>
                        <a:pt x="558" y="99"/>
                        <a:pt x="455" y="246"/>
                        <a:pt x="437" y="288"/>
                      </a:cubicBezTo>
                      <a:cubicBezTo>
                        <a:pt x="418" y="331"/>
                        <a:pt x="449" y="392"/>
                        <a:pt x="461" y="464"/>
                      </a:cubicBezTo>
                      <a:cubicBezTo>
                        <a:pt x="473" y="537"/>
                        <a:pt x="497" y="592"/>
                        <a:pt x="449" y="646"/>
                      </a:cubicBezTo>
                      <a:cubicBezTo>
                        <a:pt x="400" y="701"/>
                        <a:pt x="309" y="749"/>
                        <a:pt x="309" y="749"/>
                      </a:cubicBezTo>
                      <a:lnTo>
                        <a:pt x="212" y="950"/>
                      </a:lnTo>
                      <a:cubicBezTo>
                        <a:pt x="212" y="950"/>
                        <a:pt x="145" y="944"/>
                        <a:pt x="97" y="913"/>
                      </a:cubicBezTo>
                      <a:cubicBezTo>
                        <a:pt x="48" y="883"/>
                        <a:pt x="0" y="834"/>
                        <a:pt x="0" y="834"/>
                      </a:cubicBezTo>
                      <a:lnTo>
                        <a:pt x="164" y="580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8" name="Google Shape;1588;p4"/>
                <p:cNvSpPr/>
                <p:nvPr/>
              </p:nvSpPr>
              <p:spPr>
                <a:xfrm>
                  <a:off x="4673222" y="3450391"/>
                  <a:ext cx="637123" cy="661517"/>
                </a:xfrm>
                <a:custGeom>
                  <a:rect b="b" l="l" r="r" t="t"/>
                  <a:pathLst>
                    <a:path extrusionOk="0" h="3905" w="3761">
                      <a:moveTo>
                        <a:pt x="952" y="946"/>
                      </a:moveTo>
                      <a:cubicBezTo>
                        <a:pt x="952" y="946"/>
                        <a:pt x="600" y="1121"/>
                        <a:pt x="509" y="1266"/>
                      </a:cubicBezTo>
                      <a:cubicBezTo>
                        <a:pt x="418" y="1412"/>
                        <a:pt x="206" y="2006"/>
                        <a:pt x="109" y="2692"/>
                      </a:cubicBezTo>
                      <a:cubicBezTo>
                        <a:pt x="12" y="3377"/>
                        <a:pt x="0" y="3832"/>
                        <a:pt x="0" y="3832"/>
                      </a:cubicBezTo>
                      <a:cubicBezTo>
                        <a:pt x="0" y="3832"/>
                        <a:pt x="509" y="3905"/>
                        <a:pt x="904" y="3905"/>
                      </a:cubicBezTo>
                      <a:cubicBezTo>
                        <a:pt x="1340" y="3905"/>
                        <a:pt x="1522" y="3844"/>
                        <a:pt x="1522" y="3844"/>
                      </a:cubicBezTo>
                      <a:cubicBezTo>
                        <a:pt x="1522" y="3844"/>
                        <a:pt x="1528" y="3292"/>
                        <a:pt x="1607" y="2777"/>
                      </a:cubicBezTo>
                      <a:cubicBezTo>
                        <a:pt x="1686" y="2261"/>
                        <a:pt x="1826" y="1691"/>
                        <a:pt x="1826" y="1691"/>
                      </a:cubicBezTo>
                      <a:cubicBezTo>
                        <a:pt x="1826" y="1691"/>
                        <a:pt x="2421" y="1593"/>
                        <a:pt x="2796" y="1363"/>
                      </a:cubicBezTo>
                      <a:cubicBezTo>
                        <a:pt x="3203" y="1116"/>
                        <a:pt x="3427" y="812"/>
                        <a:pt x="3579" y="515"/>
                      </a:cubicBezTo>
                      <a:cubicBezTo>
                        <a:pt x="3730" y="218"/>
                        <a:pt x="3761" y="121"/>
                        <a:pt x="3761" y="121"/>
                      </a:cubicBezTo>
                      <a:lnTo>
                        <a:pt x="3518" y="0"/>
                      </a:lnTo>
                      <a:cubicBezTo>
                        <a:pt x="3518" y="0"/>
                        <a:pt x="3112" y="515"/>
                        <a:pt x="2663" y="691"/>
                      </a:cubicBezTo>
                      <a:cubicBezTo>
                        <a:pt x="2214" y="867"/>
                        <a:pt x="1704" y="922"/>
                        <a:pt x="1547" y="928"/>
                      </a:cubicBezTo>
                      <a:cubicBezTo>
                        <a:pt x="1389" y="934"/>
                        <a:pt x="1262" y="909"/>
                        <a:pt x="1262" y="909"/>
                      </a:cubicBezTo>
                      <a:lnTo>
                        <a:pt x="952" y="9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89" name="Google Shape;1589;p4"/>
                <p:cNvSpPr/>
                <p:nvPr/>
              </p:nvSpPr>
              <p:spPr>
                <a:xfrm>
                  <a:off x="4846352" y="3375346"/>
                  <a:ext cx="132473" cy="180414"/>
                </a:xfrm>
                <a:custGeom>
                  <a:rect b="b" l="l" r="r" t="t"/>
                  <a:pathLst>
                    <a:path extrusionOk="0" h="1065" w="782">
                      <a:moveTo>
                        <a:pt x="15" y="603"/>
                      </a:moveTo>
                      <a:cubicBezTo>
                        <a:pt x="15" y="603"/>
                        <a:pt x="121" y="979"/>
                        <a:pt x="419" y="1052"/>
                      </a:cubicBezTo>
                      <a:cubicBezTo>
                        <a:pt x="716" y="1124"/>
                        <a:pt x="801" y="895"/>
                        <a:pt x="779" y="658"/>
                      </a:cubicBezTo>
                      <a:cubicBezTo>
                        <a:pt x="752" y="361"/>
                        <a:pt x="506" y="6"/>
                        <a:pt x="409" y="0"/>
                      </a:cubicBezTo>
                      <a:cubicBezTo>
                        <a:pt x="312" y="-6"/>
                        <a:pt x="33" y="297"/>
                        <a:pt x="9" y="394"/>
                      </a:cubicBezTo>
                      <a:cubicBezTo>
                        <a:pt x="-15" y="491"/>
                        <a:pt x="15" y="603"/>
                        <a:pt x="15" y="603"/>
                      </a:cubicBez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0" name="Google Shape;1590;p4"/>
                <p:cNvSpPr/>
                <p:nvPr/>
              </p:nvSpPr>
              <p:spPr>
                <a:xfrm>
                  <a:off x="4826871" y="3491386"/>
                  <a:ext cx="87242" cy="162288"/>
                </a:xfrm>
                <a:custGeom>
                  <a:rect b="b" l="l" r="r" t="t"/>
                  <a:pathLst>
                    <a:path extrusionOk="0" h="958" w="515">
                      <a:moveTo>
                        <a:pt x="200" y="0"/>
                      </a:moveTo>
                      <a:lnTo>
                        <a:pt x="0" y="783"/>
                      </a:lnTo>
                      <a:cubicBezTo>
                        <a:pt x="0" y="783"/>
                        <a:pt x="91" y="1003"/>
                        <a:pt x="318" y="950"/>
                      </a:cubicBezTo>
                      <a:cubicBezTo>
                        <a:pt x="514" y="903"/>
                        <a:pt x="491" y="725"/>
                        <a:pt x="491" y="725"/>
                      </a:cubicBezTo>
                      <a:cubicBezTo>
                        <a:pt x="491" y="725"/>
                        <a:pt x="415" y="719"/>
                        <a:pt x="436" y="583"/>
                      </a:cubicBezTo>
                      <a:cubicBezTo>
                        <a:pt x="458" y="446"/>
                        <a:pt x="515" y="231"/>
                        <a:pt x="515" y="231"/>
                      </a:cubicBezTo>
                      <a:lnTo>
                        <a:pt x="200" y="0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1" name="Google Shape;1591;p4"/>
                <p:cNvSpPr/>
                <p:nvPr/>
              </p:nvSpPr>
              <p:spPr>
                <a:xfrm>
                  <a:off x="4796548" y="3306060"/>
                  <a:ext cx="144500" cy="196168"/>
                </a:xfrm>
                <a:custGeom>
                  <a:rect b="b" l="l" r="r" t="t"/>
                  <a:pathLst>
                    <a:path extrusionOk="0" h="1158" w="853">
                      <a:moveTo>
                        <a:pt x="399" y="1158"/>
                      </a:moveTo>
                      <a:cubicBezTo>
                        <a:pt x="399" y="1158"/>
                        <a:pt x="376" y="976"/>
                        <a:pt x="346" y="912"/>
                      </a:cubicBezTo>
                      <a:cubicBezTo>
                        <a:pt x="315" y="849"/>
                        <a:pt x="297" y="837"/>
                        <a:pt x="297" y="837"/>
                      </a:cubicBezTo>
                      <a:cubicBezTo>
                        <a:pt x="297" y="837"/>
                        <a:pt x="361" y="676"/>
                        <a:pt x="464" y="609"/>
                      </a:cubicBezTo>
                      <a:cubicBezTo>
                        <a:pt x="567" y="542"/>
                        <a:pt x="651" y="480"/>
                        <a:pt x="705" y="471"/>
                      </a:cubicBezTo>
                      <a:cubicBezTo>
                        <a:pt x="787" y="457"/>
                        <a:pt x="846" y="527"/>
                        <a:pt x="846" y="527"/>
                      </a:cubicBezTo>
                      <a:cubicBezTo>
                        <a:pt x="855" y="476"/>
                        <a:pt x="874" y="378"/>
                        <a:pt x="755" y="151"/>
                      </a:cubicBezTo>
                      <a:cubicBezTo>
                        <a:pt x="671" y="-9"/>
                        <a:pt x="418" y="-68"/>
                        <a:pt x="319" y="106"/>
                      </a:cubicBezTo>
                      <a:cubicBezTo>
                        <a:pt x="265" y="201"/>
                        <a:pt x="268" y="282"/>
                        <a:pt x="195" y="370"/>
                      </a:cubicBezTo>
                      <a:cubicBezTo>
                        <a:pt x="134" y="443"/>
                        <a:pt x="72" y="488"/>
                        <a:pt x="27" y="574"/>
                      </a:cubicBezTo>
                      <a:cubicBezTo>
                        <a:pt x="-37" y="695"/>
                        <a:pt x="33" y="808"/>
                        <a:pt x="32" y="927"/>
                      </a:cubicBezTo>
                      <a:cubicBezTo>
                        <a:pt x="31" y="971"/>
                        <a:pt x="17" y="1027"/>
                        <a:pt x="54" y="1061"/>
                      </a:cubicBezTo>
                      <a:cubicBezTo>
                        <a:pt x="148" y="1146"/>
                        <a:pt x="399" y="1158"/>
                        <a:pt x="399" y="115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2" name="Google Shape;1592;p4"/>
                <p:cNvSpPr/>
                <p:nvPr/>
              </p:nvSpPr>
              <p:spPr>
                <a:xfrm>
                  <a:off x="4835171" y="3489184"/>
                  <a:ext cx="43536" cy="30492"/>
                </a:xfrm>
                <a:custGeom>
                  <a:rect b="b" l="l" r="r" t="t"/>
                  <a:pathLst>
                    <a:path extrusionOk="0" h="180" w="257">
                      <a:moveTo>
                        <a:pt x="178" y="25"/>
                      </a:moveTo>
                      <a:cubicBezTo>
                        <a:pt x="178" y="25"/>
                        <a:pt x="39" y="-41"/>
                        <a:pt x="8" y="44"/>
                      </a:cubicBezTo>
                      <a:cubicBezTo>
                        <a:pt x="-22" y="129"/>
                        <a:pt x="33" y="195"/>
                        <a:pt x="118" y="177"/>
                      </a:cubicBezTo>
                      <a:cubicBezTo>
                        <a:pt x="203" y="159"/>
                        <a:pt x="257" y="68"/>
                        <a:pt x="257" y="68"/>
                      </a:cubicBezTo>
                      <a:lnTo>
                        <a:pt x="178" y="25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19800" lIns="90000" spcFirstLastPara="1" rIns="90000" wrap="square" tIns="198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3" name="Google Shape;1593;p4"/>
                <p:cNvSpPr/>
                <p:nvPr/>
              </p:nvSpPr>
              <p:spPr>
                <a:xfrm>
                  <a:off x="4874642" y="3696702"/>
                  <a:ext cx="241399" cy="268334"/>
                </a:xfrm>
                <a:custGeom>
                  <a:rect b="b" l="l" r="r" t="t"/>
                  <a:pathLst>
                    <a:path extrusionOk="0" h="1584" w="1425">
                      <a:moveTo>
                        <a:pt x="321" y="0"/>
                      </a:moveTo>
                      <a:lnTo>
                        <a:pt x="0" y="1584"/>
                      </a:lnTo>
                      <a:lnTo>
                        <a:pt x="1110" y="1572"/>
                      </a:lnTo>
                      <a:lnTo>
                        <a:pt x="1425" y="7"/>
                      </a:lnTo>
                      <a:lnTo>
                        <a:pt x="3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4" name="Google Shape;1594;p4"/>
                <p:cNvSpPr/>
                <p:nvPr/>
              </p:nvSpPr>
              <p:spPr>
                <a:xfrm>
                  <a:off x="4835510" y="3783605"/>
                  <a:ext cx="128068" cy="109434"/>
                </a:xfrm>
                <a:custGeom>
                  <a:rect b="b" l="l" r="r" t="t"/>
                  <a:pathLst>
                    <a:path extrusionOk="0" h="646" w="756">
                      <a:moveTo>
                        <a:pt x="0" y="428"/>
                      </a:moveTo>
                      <a:lnTo>
                        <a:pt x="164" y="349"/>
                      </a:lnTo>
                      <a:cubicBezTo>
                        <a:pt x="164" y="349"/>
                        <a:pt x="213" y="191"/>
                        <a:pt x="304" y="106"/>
                      </a:cubicBezTo>
                      <a:cubicBezTo>
                        <a:pt x="395" y="21"/>
                        <a:pt x="448" y="0"/>
                        <a:pt x="448" y="0"/>
                      </a:cubicBezTo>
                      <a:lnTo>
                        <a:pt x="425" y="135"/>
                      </a:lnTo>
                      <a:cubicBezTo>
                        <a:pt x="425" y="135"/>
                        <a:pt x="679" y="16"/>
                        <a:pt x="734" y="58"/>
                      </a:cubicBezTo>
                      <a:cubicBezTo>
                        <a:pt x="788" y="101"/>
                        <a:pt x="739" y="279"/>
                        <a:pt x="605" y="363"/>
                      </a:cubicBezTo>
                      <a:cubicBezTo>
                        <a:pt x="473" y="446"/>
                        <a:pt x="243" y="497"/>
                        <a:pt x="243" y="497"/>
                      </a:cubicBezTo>
                      <a:lnTo>
                        <a:pt x="73" y="646"/>
                      </a:lnTo>
                      <a:lnTo>
                        <a:pt x="0" y="428"/>
                      </a:lnTo>
                      <a:close/>
                    </a:path>
                  </a:pathLst>
                </a:custGeom>
                <a:solidFill>
                  <a:srgbClr val="DFAB9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5" name="Google Shape;1595;p4"/>
                <p:cNvSpPr/>
                <p:nvPr/>
              </p:nvSpPr>
              <p:spPr>
                <a:xfrm>
                  <a:off x="4605800" y="3613525"/>
                  <a:ext cx="256475" cy="340330"/>
                </a:xfrm>
                <a:custGeom>
                  <a:rect b="b" l="l" r="r" t="t"/>
                  <a:pathLst>
                    <a:path extrusionOk="0" h="2009" w="1514">
                      <a:moveTo>
                        <a:pt x="1314" y="1"/>
                      </a:moveTo>
                      <a:cubicBezTo>
                        <a:pt x="1314" y="1"/>
                        <a:pt x="465" y="-41"/>
                        <a:pt x="119" y="819"/>
                      </a:cubicBezTo>
                      <a:cubicBezTo>
                        <a:pt x="-227" y="1680"/>
                        <a:pt x="246" y="2026"/>
                        <a:pt x="683" y="2008"/>
                      </a:cubicBezTo>
                      <a:cubicBezTo>
                        <a:pt x="1120" y="1990"/>
                        <a:pt x="1514" y="1626"/>
                        <a:pt x="1514" y="1626"/>
                      </a:cubicBezTo>
                      <a:lnTo>
                        <a:pt x="1411" y="1401"/>
                      </a:lnTo>
                      <a:cubicBezTo>
                        <a:pt x="1411" y="1401"/>
                        <a:pt x="979" y="1577"/>
                        <a:pt x="731" y="1401"/>
                      </a:cubicBezTo>
                      <a:cubicBezTo>
                        <a:pt x="398" y="1165"/>
                        <a:pt x="816" y="940"/>
                        <a:pt x="816" y="940"/>
                      </a:cubicBezTo>
                      <a:cubicBezTo>
                        <a:pt x="816" y="940"/>
                        <a:pt x="773" y="738"/>
                        <a:pt x="1004" y="328"/>
                      </a:cubicBezTo>
                      <a:cubicBezTo>
                        <a:pt x="1083" y="189"/>
                        <a:pt x="1314" y="1"/>
                        <a:pt x="131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6" name="Google Shape;1596;p4"/>
                <p:cNvSpPr/>
                <p:nvPr/>
              </p:nvSpPr>
              <p:spPr>
                <a:xfrm>
                  <a:off x="4986109" y="3672647"/>
                  <a:ext cx="79111" cy="48788"/>
                </a:xfrm>
                <a:custGeom>
                  <a:rect b="b" l="l" r="r" t="t"/>
                  <a:pathLst>
                    <a:path extrusionOk="0" h="288" w="467">
                      <a:moveTo>
                        <a:pt x="0" y="276"/>
                      </a:moveTo>
                      <a:lnTo>
                        <a:pt x="55" y="0"/>
                      </a:lnTo>
                      <a:lnTo>
                        <a:pt x="467" y="9"/>
                      </a:lnTo>
                      <a:lnTo>
                        <a:pt x="434" y="288"/>
                      </a:lnTo>
                      <a:lnTo>
                        <a:pt x="0" y="2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1" anchor="ctr" bIns="45000" lIns="90000" spcFirstLastPara="1" rIns="90000" wrap="square" tIns="450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597" name="Google Shape;1597;p4"/>
            <p:cNvGrpSpPr/>
            <p:nvPr/>
          </p:nvGrpSpPr>
          <p:grpSpPr>
            <a:xfrm>
              <a:off x="7653018" y="2451543"/>
              <a:ext cx="777751" cy="777634"/>
              <a:chOff x="7329443" y="3322343"/>
              <a:chExt cx="777751" cy="777634"/>
            </a:xfrm>
          </p:grpSpPr>
          <p:sp>
            <p:nvSpPr>
              <p:cNvPr id="1598" name="Google Shape;1598;p4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4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0" name="Google Shape;1600;p4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1" name="Google Shape;1601;p4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4000"/>
                  <a:buFont typeface="Arial"/>
                  <a:buNone/>
                </a:pPr>
                <a:r>
                  <a:rPr b="0" i="0" lang="en-US" sz="40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4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  <p:grpSp>
          <p:nvGrpSpPr>
            <p:cNvPr id="1602" name="Google Shape;1602;p4"/>
            <p:cNvGrpSpPr/>
            <p:nvPr/>
          </p:nvGrpSpPr>
          <p:grpSpPr>
            <a:xfrm>
              <a:off x="6727267" y="811896"/>
              <a:ext cx="497217" cy="497064"/>
              <a:chOff x="7329443" y="3322343"/>
              <a:chExt cx="777751" cy="777634"/>
            </a:xfrm>
          </p:grpSpPr>
          <p:sp>
            <p:nvSpPr>
              <p:cNvPr id="1603" name="Google Shape;1603;p4"/>
              <p:cNvSpPr/>
              <p:nvPr/>
            </p:nvSpPr>
            <p:spPr>
              <a:xfrm flipH="1">
                <a:off x="7329443" y="3322343"/>
                <a:ext cx="777751" cy="777634"/>
              </a:xfrm>
              <a:custGeom>
                <a:rect b="b" l="l" r="r" t="t"/>
                <a:pathLst>
                  <a:path extrusionOk="0" h="5392" w="5393">
                    <a:moveTo>
                      <a:pt x="4603" y="789"/>
                    </a:moveTo>
                    <a:cubicBezTo>
                      <a:pt x="4938" y="1124"/>
                      <a:pt x="5178" y="1541"/>
                      <a:pt x="5301" y="1998"/>
                    </a:cubicBezTo>
                    <a:cubicBezTo>
                      <a:pt x="5423" y="2455"/>
                      <a:pt x="5423" y="2936"/>
                      <a:pt x="5301" y="3393"/>
                    </a:cubicBezTo>
                    <a:cubicBezTo>
                      <a:pt x="5178" y="3850"/>
                      <a:pt x="4938" y="4267"/>
                      <a:pt x="4603" y="4602"/>
                    </a:cubicBezTo>
                    <a:cubicBezTo>
                      <a:pt x="4268" y="4937"/>
                      <a:pt x="3851" y="5178"/>
                      <a:pt x="3394" y="5300"/>
                    </a:cubicBezTo>
                    <a:cubicBezTo>
                      <a:pt x="2937" y="5423"/>
                      <a:pt x="2456" y="5423"/>
                      <a:pt x="1999" y="5300"/>
                    </a:cubicBezTo>
                    <a:cubicBezTo>
                      <a:pt x="1541" y="5178"/>
                      <a:pt x="1125" y="4937"/>
                      <a:pt x="790" y="4602"/>
                    </a:cubicBezTo>
                    <a:cubicBezTo>
                      <a:pt x="455" y="4267"/>
                      <a:pt x="215" y="3850"/>
                      <a:pt x="92" y="3393"/>
                    </a:cubicBezTo>
                    <a:cubicBezTo>
                      <a:pt x="-30" y="2936"/>
                      <a:pt x="-30" y="2455"/>
                      <a:pt x="92" y="1998"/>
                    </a:cubicBezTo>
                    <a:cubicBezTo>
                      <a:pt x="215" y="1541"/>
                      <a:pt x="455" y="1124"/>
                      <a:pt x="790" y="789"/>
                    </a:cubicBezTo>
                    <a:cubicBezTo>
                      <a:pt x="1125" y="454"/>
                      <a:pt x="1541" y="214"/>
                      <a:pt x="1999" y="91"/>
                    </a:cubicBezTo>
                    <a:cubicBezTo>
                      <a:pt x="2456" y="-31"/>
                      <a:pt x="2937" y="-31"/>
                      <a:pt x="3394" y="91"/>
                    </a:cubicBezTo>
                    <a:cubicBezTo>
                      <a:pt x="3851" y="214"/>
                      <a:pt x="4268" y="454"/>
                      <a:pt x="4603" y="78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4"/>
              <p:cNvSpPr/>
              <p:nvPr/>
            </p:nvSpPr>
            <p:spPr>
              <a:xfrm flipH="1">
                <a:off x="7369679" y="3362581"/>
                <a:ext cx="697424" cy="697159"/>
              </a:xfrm>
              <a:custGeom>
                <a:rect b="b" l="l" r="r" t="t"/>
                <a:pathLst>
                  <a:path extrusionOk="0" h="4834" w="4836">
                    <a:moveTo>
                      <a:pt x="4128" y="707"/>
                    </a:moveTo>
                    <a:cubicBezTo>
                      <a:pt x="4428" y="1007"/>
                      <a:pt x="4644" y="1381"/>
                      <a:pt x="4754" y="1791"/>
                    </a:cubicBezTo>
                    <a:cubicBezTo>
                      <a:pt x="4864" y="2201"/>
                      <a:pt x="4864" y="2632"/>
                      <a:pt x="4754" y="3042"/>
                    </a:cubicBezTo>
                    <a:cubicBezTo>
                      <a:pt x="4644" y="3452"/>
                      <a:pt x="4428" y="3826"/>
                      <a:pt x="4128" y="4126"/>
                    </a:cubicBezTo>
                    <a:cubicBezTo>
                      <a:pt x="3828" y="4426"/>
                      <a:pt x="3454" y="4643"/>
                      <a:pt x="3044" y="4752"/>
                    </a:cubicBezTo>
                    <a:cubicBezTo>
                      <a:pt x="2634" y="4862"/>
                      <a:pt x="2203" y="4862"/>
                      <a:pt x="1793" y="4752"/>
                    </a:cubicBezTo>
                    <a:cubicBezTo>
                      <a:pt x="1383" y="4643"/>
                      <a:pt x="1009" y="4426"/>
                      <a:pt x="709" y="4126"/>
                    </a:cubicBezTo>
                    <a:cubicBezTo>
                      <a:pt x="409" y="3826"/>
                      <a:pt x="193" y="3452"/>
                      <a:pt x="83" y="3042"/>
                    </a:cubicBezTo>
                    <a:cubicBezTo>
                      <a:pt x="-27" y="2632"/>
                      <a:pt x="-27" y="2201"/>
                      <a:pt x="83" y="1791"/>
                    </a:cubicBezTo>
                    <a:cubicBezTo>
                      <a:pt x="193" y="1381"/>
                      <a:pt x="409" y="1007"/>
                      <a:pt x="709" y="707"/>
                    </a:cubicBezTo>
                    <a:cubicBezTo>
                      <a:pt x="1009" y="407"/>
                      <a:pt x="1383" y="191"/>
                      <a:pt x="1793" y="81"/>
                    </a:cubicBezTo>
                    <a:cubicBezTo>
                      <a:pt x="2203" y="-28"/>
                      <a:pt x="2634" y="-28"/>
                      <a:pt x="3044" y="81"/>
                    </a:cubicBezTo>
                    <a:cubicBezTo>
                      <a:pt x="3454" y="191"/>
                      <a:pt x="3828" y="407"/>
                      <a:pt x="4128" y="7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4"/>
              <p:cNvSpPr/>
              <p:nvPr/>
            </p:nvSpPr>
            <p:spPr>
              <a:xfrm flipH="1">
                <a:off x="7408617" y="3401377"/>
                <a:ext cx="619548" cy="619425"/>
              </a:xfrm>
              <a:custGeom>
                <a:rect b="b" l="l" r="r" t="t"/>
                <a:pathLst>
                  <a:path extrusionOk="0" h="4295" w="4296">
                    <a:moveTo>
                      <a:pt x="3667" y="629"/>
                    </a:moveTo>
                    <a:cubicBezTo>
                      <a:pt x="3934" y="895"/>
                      <a:pt x="4125" y="1228"/>
                      <a:pt x="4223" y="1592"/>
                    </a:cubicBezTo>
                    <a:cubicBezTo>
                      <a:pt x="4320" y="1957"/>
                      <a:pt x="4320" y="2339"/>
                      <a:pt x="4223" y="2703"/>
                    </a:cubicBezTo>
                    <a:cubicBezTo>
                      <a:pt x="4125" y="3068"/>
                      <a:pt x="3933" y="3400"/>
                      <a:pt x="3667" y="3666"/>
                    </a:cubicBezTo>
                    <a:cubicBezTo>
                      <a:pt x="3400" y="3933"/>
                      <a:pt x="3068" y="4125"/>
                      <a:pt x="2704" y="4222"/>
                    </a:cubicBezTo>
                    <a:cubicBezTo>
                      <a:pt x="2339" y="4320"/>
                      <a:pt x="1956" y="4320"/>
                      <a:pt x="1592" y="4222"/>
                    </a:cubicBezTo>
                    <a:cubicBezTo>
                      <a:pt x="1227" y="4125"/>
                      <a:pt x="895" y="3933"/>
                      <a:pt x="629" y="3666"/>
                    </a:cubicBezTo>
                    <a:cubicBezTo>
                      <a:pt x="362" y="3400"/>
                      <a:pt x="171" y="3068"/>
                      <a:pt x="74" y="2703"/>
                    </a:cubicBezTo>
                    <a:cubicBezTo>
                      <a:pt x="-24" y="2339"/>
                      <a:pt x="-24" y="1956"/>
                      <a:pt x="74" y="1592"/>
                    </a:cubicBezTo>
                    <a:cubicBezTo>
                      <a:pt x="171" y="1227"/>
                      <a:pt x="362" y="896"/>
                      <a:pt x="629" y="629"/>
                    </a:cubicBezTo>
                    <a:cubicBezTo>
                      <a:pt x="895" y="363"/>
                      <a:pt x="1228" y="170"/>
                      <a:pt x="1592" y="73"/>
                    </a:cubicBezTo>
                    <a:cubicBezTo>
                      <a:pt x="1957" y="-25"/>
                      <a:pt x="2340" y="-25"/>
                      <a:pt x="2704" y="73"/>
                    </a:cubicBezTo>
                    <a:cubicBezTo>
                      <a:pt x="3069" y="170"/>
                      <a:pt x="3401" y="362"/>
                      <a:pt x="3667" y="6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1" anchor="ctr" bIns="45000" lIns="90000" spcFirstLastPara="1" rIns="90000" wrap="square" tIns="45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4"/>
              <p:cNvSpPr txBox="1"/>
              <p:nvPr/>
            </p:nvSpPr>
            <p:spPr>
              <a:xfrm>
                <a:off x="7388427" y="3393845"/>
                <a:ext cx="649800" cy="64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b="0" i="0" lang="en-US" sz="3000" u="none" cap="none" strike="noStrike">
                    <a:solidFill>
                      <a:schemeClr val="accent2"/>
                    </a:solidFill>
                    <a:latin typeface="Be Vietnam Pro SemiBold"/>
                    <a:ea typeface="Be Vietnam Pro SemiBold"/>
                    <a:cs typeface="Be Vietnam Pro SemiBold"/>
                    <a:sym typeface="Be Vietnam Pro SemiBold"/>
                  </a:rPr>
                  <a:t>$</a:t>
                </a:r>
                <a:endParaRPr b="0" i="0" sz="3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p5"/>
          <p:cNvSpPr txBox="1"/>
          <p:nvPr>
            <p:ph idx="6" type="subTitle"/>
          </p:nvPr>
        </p:nvSpPr>
        <p:spPr>
          <a:xfrm>
            <a:off x="1160350" y="3056300"/>
            <a:ext cx="298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/>
              <a:t>Loan Management</a:t>
            </a:r>
            <a:endParaRPr/>
          </a:p>
        </p:txBody>
      </p:sp>
      <p:sp>
        <p:nvSpPr>
          <p:cNvPr id="1612" name="Google Shape;161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System Features</a:t>
            </a:r>
            <a:endParaRPr/>
          </a:p>
        </p:txBody>
      </p:sp>
      <p:sp>
        <p:nvSpPr>
          <p:cNvPr id="1613" name="Google Shape;1613;p5"/>
          <p:cNvSpPr txBox="1"/>
          <p:nvPr>
            <p:ph idx="1" type="subTitle"/>
          </p:nvPr>
        </p:nvSpPr>
        <p:spPr>
          <a:xfrm>
            <a:off x="1160350" y="1841400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Register new banks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Assign unique Bank ID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Store bank information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14" name="Google Shape;1614;p5"/>
          <p:cNvSpPr txBox="1"/>
          <p:nvPr>
            <p:ph idx="2" type="subTitle"/>
          </p:nvPr>
        </p:nvSpPr>
        <p:spPr>
          <a:xfrm>
            <a:off x="4997149" y="1841400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Track liquidity levels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Monitor capital adequacy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Identify high-risk banks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15" name="Google Shape;1615;p5"/>
          <p:cNvSpPr txBox="1"/>
          <p:nvPr>
            <p:ph idx="3" type="subTitle"/>
          </p:nvPr>
        </p:nvSpPr>
        <p:spPr>
          <a:xfrm>
            <a:off x="1160350" y="3425775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Approve loans to banks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Track repayment status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br>
              <a:rPr lang="en-US"/>
            </a:br>
            <a:endParaRPr/>
          </a:p>
        </p:txBody>
      </p:sp>
      <p:sp>
        <p:nvSpPr>
          <p:cNvPr id="1616" name="Google Shape;1616;p5"/>
          <p:cNvSpPr txBox="1"/>
          <p:nvPr>
            <p:ph idx="4" type="subTitle"/>
          </p:nvPr>
        </p:nvSpPr>
        <p:spPr>
          <a:xfrm>
            <a:off x="4997147" y="3425775"/>
            <a:ext cx="2986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Bank performance reports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/>
              <a:t>Risk reports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17" name="Google Shape;1617;p5"/>
          <p:cNvSpPr txBox="1"/>
          <p:nvPr>
            <p:ph idx="5" type="subTitle"/>
          </p:nvPr>
        </p:nvSpPr>
        <p:spPr>
          <a:xfrm>
            <a:off x="1160350" y="1536325"/>
            <a:ext cx="29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B50"/>
              </a:buClr>
              <a:buSzPts val="2400"/>
              <a:buFont typeface="Be Vietnam Pro SemiBold"/>
              <a:buNone/>
            </a:pPr>
            <a:r>
              <a:rPr b="1" i="0" lang="en-US" sz="2200" u="none" cap="none" strike="noStrike">
                <a:solidFill>
                  <a:srgbClr val="243B50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rPr>
              <a:t>Commercial Bank Registration</a:t>
            </a:r>
            <a:endParaRPr b="0" i="0" sz="2200" u="none" cap="none" strike="noStrike">
              <a:solidFill>
                <a:srgbClr val="243B50"/>
              </a:solidFill>
              <a:latin typeface="Be Vietnam Pro SemiBold"/>
              <a:ea typeface="Be Vietnam Pro SemiBold"/>
              <a:cs typeface="Be Vietnam Pro SemiBold"/>
              <a:sym typeface="Be Vietnam Pro SemiBold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sz="800"/>
          </a:p>
        </p:txBody>
      </p:sp>
      <p:sp>
        <p:nvSpPr>
          <p:cNvPr id="1618" name="Google Shape;1618;p5"/>
          <p:cNvSpPr txBox="1"/>
          <p:nvPr>
            <p:ph idx="7" type="subTitle"/>
          </p:nvPr>
        </p:nvSpPr>
        <p:spPr>
          <a:xfrm>
            <a:off x="4997118" y="1471850"/>
            <a:ext cx="298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br>
              <a:rPr lang="en-US"/>
            </a:b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t/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rPr b="1" lang="en-US"/>
              <a:t>Risk Monitoring</a:t>
            </a:r>
            <a:endParaRPr/>
          </a:p>
        </p:txBody>
      </p:sp>
      <p:sp>
        <p:nvSpPr>
          <p:cNvPr id="1619" name="Google Shape;1619;p5"/>
          <p:cNvSpPr txBox="1"/>
          <p:nvPr>
            <p:ph idx="8" type="subTitle"/>
          </p:nvPr>
        </p:nvSpPr>
        <p:spPr>
          <a:xfrm>
            <a:off x="4997118" y="3056300"/>
            <a:ext cx="2986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 Vietnam Pro SemiBold"/>
              <a:buNone/>
            </a:pPr>
            <a:r>
              <a:rPr b="1" lang="en-US"/>
              <a:t>Reporting System</a:t>
            </a:r>
            <a:endParaRPr/>
          </a:p>
        </p:txBody>
      </p:sp>
      <p:grpSp>
        <p:nvGrpSpPr>
          <p:cNvPr id="1620" name="Google Shape;1620;p5"/>
          <p:cNvGrpSpPr/>
          <p:nvPr/>
        </p:nvGrpSpPr>
        <p:grpSpPr>
          <a:xfrm>
            <a:off x="1293880" y="4601790"/>
            <a:ext cx="640055" cy="324092"/>
            <a:chOff x="6580515" y="3436687"/>
            <a:chExt cx="538767" cy="273657"/>
          </a:xfrm>
        </p:grpSpPr>
        <p:sp>
          <p:nvSpPr>
            <p:cNvPr id="1621" name="Google Shape;1621;p5"/>
            <p:cNvSpPr/>
            <p:nvPr/>
          </p:nvSpPr>
          <p:spPr>
            <a:xfrm>
              <a:off x="6580977" y="3553264"/>
              <a:ext cx="538305" cy="157080"/>
            </a:xfrm>
            <a:custGeom>
              <a:rect b="b" l="l" r="r" t="t"/>
              <a:pathLst>
                <a:path extrusionOk="0" h="57381" w="196641">
                  <a:moveTo>
                    <a:pt x="26" y="2763"/>
                  </a:moveTo>
                  <a:cubicBezTo>
                    <a:pt x="-146" y="3091"/>
                    <a:pt x="603" y="16210"/>
                    <a:pt x="603" y="16210"/>
                  </a:cubicBezTo>
                  <a:cubicBezTo>
                    <a:pt x="837" y="20277"/>
                    <a:pt x="4771" y="25084"/>
                    <a:pt x="7206" y="27972"/>
                  </a:cubicBezTo>
                  <a:cubicBezTo>
                    <a:pt x="15908" y="38298"/>
                    <a:pt x="28747" y="44534"/>
                    <a:pt x="41390" y="48538"/>
                  </a:cubicBezTo>
                  <a:cubicBezTo>
                    <a:pt x="74178" y="58918"/>
                    <a:pt x="109401" y="60057"/>
                    <a:pt x="142766" y="52502"/>
                  </a:cubicBezTo>
                  <a:cubicBezTo>
                    <a:pt x="154512" y="49841"/>
                    <a:pt x="166422" y="45931"/>
                    <a:pt x="176912" y="39664"/>
                  </a:cubicBezTo>
                  <a:cubicBezTo>
                    <a:pt x="185395" y="34598"/>
                    <a:pt x="196681" y="24803"/>
                    <a:pt x="196642" y="13853"/>
                  </a:cubicBezTo>
                  <a:lnTo>
                    <a:pt x="196595" y="0"/>
                  </a:lnTo>
                  <a:lnTo>
                    <a:pt x="34" y="27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6580515" y="3436687"/>
              <a:ext cx="538655" cy="230005"/>
            </a:xfrm>
            <a:custGeom>
              <a:rect b="b" l="l" r="r" t="t"/>
              <a:pathLst>
                <a:path extrusionOk="0" h="84020" w="196769">
                  <a:moveTo>
                    <a:pt x="193423" y="30884"/>
                  </a:moveTo>
                  <a:cubicBezTo>
                    <a:pt x="181521" y="11880"/>
                    <a:pt x="139196" y="-631"/>
                    <a:pt x="95661" y="25"/>
                  </a:cubicBezTo>
                  <a:cubicBezTo>
                    <a:pt x="50332" y="711"/>
                    <a:pt x="7452" y="15595"/>
                    <a:pt x="889" y="36754"/>
                  </a:cubicBezTo>
                  <a:cubicBezTo>
                    <a:pt x="-7338" y="63274"/>
                    <a:pt x="42527" y="87266"/>
                    <a:pt x="110045" y="83660"/>
                  </a:cubicBezTo>
                  <a:cubicBezTo>
                    <a:pt x="173638" y="80265"/>
                    <a:pt x="208065" y="54252"/>
                    <a:pt x="193423" y="308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6581624" y="3550188"/>
              <a:ext cx="535116" cy="115205"/>
            </a:xfrm>
            <a:custGeom>
              <a:rect b="b" l="l" r="r" t="t"/>
              <a:pathLst>
                <a:path extrusionOk="0" h="42084" w="195476">
                  <a:moveTo>
                    <a:pt x="0" y="6962"/>
                  </a:moveTo>
                  <a:cubicBezTo>
                    <a:pt x="7508" y="28159"/>
                    <a:pt x="51776" y="44768"/>
                    <a:pt x="108751" y="41724"/>
                  </a:cubicBezTo>
                  <a:cubicBezTo>
                    <a:pt x="162408" y="38860"/>
                    <a:pt x="195297" y="19894"/>
                    <a:pt x="195477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5"/>
            <p:cNvSpPr/>
            <p:nvPr/>
          </p:nvSpPr>
          <p:spPr>
            <a:xfrm>
              <a:off x="6660775" y="3458842"/>
              <a:ext cx="386612" cy="163678"/>
            </a:xfrm>
            <a:custGeom>
              <a:rect b="b" l="l" r="r" t="t"/>
              <a:pathLst>
                <a:path extrusionOk="0" h="59791" w="141228">
                  <a:moveTo>
                    <a:pt x="77992" y="59602"/>
                  </a:moveTo>
                  <a:cubicBezTo>
                    <a:pt x="32365" y="61701"/>
                    <a:pt x="-3006" y="46092"/>
                    <a:pt x="202" y="27790"/>
                  </a:cubicBezTo>
                  <a:cubicBezTo>
                    <a:pt x="2926" y="12219"/>
                    <a:pt x="33450" y="668"/>
                    <a:pt x="67744" y="28"/>
                  </a:cubicBezTo>
                  <a:cubicBezTo>
                    <a:pt x="101000" y="-596"/>
                    <a:pt x="132406" y="9160"/>
                    <a:pt x="139657" y="23544"/>
                  </a:cubicBezTo>
                  <a:cubicBezTo>
                    <a:pt x="148101" y="40285"/>
                    <a:pt x="121792" y="57588"/>
                    <a:pt x="77992" y="59602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5"/>
            <p:cNvSpPr/>
            <p:nvPr/>
          </p:nvSpPr>
          <p:spPr>
            <a:xfrm>
              <a:off x="6759006" y="3501113"/>
              <a:ext cx="180880" cy="70140"/>
            </a:xfrm>
            <a:custGeom>
              <a:rect b="b" l="l" r="r" t="t"/>
              <a:pathLst>
                <a:path extrusionOk="0" h="25622" w="66075">
                  <a:moveTo>
                    <a:pt x="196" y="0"/>
                  </a:moveTo>
                  <a:lnTo>
                    <a:pt x="1" y="12831"/>
                  </a:lnTo>
                  <a:cubicBezTo>
                    <a:pt x="-85" y="18411"/>
                    <a:pt x="7165" y="23047"/>
                    <a:pt x="16196" y="23180"/>
                  </a:cubicBezTo>
                  <a:lnTo>
                    <a:pt x="16843" y="23180"/>
                  </a:lnTo>
                  <a:cubicBezTo>
                    <a:pt x="25873" y="23328"/>
                    <a:pt x="33264" y="18919"/>
                    <a:pt x="33342" y="13338"/>
                  </a:cubicBezTo>
                  <a:lnTo>
                    <a:pt x="33382" y="10614"/>
                  </a:lnTo>
                  <a:cubicBezTo>
                    <a:pt x="33467" y="5034"/>
                    <a:pt x="40858" y="624"/>
                    <a:pt x="49880" y="765"/>
                  </a:cubicBezTo>
                  <a:lnTo>
                    <a:pt x="49880" y="765"/>
                  </a:lnTo>
                  <a:cubicBezTo>
                    <a:pt x="58911" y="905"/>
                    <a:pt x="66161" y="5534"/>
                    <a:pt x="66075" y="11114"/>
                  </a:cubicBezTo>
                  <a:lnTo>
                    <a:pt x="65857" y="25623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6738315" y="3541852"/>
              <a:ext cx="223758" cy="3416"/>
            </a:xfrm>
            <a:custGeom>
              <a:rect b="b" l="l" r="r" t="t"/>
              <a:pathLst>
                <a:path extrusionOk="0" h="1248" w="81738">
                  <a:moveTo>
                    <a:pt x="0" y="0"/>
                  </a:moveTo>
                  <a:lnTo>
                    <a:pt x="81739" y="124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6738551" y="3525393"/>
              <a:ext cx="223780" cy="3394"/>
            </a:xfrm>
            <a:custGeom>
              <a:rect b="b" l="l" r="r" t="t"/>
              <a:pathLst>
                <a:path extrusionOk="0" h="1240" w="81746">
                  <a:moveTo>
                    <a:pt x="0" y="0"/>
                  </a:moveTo>
                  <a:lnTo>
                    <a:pt x="81747" y="124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6964176" y="3654726"/>
              <a:ext cx="5702" cy="43841"/>
            </a:xfrm>
            <a:custGeom>
              <a:rect b="b" l="l" r="r" t="t"/>
              <a:pathLst>
                <a:path extrusionOk="0" h="16015" w="2083">
                  <a:moveTo>
                    <a:pt x="2084" y="0"/>
                  </a:moveTo>
                  <a:lnTo>
                    <a:pt x="0" y="16015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6841703" y="3666568"/>
              <a:ext cx="4038" cy="43690"/>
            </a:xfrm>
            <a:custGeom>
              <a:rect b="b" l="l" r="r" t="t"/>
              <a:pathLst>
                <a:path extrusionOk="0" h="15960" w="1475">
                  <a:moveTo>
                    <a:pt x="1475" y="0"/>
                  </a:moveTo>
                  <a:lnTo>
                    <a:pt x="0" y="1596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6708884" y="3653080"/>
              <a:ext cx="5489" cy="37857"/>
            </a:xfrm>
            <a:custGeom>
              <a:rect b="b" l="l" r="r" t="t"/>
              <a:pathLst>
                <a:path extrusionOk="0" h="13829" w="2005">
                  <a:moveTo>
                    <a:pt x="2006" y="0"/>
                  </a:moveTo>
                  <a:lnTo>
                    <a:pt x="0" y="1383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6667098" y="3639489"/>
              <a:ext cx="4914" cy="36535"/>
            </a:xfrm>
            <a:custGeom>
              <a:rect b="b" l="l" r="r" t="t"/>
              <a:pathLst>
                <a:path extrusionOk="0" h="13346" w="1795">
                  <a:moveTo>
                    <a:pt x="1795" y="0"/>
                  </a:moveTo>
                  <a:lnTo>
                    <a:pt x="0" y="13346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6606611" y="3605952"/>
              <a:ext cx="4123" cy="30657"/>
            </a:xfrm>
            <a:custGeom>
              <a:rect b="b" l="l" r="r" t="t"/>
              <a:pathLst>
                <a:path extrusionOk="0" h="11199" w="1506">
                  <a:moveTo>
                    <a:pt x="1506" y="0"/>
                  </a:moveTo>
                  <a:lnTo>
                    <a:pt x="0" y="1120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6825351" y="3633119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8"/>
                    <a:pt x="4737" y="6103"/>
                    <a:pt x="3051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1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6717434" y="3619439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7"/>
                    <a:pt x="4737" y="6103"/>
                    <a:pt x="3051" y="6103"/>
                  </a:cubicBezTo>
                  <a:cubicBezTo>
                    <a:pt x="1366" y="6103"/>
                    <a:pt x="0" y="4737"/>
                    <a:pt x="0" y="3052"/>
                  </a:cubicBezTo>
                  <a:cubicBezTo>
                    <a:pt x="0" y="1366"/>
                    <a:pt x="1366" y="0"/>
                    <a:pt x="3051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6628645" y="3572522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7"/>
                    <a:pt x="4737" y="6103"/>
                    <a:pt x="3052" y="6103"/>
                  </a:cubicBezTo>
                  <a:cubicBezTo>
                    <a:pt x="1366" y="6103"/>
                    <a:pt x="0" y="4737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6613728" y="3511286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8"/>
                    <a:pt x="4737" y="6103"/>
                    <a:pt x="3052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6674407" y="3471703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4" y="2427"/>
                  </a:moveTo>
                  <a:cubicBezTo>
                    <a:pt x="4854" y="3770"/>
                    <a:pt x="3770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70" y="0"/>
                    <a:pt x="4854" y="1085"/>
                    <a:pt x="4854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6750434" y="3449493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5" y="2427"/>
                  </a:moveTo>
                  <a:cubicBezTo>
                    <a:pt x="4855" y="3770"/>
                    <a:pt x="3770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70" y="0"/>
                    <a:pt x="4855" y="1085"/>
                    <a:pt x="4855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6831526" y="3440474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5" y="2427"/>
                  </a:moveTo>
                  <a:cubicBezTo>
                    <a:pt x="4855" y="3770"/>
                    <a:pt x="3770" y="4855"/>
                    <a:pt x="2428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8" y="0"/>
                  </a:cubicBezTo>
                  <a:cubicBezTo>
                    <a:pt x="3770" y="0"/>
                    <a:pt x="4855" y="1085"/>
                    <a:pt x="4855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6919011" y="3445648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5" y="2427"/>
                  </a:moveTo>
                  <a:cubicBezTo>
                    <a:pt x="4855" y="3770"/>
                    <a:pt x="3770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70" y="0"/>
                    <a:pt x="4855" y="1085"/>
                    <a:pt x="4855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7001771" y="3468282"/>
              <a:ext cx="13288" cy="13288"/>
            </a:xfrm>
            <a:custGeom>
              <a:rect b="b" l="l" r="r" t="t"/>
              <a:pathLst>
                <a:path extrusionOk="0" h="4854" w="4854">
                  <a:moveTo>
                    <a:pt x="4854" y="2427"/>
                  </a:moveTo>
                  <a:cubicBezTo>
                    <a:pt x="4854" y="3770"/>
                    <a:pt x="3769" y="4855"/>
                    <a:pt x="2427" y="4855"/>
                  </a:cubicBezTo>
                  <a:cubicBezTo>
                    <a:pt x="1085" y="4855"/>
                    <a:pt x="0" y="3770"/>
                    <a:pt x="0" y="2427"/>
                  </a:cubicBezTo>
                  <a:cubicBezTo>
                    <a:pt x="0" y="1085"/>
                    <a:pt x="1085" y="0"/>
                    <a:pt x="2427" y="0"/>
                  </a:cubicBezTo>
                  <a:cubicBezTo>
                    <a:pt x="3769" y="0"/>
                    <a:pt x="4854" y="1085"/>
                    <a:pt x="4854" y="2427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6940449" y="3625574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4" y="3052"/>
                  </a:moveTo>
                  <a:cubicBezTo>
                    <a:pt x="6104" y="4738"/>
                    <a:pt x="4738" y="6103"/>
                    <a:pt x="3052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8" y="0"/>
                    <a:pt x="6104" y="1366"/>
                    <a:pt x="6104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7030735" y="3593554"/>
              <a:ext cx="16707" cy="16707"/>
            </a:xfrm>
            <a:custGeom>
              <a:rect b="b" l="l" r="r" t="t"/>
              <a:pathLst>
                <a:path extrusionOk="0" h="6103" w="6103">
                  <a:moveTo>
                    <a:pt x="6103" y="3052"/>
                  </a:moveTo>
                  <a:cubicBezTo>
                    <a:pt x="6103" y="4738"/>
                    <a:pt x="4737" y="6103"/>
                    <a:pt x="3052" y="6103"/>
                  </a:cubicBezTo>
                  <a:cubicBezTo>
                    <a:pt x="1366" y="6103"/>
                    <a:pt x="0" y="4738"/>
                    <a:pt x="0" y="3052"/>
                  </a:cubicBezTo>
                  <a:cubicBezTo>
                    <a:pt x="0" y="1366"/>
                    <a:pt x="1366" y="0"/>
                    <a:pt x="3052" y="0"/>
                  </a:cubicBezTo>
                  <a:cubicBezTo>
                    <a:pt x="4737" y="0"/>
                    <a:pt x="6103" y="1366"/>
                    <a:pt x="6103" y="305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7070661" y="3524303"/>
              <a:ext cx="18456" cy="18459"/>
            </a:xfrm>
            <a:custGeom>
              <a:rect b="b" l="l" r="r" t="t"/>
              <a:pathLst>
                <a:path extrusionOk="0" h="6743" w="6742">
                  <a:moveTo>
                    <a:pt x="6743" y="3372"/>
                  </a:moveTo>
                  <a:cubicBezTo>
                    <a:pt x="6743" y="5237"/>
                    <a:pt x="5237" y="6743"/>
                    <a:pt x="3371" y="6743"/>
                  </a:cubicBezTo>
                  <a:cubicBezTo>
                    <a:pt x="1506" y="6743"/>
                    <a:pt x="0" y="5229"/>
                    <a:pt x="0" y="3372"/>
                  </a:cubicBezTo>
                  <a:cubicBezTo>
                    <a:pt x="0" y="1514"/>
                    <a:pt x="1506" y="0"/>
                    <a:pt x="3371" y="0"/>
                  </a:cubicBezTo>
                  <a:cubicBezTo>
                    <a:pt x="5237" y="0"/>
                    <a:pt x="6743" y="1514"/>
                    <a:pt x="6743" y="3372"/>
                  </a:cubicBezTo>
                  <a:close/>
                </a:path>
              </a:pathLst>
            </a:custGeom>
            <a:solidFill>
              <a:srgbClr val="1A3777">
                <a:alpha val="2274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5" name="Google Shape;1645;p5"/>
          <p:cNvGrpSpPr/>
          <p:nvPr/>
        </p:nvGrpSpPr>
        <p:grpSpPr>
          <a:xfrm>
            <a:off x="103453" y="3354820"/>
            <a:ext cx="1017513" cy="1013304"/>
            <a:chOff x="1001359" y="2876235"/>
            <a:chExt cx="1017513" cy="1013304"/>
          </a:xfrm>
        </p:grpSpPr>
        <p:grpSp>
          <p:nvGrpSpPr>
            <p:cNvPr id="1646" name="Google Shape;1646;p5"/>
            <p:cNvGrpSpPr/>
            <p:nvPr/>
          </p:nvGrpSpPr>
          <p:grpSpPr>
            <a:xfrm rot="-473396">
              <a:off x="1050928" y="2919736"/>
              <a:ext cx="686874" cy="769581"/>
              <a:chOff x="6225377" y="921581"/>
              <a:chExt cx="556268" cy="623249"/>
            </a:xfrm>
          </p:grpSpPr>
          <p:sp>
            <p:nvSpPr>
              <p:cNvPr id="1647" name="Google Shape;1647;p5"/>
              <p:cNvSpPr/>
              <p:nvPr/>
            </p:nvSpPr>
            <p:spPr>
              <a:xfrm>
                <a:off x="6225377" y="921581"/>
                <a:ext cx="556268" cy="623249"/>
              </a:xfrm>
              <a:custGeom>
                <a:rect b="b" l="l" r="r" t="t"/>
                <a:pathLst>
                  <a:path extrusionOk="0" h="227671" w="203203">
                    <a:moveTo>
                      <a:pt x="89629" y="227671"/>
                    </a:moveTo>
                    <a:lnTo>
                      <a:pt x="203203" y="61095"/>
                    </a:lnTo>
                    <a:lnTo>
                      <a:pt x="113855" y="0"/>
                    </a:lnTo>
                    <a:lnTo>
                      <a:pt x="0" y="166560"/>
                    </a:lnTo>
                    <a:lnTo>
                      <a:pt x="89629" y="22767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5"/>
              <p:cNvSpPr/>
              <p:nvPr/>
            </p:nvSpPr>
            <p:spPr>
              <a:xfrm>
                <a:off x="6417476" y="1141509"/>
                <a:ext cx="174781" cy="174702"/>
              </a:xfrm>
              <a:custGeom>
                <a:rect b="b" l="l" r="r" t="t"/>
                <a:pathLst>
                  <a:path extrusionOk="0" h="63818" w="63847">
                    <a:moveTo>
                      <a:pt x="57719" y="50726"/>
                    </a:moveTo>
                    <a:cubicBezTo>
                      <a:pt x="47620" y="64572"/>
                      <a:pt x="28210" y="68006"/>
                      <a:pt x="13950" y="58281"/>
                    </a:cubicBezTo>
                    <a:cubicBezTo>
                      <a:pt x="6903" y="53473"/>
                      <a:pt x="2158" y="46215"/>
                      <a:pt x="565" y="37841"/>
                    </a:cubicBezTo>
                    <a:cubicBezTo>
                      <a:pt x="-1019" y="29458"/>
                      <a:pt x="752" y="20967"/>
                      <a:pt x="5560" y="13919"/>
                    </a:cubicBezTo>
                    <a:cubicBezTo>
                      <a:pt x="15488" y="-598"/>
                      <a:pt x="35374" y="-4383"/>
                      <a:pt x="49922" y="5529"/>
                    </a:cubicBezTo>
                    <a:cubicBezTo>
                      <a:pt x="64462" y="15449"/>
                      <a:pt x="68224" y="35343"/>
                      <a:pt x="58312" y="49891"/>
                    </a:cubicBezTo>
                    <a:cubicBezTo>
                      <a:pt x="58117" y="50172"/>
                      <a:pt x="57922" y="50453"/>
                      <a:pt x="57719" y="50726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5"/>
              <p:cNvSpPr/>
              <p:nvPr/>
            </p:nvSpPr>
            <p:spPr>
              <a:xfrm>
                <a:off x="6577613" y="1083763"/>
                <a:ext cx="31484" cy="31479"/>
              </a:xfrm>
              <a:custGeom>
                <a:rect b="b" l="l" r="r" t="t"/>
                <a:pathLst>
                  <a:path extrusionOk="0" h="11499" w="11501">
                    <a:moveTo>
                      <a:pt x="10398" y="9140"/>
                    </a:moveTo>
                    <a:cubicBezTo>
                      <a:pt x="8579" y="11638"/>
                      <a:pt x="5083" y="12255"/>
                      <a:pt x="2515" y="10499"/>
                    </a:cubicBezTo>
                    <a:cubicBezTo>
                      <a:pt x="1243" y="9632"/>
                      <a:pt x="392" y="8329"/>
                      <a:pt x="104" y="6815"/>
                    </a:cubicBezTo>
                    <a:cubicBezTo>
                      <a:pt x="-185" y="5301"/>
                      <a:pt x="135" y="3779"/>
                      <a:pt x="1001" y="2506"/>
                    </a:cubicBezTo>
                    <a:cubicBezTo>
                      <a:pt x="2788" y="-108"/>
                      <a:pt x="6371" y="-787"/>
                      <a:pt x="8993" y="992"/>
                    </a:cubicBezTo>
                    <a:cubicBezTo>
                      <a:pt x="11616" y="2780"/>
                      <a:pt x="12287" y="6362"/>
                      <a:pt x="10507" y="8984"/>
                    </a:cubicBezTo>
                    <a:cubicBezTo>
                      <a:pt x="10476" y="9031"/>
                      <a:pt x="10437" y="9086"/>
                      <a:pt x="10398" y="9133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5"/>
              <p:cNvSpPr/>
              <p:nvPr/>
            </p:nvSpPr>
            <p:spPr>
              <a:xfrm>
                <a:off x="6395551" y="1350084"/>
                <a:ext cx="31484" cy="31479"/>
              </a:xfrm>
              <a:custGeom>
                <a:rect b="b" l="l" r="r" t="t"/>
                <a:pathLst>
                  <a:path extrusionOk="0" h="11499" w="11501">
                    <a:moveTo>
                      <a:pt x="10398" y="9141"/>
                    </a:moveTo>
                    <a:cubicBezTo>
                      <a:pt x="8579" y="11638"/>
                      <a:pt x="5083" y="12255"/>
                      <a:pt x="2515" y="10499"/>
                    </a:cubicBezTo>
                    <a:cubicBezTo>
                      <a:pt x="1243" y="9632"/>
                      <a:pt x="392" y="8329"/>
                      <a:pt x="104" y="6815"/>
                    </a:cubicBezTo>
                    <a:cubicBezTo>
                      <a:pt x="-185" y="5308"/>
                      <a:pt x="135" y="3779"/>
                      <a:pt x="1001" y="2507"/>
                    </a:cubicBezTo>
                    <a:cubicBezTo>
                      <a:pt x="2788" y="-108"/>
                      <a:pt x="6371" y="-787"/>
                      <a:pt x="8993" y="992"/>
                    </a:cubicBezTo>
                    <a:cubicBezTo>
                      <a:pt x="11616" y="2780"/>
                      <a:pt x="12287" y="6362"/>
                      <a:pt x="10507" y="8984"/>
                    </a:cubicBezTo>
                    <a:cubicBezTo>
                      <a:pt x="10476" y="9039"/>
                      <a:pt x="10437" y="9086"/>
                      <a:pt x="10398" y="9133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5"/>
              <p:cNvSpPr/>
              <p:nvPr/>
            </p:nvSpPr>
            <p:spPr>
              <a:xfrm>
                <a:off x="6451205" y="1170183"/>
                <a:ext cx="99560" cy="114154"/>
              </a:xfrm>
              <a:custGeom>
                <a:rect b="b" l="l" r="r" t="t"/>
                <a:pathLst>
                  <a:path extrusionOk="0" h="41700" w="36369">
                    <a:moveTo>
                      <a:pt x="27289" y="41701"/>
                    </a:moveTo>
                    <a:lnTo>
                      <a:pt x="34500" y="31921"/>
                    </a:lnTo>
                    <a:cubicBezTo>
                      <a:pt x="37638" y="27668"/>
                      <a:pt x="36732" y="21681"/>
                      <a:pt x="32479" y="18544"/>
                    </a:cubicBezTo>
                    <a:lnTo>
                      <a:pt x="32175" y="18318"/>
                    </a:lnTo>
                    <a:cubicBezTo>
                      <a:pt x="27921" y="15180"/>
                      <a:pt x="21935" y="16085"/>
                      <a:pt x="18797" y="20339"/>
                    </a:cubicBezTo>
                    <a:lnTo>
                      <a:pt x="17268" y="22415"/>
                    </a:lnTo>
                    <a:cubicBezTo>
                      <a:pt x="14130" y="26669"/>
                      <a:pt x="8144" y="27574"/>
                      <a:pt x="3891" y="24437"/>
                    </a:cubicBezTo>
                    <a:lnTo>
                      <a:pt x="3891" y="24437"/>
                    </a:lnTo>
                    <a:cubicBezTo>
                      <a:pt x="-363" y="21299"/>
                      <a:pt x="-1269" y="15313"/>
                      <a:pt x="1869" y="11059"/>
                    </a:cubicBezTo>
                    <a:lnTo>
                      <a:pt x="10025" y="0"/>
                    </a:lnTo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5"/>
              <p:cNvSpPr/>
              <p:nvPr/>
            </p:nvSpPr>
            <p:spPr>
              <a:xfrm>
                <a:off x="6453308" y="1182493"/>
                <a:ext cx="105372" cy="77726"/>
              </a:xfrm>
              <a:custGeom>
                <a:rect b="b" l="l" r="r" t="t"/>
                <a:pathLst>
                  <a:path extrusionOk="0" h="28393" w="38492">
                    <a:moveTo>
                      <a:pt x="38493" y="28394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5"/>
              <p:cNvSpPr/>
              <p:nvPr/>
            </p:nvSpPr>
            <p:spPr>
              <a:xfrm>
                <a:off x="6444054" y="1195041"/>
                <a:ext cx="105372" cy="77726"/>
              </a:xfrm>
              <a:custGeom>
                <a:rect b="b" l="l" r="r" t="t"/>
                <a:pathLst>
                  <a:path extrusionOk="0" h="28393" w="38492">
                    <a:moveTo>
                      <a:pt x="38493" y="28394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5"/>
              <p:cNvSpPr/>
              <p:nvPr/>
            </p:nvSpPr>
            <p:spPr>
              <a:xfrm>
                <a:off x="6294926" y="992094"/>
                <a:ext cx="415065" cy="479952"/>
              </a:xfrm>
              <a:custGeom>
                <a:rect b="b" l="l" r="r" t="t"/>
                <a:pathLst>
                  <a:path extrusionOk="0" h="175325" w="151622">
                    <a:moveTo>
                      <a:pt x="149148" y="34200"/>
                    </a:moveTo>
                    <a:lnTo>
                      <a:pt x="98823" y="0"/>
                    </a:lnTo>
                    <a:cubicBezTo>
                      <a:pt x="95865" y="4152"/>
                      <a:pt x="90129" y="5198"/>
                      <a:pt x="85891" y="2326"/>
                    </a:cubicBezTo>
                    <a:lnTo>
                      <a:pt x="0" y="127911"/>
                    </a:lnTo>
                    <a:cubicBezTo>
                      <a:pt x="4293" y="130846"/>
                      <a:pt x="5393" y="136700"/>
                      <a:pt x="2458" y="140992"/>
                    </a:cubicBezTo>
                    <a:lnTo>
                      <a:pt x="52682" y="175325"/>
                    </a:lnTo>
                    <a:cubicBezTo>
                      <a:pt x="55616" y="171032"/>
                      <a:pt x="61470" y="169932"/>
                      <a:pt x="65762" y="172867"/>
                    </a:cubicBezTo>
                    <a:lnTo>
                      <a:pt x="151622" y="47258"/>
                    </a:lnTo>
                    <a:cubicBezTo>
                      <a:pt x="147337" y="44331"/>
                      <a:pt x="146237" y="38485"/>
                      <a:pt x="149148" y="3420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5"/>
              <p:cNvSpPr/>
              <p:nvPr/>
            </p:nvSpPr>
            <p:spPr>
              <a:xfrm>
                <a:off x="6249356" y="946288"/>
                <a:ext cx="509243" cy="574150"/>
              </a:xfrm>
              <a:custGeom>
                <a:rect b="b" l="l" r="r" t="t"/>
                <a:pathLst>
                  <a:path extrusionOk="0" h="209735" w="186025">
                    <a:moveTo>
                      <a:pt x="0" y="154931"/>
                    </a:moveTo>
                    <a:lnTo>
                      <a:pt x="80179" y="209736"/>
                    </a:lnTo>
                    <a:lnTo>
                      <a:pt x="186026" y="54891"/>
                    </a:lnTo>
                    <a:lnTo>
                      <a:pt x="105723" y="0"/>
                    </a:lnTo>
                    <a:cubicBezTo>
                      <a:pt x="105723" y="0"/>
                      <a:pt x="-218" y="153776"/>
                      <a:pt x="0" y="15493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6" name="Google Shape;1656;p5"/>
            <p:cNvGrpSpPr/>
            <p:nvPr/>
          </p:nvGrpSpPr>
          <p:grpSpPr>
            <a:xfrm rot="1326696">
              <a:off x="1212398" y="3018964"/>
              <a:ext cx="686890" cy="769599"/>
              <a:chOff x="6225377" y="921581"/>
              <a:chExt cx="556268" cy="623249"/>
            </a:xfrm>
          </p:grpSpPr>
          <p:sp>
            <p:nvSpPr>
              <p:cNvPr id="1657" name="Google Shape;1657;p5"/>
              <p:cNvSpPr/>
              <p:nvPr/>
            </p:nvSpPr>
            <p:spPr>
              <a:xfrm>
                <a:off x="6225377" y="921581"/>
                <a:ext cx="556268" cy="623249"/>
              </a:xfrm>
              <a:custGeom>
                <a:rect b="b" l="l" r="r" t="t"/>
                <a:pathLst>
                  <a:path extrusionOk="0" h="227671" w="203203">
                    <a:moveTo>
                      <a:pt x="89629" y="227671"/>
                    </a:moveTo>
                    <a:lnTo>
                      <a:pt x="203203" y="61095"/>
                    </a:lnTo>
                    <a:lnTo>
                      <a:pt x="113855" y="0"/>
                    </a:lnTo>
                    <a:lnTo>
                      <a:pt x="0" y="166560"/>
                    </a:lnTo>
                    <a:lnTo>
                      <a:pt x="89629" y="22767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5"/>
              <p:cNvSpPr/>
              <p:nvPr/>
            </p:nvSpPr>
            <p:spPr>
              <a:xfrm>
                <a:off x="6417476" y="1141509"/>
                <a:ext cx="174781" cy="174702"/>
              </a:xfrm>
              <a:custGeom>
                <a:rect b="b" l="l" r="r" t="t"/>
                <a:pathLst>
                  <a:path extrusionOk="0" h="63818" w="63847">
                    <a:moveTo>
                      <a:pt x="57719" y="50726"/>
                    </a:moveTo>
                    <a:cubicBezTo>
                      <a:pt x="47620" y="64572"/>
                      <a:pt x="28210" y="68006"/>
                      <a:pt x="13950" y="58281"/>
                    </a:cubicBezTo>
                    <a:cubicBezTo>
                      <a:pt x="6903" y="53473"/>
                      <a:pt x="2158" y="46215"/>
                      <a:pt x="565" y="37841"/>
                    </a:cubicBezTo>
                    <a:cubicBezTo>
                      <a:pt x="-1019" y="29458"/>
                      <a:pt x="752" y="20967"/>
                      <a:pt x="5560" y="13919"/>
                    </a:cubicBezTo>
                    <a:cubicBezTo>
                      <a:pt x="15488" y="-598"/>
                      <a:pt x="35374" y="-4383"/>
                      <a:pt x="49922" y="5529"/>
                    </a:cubicBezTo>
                    <a:cubicBezTo>
                      <a:pt x="64462" y="15449"/>
                      <a:pt x="68224" y="35343"/>
                      <a:pt x="58312" y="49891"/>
                    </a:cubicBezTo>
                    <a:cubicBezTo>
                      <a:pt x="58117" y="50172"/>
                      <a:pt x="57922" y="50453"/>
                      <a:pt x="57719" y="50726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5"/>
              <p:cNvSpPr/>
              <p:nvPr/>
            </p:nvSpPr>
            <p:spPr>
              <a:xfrm>
                <a:off x="6577613" y="1083763"/>
                <a:ext cx="31484" cy="31479"/>
              </a:xfrm>
              <a:custGeom>
                <a:rect b="b" l="l" r="r" t="t"/>
                <a:pathLst>
                  <a:path extrusionOk="0" h="11499" w="11501">
                    <a:moveTo>
                      <a:pt x="10398" y="9140"/>
                    </a:moveTo>
                    <a:cubicBezTo>
                      <a:pt x="8579" y="11638"/>
                      <a:pt x="5083" y="12255"/>
                      <a:pt x="2515" y="10499"/>
                    </a:cubicBezTo>
                    <a:cubicBezTo>
                      <a:pt x="1243" y="9632"/>
                      <a:pt x="392" y="8329"/>
                      <a:pt x="104" y="6815"/>
                    </a:cubicBezTo>
                    <a:cubicBezTo>
                      <a:pt x="-185" y="5301"/>
                      <a:pt x="135" y="3779"/>
                      <a:pt x="1001" y="2506"/>
                    </a:cubicBezTo>
                    <a:cubicBezTo>
                      <a:pt x="2788" y="-108"/>
                      <a:pt x="6371" y="-787"/>
                      <a:pt x="8993" y="992"/>
                    </a:cubicBezTo>
                    <a:cubicBezTo>
                      <a:pt x="11616" y="2780"/>
                      <a:pt x="12287" y="6362"/>
                      <a:pt x="10507" y="8984"/>
                    </a:cubicBezTo>
                    <a:cubicBezTo>
                      <a:pt x="10476" y="9031"/>
                      <a:pt x="10437" y="9086"/>
                      <a:pt x="10398" y="9133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5"/>
              <p:cNvSpPr/>
              <p:nvPr/>
            </p:nvSpPr>
            <p:spPr>
              <a:xfrm>
                <a:off x="6395551" y="1350084"/>
                <a:ext cx="31484" cy="31479"/>
              </a:xfrm>
              <a:custGeom>
                <a:rect b="b" l="l" r="r" t="t"/>
                <a:pathLst>
                  <a:path extrusionOk="0" h="11499" w="11501">
                    <a:moveTo>
                      <a:pt x="10398" y="9141"/>
                    </a:moveTo>
                    <a:cubicBezTo>
                      <a:pt x="8579" y="11638"/>
                      <a:pt x="5083" y="12255"/>
                      <a:pt x="2515" y="10499"/>
                    </a:cubicBezTo>
                    <a:cubicBezTo>
                      <a:pt x="1243" y="9632"/>
                      <a:pt x="392" y="8329"/>
                      <a:pt x="104" y="6815"/>
                    </a:cubicBezTo>
                    <a:cubicBezTo>
                      <a:pt x="-185" y="5308"/>
                      <a:pt x="135" y="3779"/>
                      <a:pt x="1001" y="2507"/>
                    </a:cubicBezTo>
                    <a:cubicBezTo>
                      <a:pt x="2788" y="-108"/>
                      <a:pt x="6371" y="-787"/>
                      <a:pt x="8993" y="992"/>
                    </a:cubicBezTo>
                    <a:cubicBezTo>
                      <a:pt x="11616" y="2780"/>
                      <a:pt x="12287" y="6362"/>
                      <a:pt x="10507" y="8984"/>
                    </a:cubicBezTo>
                    <a:cubicBezTo>
                      <a:pt x="10476" y="9039"/>
                      <a:pt x="10437" y="9086"/>
                      <a:pt x="10398" y="9133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1" name="Google Shape;1661;p5"/>
              <p:cNvSpPr/>
              <p:nvPr/>
            </p:nvSpPr>
            <p:spPr>
              <a:xfrm>
                <a:off x="6451205" y="1170183"/>
                <a:ext cx="99560" cy="114154"/>
              </a:xfrm>
              <a:custGeom>
                <a:rect b="b" l="l" r="r" t="t"/>
                <a:pathLst>
                  <a:path extrusionOk="0" h="41700" w="36369">
                    <a:moveTo>
                      <a:pt x="27289" y="41701"/>
                    </a:moveTo>
                    <a:lnTo>
                      <a:pt x="34500" y="31921"/>
                    </a:lnTo>
                    <a:cubicBezTo>
                      <a:pt x="37638" y="27668"/>
                      <a:pt x="36732" y="21681"/>
                      <a:pt x="32479" y="18544"/>
                    </a:cubicBezTo>
                    <a:lnTo>
                      <a:pt x="32175" y="18318"/>
                    </a:lnTo>
                    <a:cubicBezTo>
                      <a:pt x="27921" y="15180"/>
                      <a:pt x="21935" y="16085"/>
                      <a:pt x="18797" y="20339"/>
                    </a:cubicBezTo>
                    <a:lnTo>
                      <a:pt x="17268" y="22415"/>
                    </a:lnTo>
                    <a:cubicBezTo>
                      <a:pt x="14130" y="26669"/>
                      <a:pt x="8144" y="27574"/>
                      <a:pt x="3891" y="24437"/>
                    </a:cubicBezTo>
                    <a:lnTo>
                      <a:pt x="3891" y="24437"/>
                    </a:lnTo>
                    <a:cubicBezTo>
                      <a:pt x="-363" y="21299"/>
                      <a:pt x="-1269" y="15313"/>
                      <a:pt x="1869" y="11059"/>
                    </a:cubicBezTo>
                    <a:lnTo>
                      <a:pt x="10025" y="0"/>
                    </a:lnTo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2" name="Google Shape;1662;p5"/>
              <p:cNvSpPr/>
              <p:nvPr/>
            </p:nvSpPr>
            <p:spPr>
              <a:xfrm>
                <a:off x="6453308" y="1182493"/>
                <a:ext cx="105372" cy="77726"/>
              </a:xfrm>
              <a:custGeom>
                <a:rect b="b" l="l" r="r" t="t"/>
                <a:pathLst>
                  <a:path extrusionOk="0" h="28393" w="38492">
                    <a:moveTo>
                      <a:pt x="38493" y="28394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5"/>
              <p:cNvSpPr/>
              <p:nvPr/>
            </p:nvSpPr>
            <p:spPr>
              <a:xfrm>
                <a:off x="6444054" y="1195041"/>
                <a:ext cx="105372" cy="77726"/>
              </a:xfrm>
              <a:custGeom>
                <a:rect b="b" l="l" r="r" t="t"/>
                <a:pathLst>
                  <a:path extrusionOk="0" h="28393" w="38492">
                    <a:moveTo>
                      <a:pt x="38493" y="28394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5"/>
              <p:cNvSpPr/>
              <p:nvPr/>
            </p:nvSpPr>
            <p:spPr>
              <a:xfrm>
                <a:off x="6294926" y="992094"/>
                <a:ext cx="415065" cy="479952"/>
              </a:xfrm>
              <a:custGeom>
                <a:rect b="b" l="l" r="r" t="t"/>
                <a:pathLst>
                  <a:path extrusionOk="0" h="175325" w="151622">
                    <a:moveTo>
                      <a:pt x="149148" y="34200"/>
                    </a:moveTo>
                    <a:lnTo>
                      <a:pt x="98823" y="0"/>
                    </a:lnTo>
                    <a:cubicBezTo>
                      <a:pt x="95865" y="4152"/>
                      <a:pt x="90129" y="5198"/>
                      <a:pt x="85891" y="2326"/>
                    </a:cubicBezTo>
                    <a:lnTo>
                      <a:pt x="0" y="127911"/>
                    </a:lnTo>
                    <a:cubicBezTo>
                      <a:pt x="4293" y="130846"/>
                      <a:pt x="5393" y="136700"/>
                      <a:pt x="2458" y="140992"/>
                    </a:cubicBezTo>
                    <a:lnTo>
                      <a:pt x="52682" y="175325"/>
                    </a:lnTo>
                    <a:cubicBezTo>
                      <a:pt x="55616" y="171032"/>
                      <a:pt x="61470" y="169932"/>
                      <a:pt x="65762" y="172867"/>
                    </a:cubicBezTo>
                    <a:lnTo>
                      <a:pt x="151622" y="47258"/>
                    </a:lnTo>
                    <a:cubicBezTo>
                      <a:pt x="147337" y="44331"/>
                      <a:pt x="146237" y="38485"/>
                      <a:pt x="149148" y="3420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5"/>
              <p:cNvSpPr/>
              <p:nvPr/>
            </p:nvSpPr>
            <p:spPr>
              <a:xfrm>
                <a:off x="6249356" y="946288"/>
                <a:ext cx="509243" cy="574150"/>
              </a:xfrm>
              <a:custGeom>
                <a:rect b="b" l="l" r="r" t="t"/>
                <a:pathLst>
                  <a:path extrusionOk="0" h="209735" w="186025">
                    <a:moveTo>
                      <a:pt x="0" y="154931"/>
                    </a:moveTo>
                    <a:lnTo>
                      <a:pt x="80179" y="209736"/>
                    </a:lnTo>
                    <a:lnTo>
                      <a:pt x="186026" y="54891"/>
                    </a:lnTo>
                    <a:lnTo>
                      <a:pt x="105723" y="0"/>
                    </a:lnTo>
                    <a:cubicBezTo>
                      <a:pt x="105723" y="0"/>
                      <a:pt x="-218" y="153776"/>
                      <a:pt x="0" y="15493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66" name="Google Shape;1666;p5"/>
          <p:cNvGrpSpPr/>
          <p:nvPr/>
        </p:nvGrpSpPr>
        <p:grpSpPr>
          <a:xfrm>
            <a:off x="583923" y="4054711"/>
            <a:ext cx="640027" cy="815014"/>
            <a:chOff x="2731919" y="3308138"/>
            <a:chExt cx="667878" cy="850479"/>
          </a:xfrm>
        </p:grpSpPr>
        <p:sp>
          <p:nvSpPr>
            <p:cNvPr id="1667" name="Google Shape;1667;p5"/>
            <p:cNvSpPr/>
            <p:nvPr/>
          </p:nvSpPr>
          <p:spPr>
            <a:xfrm>
              <a:off x="2731919" y="3308138"/>
              <a:ext cx="667878" cy="850479"/>
            </a:xfrm>
            <a:custGeom>
              <a:rect b="b" l="l" r="r" t="t"/>
              <a:pathLst>
                <a:path extrusionOk="0" h="241785" w="189738">
                  <a:moveTo>
                    <a:pt x="183242" y="157210"/>
                  </a:moveTo>
                  <a:lnTo>
                    <a:pt x="137397" y="68049"/>
                  </a:lnTo>
                  <a:lnTo>
                    <a:pt x="177443" y="1733"/>
                  </a:lnTo>
                  <a:cubicBezTo>
                    <a:pt x="157354" y="1514"/>
                    <a:pt x="157237" y="12004"/>
                    <a:pt x="137147" y="11785"/>
                  </a:cubicBezTo>
                  <a:cubicBezTo>
                    <a:pt x="117058" y="11567"/>
                    <a:pt x="117175" y="1085"/>
                    <a:pt x="97078" y="866"/>
                  </a:cubicBezTo>
                  <a:cubicBezTo>
                    <a:pt x="76989" y="648"/>
                    <a:pt x="76879" y="11137"/>
                    <a:pt x="56790" y="10919"/>
                  </a:cubicBezTo>
                  <a:cubicBezTo>
                    <a:pt x="36701" y="10700"/>
                    <a:pt x="36818" y="219"/>
                    <a:pt x="16729" y="0"/>
                  </a:cubicBezTo>
                  <a:lnTo>
                    <a:pt x="54862" y="67167"/>
                  </a:lnTo>
                  <a:lnTo>
                    <a:pt x="7090" y="155306"/>
                  </a:lnTo>
                  <a:cubicBezTo>
                    <a:pt x="-13733" y="193729"/>
                    <a:pt x="13778" y="240510"/>
                    <a:pt x="57485" y="240986"/>
                  </a:cubicBezTo>
                  <a:lnTo>
                    <a:pt x="130997" y="241782"/>
                  </a:lnTo>
                  <a:cubicBezTo>
                    <a:pt x="174696" y="242258"/>
                    <a:pt x="203222" y="196078"/>
                    <a:pt x="183234" y="157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68" name="Google Shape;1668;p5"/>
            <p:cNvGrpSpPr/>
            <p:nvPr/>
          </p:nvGrpSpPr>
          <p:grpSpPr>
            <a:xfrm>
              <a:off x="2908116" y="3465718"/>
              <a:ext cx="323460" cy="154519"/>
              <a:chOff x="4896306" y="1356877"/>
              <a:chExt cx="91900" cy="43904"/>
            </a:xfrm>
          </p:grpSpPr>
          <p:sp>
            <p:nvSpPr>
              <p:cNvPr id="1669" name="Google Shape;1669;p5"/>
              <p:cNvSpPr/>
              <p:nvPr/>
            </p:nvSpPr>
            <p:spPr>
              <a:xfrm>
                <a:off x="4896306" y="1382300"/>
                <a:ext cx="91900" cy="6462"/>
              </a:xfrm>
              <a:custGeom>
                <a:rect b="b" l="l" r="r" t="t"/>
                <a:pathLst>
                  <a:path extrusionOk="0" h="6462" w="91900">
                    <a:moveTo>
                      <a:pt x="0" y="0"/>
                    </a:moveTo>
                    <a:lnTo>
                      <a:pt x="91901" y="6462"/>
                    </a:lnTo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5"/>
              <p:cNvSpPr/>
              <p:nvPr/>
            </p:nvSpPr>
            <p:spPr>
              <a:xfrm>
                <a:off x="4897391" y="1380434"/>
                <a:ext cx="88083" cy="1771"/>
              </a:xfrm>
              <a:custGeom>
                <a:rect b="b" l="l" r="r" t="t"/>
                <a:pathLst>
                  <a:path extrusionOk="0" h="1771" w="88083">
                    <a:moveTo>
                      <a:pt x="88084" y="0"/>
                    </a:moveTo>
                    <a:lnTo>
                      <a:pt x="0" y="1772"/>
                    </a:lnTo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5"/>
              <p:cNvSpPr/>
              <p:nvPr/>
            </p:nvSpPr>
            <p:spPr>
              <a:xfrm>
                <a:off x="4925602" y="1356877"/>
                <a:ext cx="16850" cy="25914"/>
              </a:xfrm>
              <a:custGeom>
                <a:rect b="b" l="l" r="r" t="t"/>
                <a:pathLst>
                  <a:path extrusionOk="0" h="25914" w="16850">
                    <a:moveTo>
                      <a:pt x="13224" y="4288"/>
                    </a:moveTo>
                    <a:cubicBezTo>
                      <a:pt x="14645" y="7800"/>
                      <a:pt x="17728" y="25454"/>
                      <a:pt x="16611" y="25907"/>
                    </a:cubicBezTo>
                    <a:cubicBezTo>
                      <a:pt x="15667" y="26289"/>
                      <a:pt x="1923" y="12943"/>
                      <a:pt x="503" y="9431"/>
                    </a:cubicBezTo>
                    <a:cubicBezTo>
                      <a:pt x="-918" y="5919"/>
                      <a:pt x="776" y="1923"/>
                      <a:pt x="4288" y="503"/>
                    </a:cubicBezTo>
                    <a:cubicBezTo>
                      <a:pt x="7800" y="-918"/>
                      <a:pt x="11796" y="776"/>
                      <a:pt x="13216" y="4288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5"/>
              <p:cNvSpPr/>
              <p:nvPr/>
            </p:nvSpPr>
            <p:spPr>
              <a:xfrm>
                <a:off x="4942155" y="1357092"/>
                <a:ext cx="17235" cy="25701"/>
              </a:xfrm>
              <a:custGeom>
                <a:rect b="b" l="l" r="r" t="t"/>
                <a:pathLst>
                  <a:path extrusionOk="0" h="25701" w="17235">
                    <a:moveTo>
                      <a:pt x="4071" y="4151"/>
                    </a:moveTo>
                    <a:cubicBezTo>
                      <a:pt x="2572" y="7632"/>
                      <a:pt x="-893" y="25216"/>
                      <a:pt x="215" y="25692"/>
                    </a:cubicBezTo>
                    <a:cubicBezTo>
                      <a:pt x="1152" y="26098"/>
                      <a:pt x="15177" y="13056"/>
                      <a:pt x="16675" y="9575"/>
                    </a:cubicBezTo>
                    <a:cubicBezTo>
                      <a:pt x="18174" y="6094"/>
                      <a:pt x="16566" y="2059"/>
                      <a:pt x="13085" y="561"/>
                    </a:cubicBezTo>
                    <a:cubicBezTo>
                      <a:pt x="9604" y="-938"/>
                      <a:pt x="5569" y="670"/>
                      <a:pt x="4071" y="4151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5"/>
              <p:cNvSpPr/>
              <p:nvPr/>
            </p:nvSpPr>
            <p:spPr>
              <a:xfrm>
                <a:off x="4930116" y="1382784"/>
                <a:ext cx="12253" cy="17318"/>
              </a:xfrm>
              <a:custGeom>
                <a:rect b="b" l="l" r="r" t="t"/>
                <a:pathLst>
                  <a:path extrusionOk="0" h="17318" w="12253">
                    <a:moveTo>
                      <a:pt x="0" y="17319"/>
                    </a:moveTo>
                    <a:lnTo>
                      <a:pt x="12253" y="0"/>
                    </a:lnTo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5"/>
              <p:cNvSpPr/>
              <p:nvPr/>
            </p:nvSpPr>
            <p:spPr>
              <a:xfrm>
                <a:off x="4941058" y="1382347"/>
                <a:ext cx="11574" cy="18434"/>
              </a:xfrm>
              <a:custGeom>
                <a:rect b="b" l="l" r="r" t="t"/>
                <a:pathLst>
                  <a:path extrusionOk="0" h="18434" w="11574">
                    <a:moveTo>
                      <a:pt x="11574" y="18435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5" name="Google Shape;1675;p5"/>
            <p:cNvGrpSpPr/>
            <p:nvPr/>
          </p:nvGrpSpPr>
          <p:grpSpPr>
            <a:xfrm>
              <a:off x="2967782" y="3658796"/>
              <a:ext cx="198279" cy="407606"/>
              <a:chOff x="4913258" y="1411731"/>
              <a:chExt cx="56334" cy="115814"/>
            </a:xfrm>
          </p:grpSpPr>
          <p:sp>
            <p:nvSpPr>
              <p:cNvPr id="1676" name="Google Shape;1676;p5"/>
              <p:cNvSpPr/>
              <p:nvPr/>
            </p:nvSpPr>
            <p:spPr>
              <a:xfrm>
                <a:off x="4913258" y="1423228"/>
                <a:ext cx="56334" cy="93726"/>
              </a:xfrm>
              <a:custGeom>
                <a:rect b="b" l="l" r="r" t="t"/>
                <a:pathLst>
                  <a:path extrusionOk="0" h="93726" w="56334">
                    <a:moveTo>
                      <a:pt x="250" y="93727"/>
                    </a:moveTo>
                    <a:lnTo>
                      <a:pt x="29650" y="93625"/>
                    </a:lnTo>
                    <a:cubicBezTo>
                      <a:pt x="42434" y="93578"/>
                      <a:pt x="52768" y="83183"/>
                      <a:pt x="52721" y="70391"/>
                    </a:cubicBezTo>
                    <a:lnTo>
                      <a:pt x="52721" y="69470"/>
                    </a:lnTo>
                    <a:cubicBezTo>
                      <a:pt x="52674" y="56686"/>
                      <a:pt x="42270" y="46352"/>
                      <a:pt x="29486" y="46399"/>
                    </a:cubicBezTo>
                    <a:lnTo>
                      <a:pt x="23235" y="46422"/>
                    </a:lnTo>
                    <a:cubicBezTo>
                      <a:pt x="10451" y="46469"/>
                      <a:pt x="47" y="36136"/>
                      <a:pt x="0" y="23352"/>
                    </a:cubicBezTo>
                    <a:lnTo>
                      <a:pt x="0" y="23352"/>
                    </a:lnTo>
                    <a:cubicBezTo>
                      <a:pt x="-47" y="10568"/>
                      <a:pt x="10287" y="164"/>
                      <a:pt x="23071" y="117"/>
                    </a:cubicBezTo>
                    <a:lnTo>
                      <a:pt x="56335" y="0"/>
                    </a:lnTo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5"/>
              <p:cNvSpPr/>
              <p:nvPr/>
            </p:nvSpPr>
            <p:spPr>
              <a:xfrm>
                <a:off x="4947513" y="1411731"/>
                <a:ext cx="398" cy="115767"/>
              </a:xfrm>
              <a:custGeom>
                <a:rect b="b" l="l" r="r" t="t"/>
                <a:pathLst>
                  <a:path extrusionOk="0" h="115767" w="398">
                    <a:moveTo>
                      <a:pt x="398" y="115767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5"/>
              <p:cNvSpPr/>
              <p:nvPr/>
            </p:nvSpPr>
            <p:spPr>
              <a:xfrm>
                <a:off x="4933730" y="1411778"/>
                <a:ext cx="398" cy="115767"/>
              </a:xfrm>
              <a:custGeom>
                <a:rect b="b" l="l" r="r" t="t"/>
                <a:pathLst>
                  <a:path extrusionOk="0" h="115767" w="398">
                    <a:moveTo>
                      <a:pt x="398" y="115767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9050">
                <a:solidFill>
                  <a:schemeClr val="accent4"/>
                </a:solidFill>
                <a:prstDash val="solid"/>
                <a:miter lim="8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3" name="Google Shape;16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706" y="0"/>
            <a:ext cx="7737231" cy="4637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8" name="Google Shape;168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775" y="89650"/>
            <a:ext cx="5084326" cy="501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3" name="Google Shape;169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25" y="0"/>
            <a:ext cx="548922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9"/>
          <p:cNvSpPr txBox="1"/>
          <p:nvPr/>
        </p:nvSpPr>
        <p:spPr>
          <a:xfrm>
            <a:off x="1018478" y="743027"/>
            <a:ext cx="6170341" cy="3385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Conclusion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build this project we need to understand and execute the following things:-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the Central Bank's functions and it’s financial management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working Central Bank Simulator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system that manages Commercial Banks, give loans, monitors risk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generate report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 how technology can improve the banking sector to be more efficient.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Thank You!</a:t>
            </a:r>
            <a:br>
              <a:rPr lang="en-US"/>
            </a:br>
            <a:br>
              <a:rPr lang="en-US"/>
            </a:br>
            <a:r>
              <a:rPr lang="en-US"/>
              <a:t>Any questions?</a:t>
            </a:r>
            <a:endParaRPr/>
          </a:p>
        </p:txBody>
      </p:sp>
      <p:grpSp>
        <p:nvGrpSpPr>
          <p:cNvPr id="1704" name="Google Shape;1704;p10"/>
          <p:cNvGrpSpPr/>
          <p:nvPr/>
        </p:nvGrpSpPr>
        <p:grpSpPr>
          <a:xfrm>
            <a:off x="1755901" y="2518010"/>
            <a:ext cx="716171" cy="1872461"/>
            <a:chOff x="1419045" y="1588290"/>
            <a:chExt cx="1153440" cy="3015720"/>
          </a:xfrm>
        </p:grpSpPr>
        <p:sp>
          <p:nvSpPr>
            <p:cNvPr id="1705" name="Google Shape;1705;p10"/>
            <p:cNvSpPr/>
            <p:nvPr/>
          </p:nvSpPr>
          <p:spPr>
            <a:xfrm>
              <a:off x="2010165" y="4341210"/>
              <a:ext cx="113760" cy="173880"/>
            </a:xfrm>
            <a:custGeom>
              <a:rect b="b" l="l" r="r" t="t"/>
              <a:pathLst>
                <a:path extrusionOk="0" h="483" w="316">
                  <a:moveTo>
                    <a:pt x="316" y="483"/>
                  </a:moveTo>
                  <a:lnTo>
                    <a:pt x="29" y="483"/>
                  </a:lnTo>
                  <a:lnTo>
                    <a:pt x="0" y="18"/>
                  </a:lnTo>
                  <a:lnTo>
                    <a:pt x="280" y="0"/>
                  </a:lnTo>
                  <a:lnTo>
                    <a:pt x="316" y="483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10"/>
            <p:cNvSpPr/>
            <p:nvPr/>
          </p:nvSpPr>
          <p:spPr>
            <a:xfrm>
              <a:off x="1473045" y="4361730"/>
              <a:ext cx="111240" cy="149760"/>
            </a:xfrm>
            <a:custGeom>
              <a:rect b="b" l="l" r="r" t="t"/>
              <a:pathLst>
                <a:path extrusionOk="0" h="416" w="309">
                  <a:moveTo>
                    <a:pt x="280" y="416"/>
                  </a:moveTo>
                  <a:lnTo>
                    <a:pt x="0" y="407"/>
                  </a:lnTo>
                  <a:lnTo>
                    <a:pt x="50" y="0"/>
                  </a:lnTo>
                  <a:lnTo>
                    <a:pt x="309" y="39"/>
                  </a:lnTo>
                  <a:lnTo>
                    <a:pt x="280" y="416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10"/>
            <p:cNvSpPr/>
            <p:nvPr/>
          </p:nvSpPr>
          <p:spPr>
            <a:xfrm>
              <a:off x="1462245" y="2772330"/>
              <a:ext cx="664920" cy="1676520"/>
            </a:xfrm>
            <a:custGeom>
              <a:rect b="b" l="l" r="r" t="t"/>
              <a:pathLst>
                <a:path extrusionOk="0" h="4657" w="1847">
                  <a:moveTo>
                    <a:pt x="561" y="0"/>
                  </a:moveTo>
                  <a:lnTo>
                    <a:pt x="0" y="4657"/>
                  </a:lnTo>
                  <a:lnTo>
                    <a:pt x="344" y="4657"/>
                  </a:lnTo>
                  <a:lnTo>
                    <a:pt x="1160" y="1268"/>
                  </a:lnTo>
                  <a:lnTo>
                    <a:pt x="1507" y="4657"/>
                  </a:lnTo>
                  <a:lnTo>
                    <a:pt x="1847" y="4657"/>
                  </a:lnTo>
                  <a:lnTo>
                    <a:pt x="1764" y="0"/>
                  </a:lnTo>
                  <a:lnTo>
                    <a:pt x="5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10"/>
            <p:cNvSpPr/>
            <p:nvPr/>
          </p:nvSpPr>
          <p:spPr>
            <a:xfrm>
              <a:off x="2401125" y="2000850"/>
              <a:ext cx="171360" cy="173160"/>
            </a:xfrm>
            <a:custGeom>
              <a:rect b="b" l="l" r="r" t="t"/>
              <a:pathLst>
                <a:path extrusionOk="0" h="481" w="476">
                  <a:moveTo>
                    <a:pt x="0" y="430"/>
                  </a:moveTo>
                  <a:cubicBezTo>
                    <a:pt x="0" y="430"/>
                    <a:pt x="57" y="321"/>
                    <a:pt x="53" y="271"/>
                  </a:cubicBezTo>
                  <a:cubicBezTo>
                    <a:pt x="49" y="220"/>
                    <a:pt x="38" y="148"/>
                    <a:pt x="90" y="71"/>
                  </a:cubicBezTo>
                  <a:cubicBezTo>
                    <a:pt x="102" y="53"/>
                    <a:pt x="135" y="5"/>
                    <a:pt x="135" y="5"/>
                  </a:cubicBezTo>
                  <a:cubicBezTo>
                    <a:pt x="135" y="5"/>
                    <a:pt x="162" y="34"/>
                    <a:pt x="148" y="65"/>
                  </a:cubicBezTo>
                  <a:cubicBezTo>
                    <a:pt x="134" y="96"/>
                    <a:pt x="124" y="129"/>
                    <a:pt x="124" y="129"/>
                  </a:cubicBezTo>
                  <a:cubicBezTo>
                    <a:pt x="124" y="129"/>
                    <a:pt x="149" y="84"/>
                    <a:pt x="243" y="57"/>
                  </a:cubicBezTo>
                  <a:cubicBezTo>
                    <a:pt x="287" y="44"/>
                    <a:pt x="461" y="0"/>
                    <a:pt x="461" y="0"/>
                  </a:cubicBezTo>
                  <a:cubicBezTo>
                    <a:pt x="486" y="0"/>
                    <a:pt x="483" y="35"/>
                    <a:pt x="434" y="58"/>
                  </a:cubicBezTo>
                  <a:cubicBezTo>
                    <a:pt x="434" y="58"/>
                    <a:pt x="456" y="81"/>
                    <a:pt x="416" y="103"/>
                  </a:cubicBezTo>
                  <a:cubicBezTo>
                    <a:pt x="416" y="103"/>
                    <a:pt x="444" y="124"/>
                    <a:pt x="389" y="154"/>
                  </a:cubicBezTo>
                  <a:cubicBezTo>
                    <a:pt x="389" y="154"/>
                    <a:pt x="411" y="172"/>
                    <a:pt x="354" y="206"/>
                  </a:cubicBezTo>
                  <a:cubicBezTo>
                    <a:pt x="303" y="236"/>
                    <a:pt x="221" y="280"/>
                    <a:pt x="203" y="309"/>
                  </a:cubicBezTo>
                  <a:cubicBezTo>
                    <a:pt x="179" y="348"/>
                    <a:pt x="140" y="481"/>
                    <a:pt x="140" y="481"/>
                  </a:cubicBezTo>
                  <a:lnTo>
                    <a:pt x="0" y="430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10"/>
            <p:cNvSpPr/>
            <p:nvPr/>
          </p:nvSpPr>
          <p:spPr>
            <a:xfrm>
              <a:off x="1586085" y="1975650"/>
              <a:ext cx="522000" cy="796680"/>
            </a:xfrm>
            <a:custGeom>
              <a:rect b="b" l="l" r="r" t="t"/>
              <a:pathLst>
                <a:path extrusionOk="0" h="2213" w="1450">
                  <a:moveTo>
                    <a:pt x="461" y="1"/>
                  </a:moveTo>
                  <a:cubicBezTo>
                    <a:pt x="461" y="1"/>
                    <a:pt x="111" y="103"/>
                    <a:pt x="32" y="124"/>
                  </a:cubicBezTo>
                  <a:cubicBezTo>
                    <a:pt x="-48" y="145"/>
                    <a:pt x="32" y="650"/>
                    <a:pt x="141" y="1231"/>
                  </a:cubicBezTo>
                  <a:cubicBezTo>
                    <a:pt x="249" y="1812"/>
                    <a:pt x="217" y="2213"/>
                    <a:pt x="217" y="2213"/>
                  </a:cubicBezTo>
                  <a:lnTo>
                    <a:pt x="1420" y="2213"/>
                  </a:lnTo>
                  <a:cubicBezTo>
                    <a:pt x="1420" y="2213"/>
                    <a:pt x="1470" y="338"/>
                    <a:pt x="1442" y="275"/>
                  </a:cubicBezTo>
                  <a:cubicBezTo>
                    <a:pt x="1392" y="159"/>
                    <a:pt x="888" y="0"/>
                    <a:pt x="888" y="0"/>
                  </a:cubicBezTo>
                  <a:lnTo>
                    <a:pt x="46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10"/>
            <p:cNvSpPr/>
            <p:nvPr/>
          </p:nvSpPr>
          <p:spPr>
            <a:xfrm>
              <a:off x="1763565" y="1826250"/>
              <a:ext cx="127800" cy="222840"/>
            </a:xfrm>
            <a:custGeom>
              <a:rect b="b" l="l" r="r" t="t"/>
              <a:pathLst>
                <a:path extrusionOk="0" h="619" w="355">
                  <a:moveTo>
                    <a:pt x="38" y="0"/>
                  </a:moveTo>
                  <a:cubicBezTo>
                    <a:pt x="38" y="0"/>
                    <a:pt x="50" y="288"/>
                    <a:pt x="0" y="404"/>
                  </a:cubicBezTo>
                  <a:lnTo>
                    <a:pt x="61" y="520"/>
                  </a:lnTo>
                  <a:lnTo>
                    <a:pt x="223" y="619"/>
                  </a:lnTo>
                  <a:lnTo>
                    <a:pt x="325" y="542"/>
                  </a:lnTo>
                  <a:lnTo>
                    <a:pt x="355" y="454"/>
                  </a:lnTo>
                  <a:lnTo>
                    <a:pt x="355" y="0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10"/>
            <p:cNvSpPr/>
            <p:nvPr/>
          </p:nvSpPr>
          <p:spPr>
            <a:xfrm>
              <a:off x="1727565" y="1643370"/>
              <a:ext cx="114120" cy="162000"/>
            </a:xfrm>
            <a:custGeom>
              <a:rect b="b" l="l" r="r" t="t"/>
              <a:pathLst>
                <a:path extrusionOk="0" h="450" w="317">
                  <a:moveTo>
                    <a:pt x="10" y="296"/>
                  </a:moveTo>
                  <a:cubicBezTo>
                    <a:pt x="-4" y="259"/>
                    <a:pt x="-3" y="216"/>
                    <a:pt x="14" y="180"/>
                  </a:cubicBezTo>
                  <a:cubicBezTo>
                    <a:pt x="27" y="151"/>
                    <a:pt x="50" y="126"/>
                    <a:pt x="64" y="97"/>
                  </a:cubicBezTo>
                  <a:cubicBezTo>
                    <a:pt x="76" y="72"/>
                    <a:pt x="83" y="43"/>
                    <a:pt x="103" y="23"/>
                  </a:cubicBezTo>
                  <a:cubicBezTo>
                    <a:pt x="123" y="3"/>
                    <a:pt x="155" y="-4"/>
                    <a:pt x="183" y="2"/>
                  </a:cubicBezTo>
                  <a:cubicBezTo>
                    <a:pt x="211" y="7"/>
                    <a:pt x="236" y="24"/>
                    <a:pt x="256" y="44"/>
                  </a:cubicBezTo>
                  <a:cubicBezTo>
                    <a:pt x="283" y="72"/>
                    <a:pt x="303" y="108"/>
                    <a:pt x="311" y="146"/>
                  </a:cubicBezTo>
                  <a:cubicBezTo>
                    <a:pt x="322" y="192"/>
                    <a:pt x="317" y="241"/>
                    <a:pt x="307" y="288"/>
                  </a:cubicBezTo>
                  <a:cubicBezTo>
                    <a:pt x="299" y="330"/>
                    <a:pt x="287" y="374"/>
                    <a:pt x="258" y="406"/>
                  </a:cubicBezTo>
                  <a:cubicBezTo>
                    <a:pt x="235" y="431"/>
                    <a:pt x="202" y="447"/>
                    <a:pt x="168" y="450"/>
                  </a:cubicBezTo>
                  <a:cubicBezTo>
                    <a:pt x="135" y="452"/>
                    <a:pt x="86" y="443"/>
                    <a:pt x="67" y="412"/>
                  </a:cubicBezTo>
                  <a:cubicBezTo>
                    <a:pt x="58" y="396"/>
                    <a:pt x="54" y="378"/>
                    <a:pt x="45" y="362"/>
                  </a:cubicBezTo>
                  <a:cubicBezTo>
                    <a:pt x="34" y="340"/>
                    <a:pt x="19" y="319"/>
                    <a:pt x="10" y="2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10"/>
            <p:cNvSpPr/>
            <p:nvPr/>
          </p:nvSpPr>
          <p:spPr>
            <a:xfrm>
              <a:off x="1785885" y="1658130"/>
              <a:ext cx="171360" cy="273240"/>
            </a:xfrm>
            <a:custGeom>
              <a:rect b="b" l="l" r="r" t="t"/>
              <a:pathLst>
                <a:path extrusionOk="0" h="759" w="476">
                  <a:moveTo>
                    <a:pt x="463" y="8"/>
                  </a:moveTo>
                  <a:cubicBezTo>
                    <a:pt x="463" y="8"/>
                    <a:pt x="533" y="647"/>
                    <a:pt x="346" y="739"/>
                  </a:cubicBezTo>
                  <a:cubicBezTo>
                    <a:pt x="226" y="798"/>
                    <a:pt x="33" y="734"/>
                    <a:pt x="4" y="450"/>
                  </a:cubicBezTo>
                  <a:cubicBezTo>
                    <a:pt x="-26" y="166"/>
                    <a:pt x="102" y="27"/>
                    <a:pt x="252" y="8"/>
                  </a:cubicBezTo>
                  <a:cubicBezTo>
                    <a:pt x="383" y="-8"/>
                    <a:pt x="463" y="8"/>
                    <a:pt x="463" y="8"/>
                  </a:cubicBez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10"/>
            <p:cNvSpPr/>
            <p:nvPr/>
          </p:nvSpPr>
          <p:spPr>
            <a:xfrm>
              <a:off x="1750605" y="1767930"/>
              <a:ext cx="37800" cy="61920"/>
            </a:xfrm>
            <a:custGeom>
              <a:rect b="b" l="l" r="r" t="t"/>
              <a:pathLst>
                <a:path extrusionOk="0" h="172" w="105">
                  <a:moveTo>
                    <a:pt x="97" y="21"/>
                  </a:moveTo>
                  <a:cubicBezTo>
                    <a:pt x="97" y="21"/>
                    <a:pt x="53" y="-26"/>
                    <a:pt x="12" y="21"/>
                  </a:cubicBezTo>
                  <a:cubicBezTo>
                    <a:pt x="-30" y="68"/>
                    <a:pt x="47" y="168"/>
                    <a:pt x="105" y="172"/>
                  </a:cubicBezTo>
                  <a:lnTo>
                    <a:pt x="97" y="21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16900" lIns="90000" spcFirstLastPara="1" rIns="90000" wrap="square" tIns="16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10"/>
            <p:cNvSpPr/>
            <p:nvPr/>
          </p:nvSpPr>
          <p:spPr>
            <a:xfrm>
              <a:off x="1765725" y="1588290"/>
              <a:ext cx="266760" cy="131040"/>
            </a:xfrm>
            <a:custGeom>
              <a:rect b="b" l="l" r="r" t="t"/>
              <a:pathLst>
                <a:path extrusionOk="0" h="364" w="741">
                  <a:moveTo>
                    <a:pt x="153" y="294"/>
                  </a:moveTo>
                  <a:cubicBezTo>
                    <a:pt x="188" y="298"/>
                    <a:pt x="223" y="294"/>
                    <a:pt x="257" y="299"/>
                  </a:cubicBezTo>
                  <a:cubicBezTo>
                    <a:pt x="298" y="304"/>
                    <a:pt x="336" y="321"/>
                    <a:pt x="374" y="335"/>
                  </a:cubicBezTo>
                  <a:cubicBezTo>
                    <a:pt x="431" y="356"/>
                    <a:pt x="492" y="369"/>
                    <a:pt x="553" y="363"/>
                  </a:cubicBezTo>
                  <a:cubicBezTo>
                    <a:pt x="613" y="357"/>
                    <a:pt x="673" y="328"/>
                    <a:pt x="708" y="279"/>
                  </a:cubicBezTo>
                  <a:cubicBezTo>
                    <a:pt x="745" y="229"/>
                    <a:pt x="750" y="159"/>
                    <a:pt x="725" y="103"/>
                  </a:cubicBezTo>
                  <a:cubicBezTo>
                    <a:pt x="699" y="47"/>
                    <a:pt x="642" y="6"/>
                    <a:pt x="580" y="1"/>
                  </a:cubicBezTo>
                  <a:cubicBezTo>
                    <a:pt x="511" y="-4"/>
                    <a:pt x="447" y="30"/>
                    <a:pt x="382" y="54"/>
                  </a:cubicBezTo>
                  <a:cubicBezTo>
                    <a:pt x="312" y="79"/>
                    <a:pt x="239" y="93"/>
                    <a:pt x="165" y="94"/>
                  </a:cubicBezTo>
                  <a:cubicBezTo>
                    <a:pt x="134" y="95"/>
                    <a:pt x="103" y="93"/>
                    <a:pt x="74" y="101"/>
                  </a:cubicBezTo>
                  <a:cubicBezTo>
                    <a:pt x="44" y="108"/>
                    <a:pt x="16" y="126"/>
                    <a:pt x="4" y="154"/>
                  </a:cubicBezTo>
                  <a:cubicBezTo>
                    <a:pt x="-10" y="191"/>
                    <a:pt x="14" y="219"/>
                    <a:pt x="40" y="239"/>
                  </a:cubicBezTo>
                  <a:cubicBezTo>
                    <a:pt x="75" y="266"/>
                    <a:pt x="109" y="287"/>
                    <a:pt x="153" y="2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10"/>
            <p:cNvSpPr/>
            <p:nvPr/>
          </p:nvSpPr>
          <p:spPr>
            <a:xfrm>
              <a:off x="1752045" y="1959090"/>
              <a:ext cx="91800" cy="118440"/>
            </a:xfrm>
            <a:custGeom>
              <a:rect b="b" l="l" r="r" t="t"/>
              <a:pathLst>
                <a:path extrusionOk="0" h="329" w="255">
                  <a:moveTo>
                    <a:pt x="44" y="0"/>
                  </a:moveTo>
                  <a:cubicBezTo>
                    <a:pt x="44" y="0"/>
                    <a:pt x="84" y="139"/>
                    <a:pt x="255" y="250"/>
                  </a:cubicBezTo>
                  <a:cubicBezTo>
                    <a:pt x="249" y="302"/>
                    <a:pt x="103" y="408"/>
                    <a:pt x="41" y="233"/>
                  </a:cubicBezTo>
                  <a:cubicBezTo>
                    <a:pt x="10" y="147"/>
                    <a:pt x="0" y="47"/>
                    <a:pt x="0" y="47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10"/>
            <p:cNvSpPr/>
            <p:nvPr/>
          </p:nvSpPr>
          <p:spPr>
            <a:xfrm>
              <a:off x="1843845" y="1960890"/>
              <a:ext cx="64440" cy="113400"/>
            </a:xfrm>
            <a:custGeom>
              <a:rect b="b" l="l" r="r" t="t"/>
              <a:pathLst>
                <a:path extrusionOk="0" h="315" w="179">
                  <a:moveTo>
                    <a:pt x="0" y="245"/>
                  </a:moveTo>
                  <a:cubicBezTo>
                    <a:pt x="129" y="156"/>
                    <a:pt x="132" y="0"/>
                    <a:pt x="132" y="0"/>
                  </a:cubicBezTo>
                  <a:lnTo>
                    <a:pt x="172" y="41"/>
                  </a:lnTo>
                  <a:cubicBezTo>
                    <a:pt x="172" y="41"/>
                    <a:pt x="201" y="215"/>
                    <a:pt x="139" y="295"/>
                  </a:cubicBezTo>
                  <a:cubicBezTo>
                    <a:pt x="97" y="350"/>
                    <a:pt x="6" y="278"/>
                    <a:pt x="0" y="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10"/>
            <p:cNvSpPr/>
            <p:nvPr/>
          </p:nvSpPr>
          <p:spPr>
            <a:xfrm>
              <a:off x="1576005" y="2778810"/>
              <a:ext cx="154440" cy="203760"/>
            </a:xfrm>
            <a:custGeom>
              <a:rect b="b" l="l" r="r" t="t"/>
              <a:pathLst>
                <a:path extrusionOk="0" h="566" w="429">
                  <a:moveTo>
                    <a:pt x="163" y="0"/>
                  </a:moveTo>
                  <a:cubicBezTo>
                    <a:pt x="163" y="0"/>
                    <a:pt x="284" y="184"/>
                    <a:pt x="336" y="226"/>
                  </a:cubicBezTo>
                  <a:cubicBezTo>
                    <a:pt x="389" y="268"/>
                    <a:pt x="429" y="356"/>
                    <a:pt x="429" y="356"/>
                  </a:cubicBezTo>
                  <a:lnTo>
                    <a:pt x="275" y="566"/>
                  </a:lnTo>
                  <a:cubicBezTo>
                    <a:pt x="275" y="566"/>
                    <a:pt x="182" y="535"/>
                    <a:pt x="153" y="424"/>
                  </a:cubicBezTo>
                  <a:cubicBezTo>
                    <a:pt x="124" y="314"/>
                    <a:pt x="96" y="302"/>
                    <a:pt x="48" y="195"/>
                  </a:cubicBezTo>
                  <a:cubicBezTo>
                    <a:pt x="0" y="89"/>
                    <a:pt x="0" y="88"/>
                    <a:pt x="0" y="88"/>
                  </a:cubicBezTo>
                  <a:lnTo>
                    <a:pt x="163" y="0"/>
                  </a:lnTo>
                  <a:close/>
                </a:path>
              </a:pathLst>
            </a:custGeom>
            <a:solidFill>
              <a:srgbClr val="DFAB9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10"/>
            <p:cNvSpPr/>
            <p:nvPr/>
          </p:nvSpPr>
          <p:spPr>
            <a:xfrm>
              <a:off x="1419045" y="2026770"/>
              <a:ext cx="250920" cy="853920"/>
            </a:xfrm>
            <a:custGeom>
              <a:rect b="b" l="l" r="r" t="t"/>
              <a:pathLst>
                <a:path extrusionOk="0" h="2372" w="697">
                  <a:moveTo>
                    <a:pt x="478" y="0"/>
                  </a:moveTo>
                  <a:cubicBezTo>
                    <a:pt x="478" y="0"/>
                    <a:pt x="299" y="11"/>
                    <a:pt x="216" y="337"/>
                  </a:cubicBezTo>
                  <a:cubicBezTo>
                    <a:pt x="132" y="662"/>
                    <a:pt x="28" y="1199"/>
                    <a:pt x="0" y="1427"/>
                  </a:cubicBezTo>
                  <a:cubicBezTo>
                    <a:pt x="-11" y="1524"/>
                    <a:pt x="503" y="2372"/>
                    <a:pt x="503" y="2372"/>
                  </a:cubicBezTo>
                  <a:cubicBezTo>
                    <a:pt x="503" y="2372"/>
                    <a:pt x="606" y="2279"/>
                    <a:pt x="697" y="2202"/>
                  </a:cubicBezTo>
                  <a:cubicBezTo>
                    <a:pt x="697" y="2202"/>
                    <a:pt x="412" y="1607"/>
                    <a:pt x="412" y="1390"/>
                  </a:cubicBezTo>
                  <a:cubicBezTo>
                    <a:pt x="412" y="1390"/>
                    <a:pt x="667" y="681"/>
                    <a:pt x="676" y="466"/>
                  </a:cubicBezTo>
                  <a:cubicBezTo>
                    <a:pt x="684" y="250"/>
                    <a:pt x="685" y="23"/>
                    <a:pt x="4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10"/>
            <p:cNvSpPr/>
            <p:nvPr/>
          </p:nvSpPr>
          <p:spPr>
            <a:xfrm>
              <a:off x="1999005" y="2072490"/>
              <a:ext cx="469800" cy="550080"/>
            </a:xfrm>
            <a:custGeom>
              <a:rect b="b" l="l" r="r" t="t"/>
              <a:pathLst>
                <a:path extrusionOk="0" h="1528" w="1305">
                  <a:moveTo>
                    <a:pt x="295" y="6"/>
                  </a:moveTo>
                  <a:cubicBezTo>
                    <a:pt x="362" y="16"/>
                    <a:pt x="565" y="469"/>
                    <a:pt x="695" y="703"/>
                  </a:cubicBezTo>
                  <a:cubicBezTo>
                    <a:pt x="825" y="937"/>
                    <a:pt x="825" y="937"/>
                    <a:pt x="825" y="937"/>
                  </a:cubicBezTo>
                  <a:lnTo>
                    <a:pt x="1138" y="135"/>
                  </a:lnTo>
                  <a:cubicBezTo>
                    <a:pt x="1138" y="135"/>
                    <a:pt x="1243" y="118"/>
                    <a:pt x="1305" y="210"/>
                  </a:cubicBezTo>
                  <a:cubicBezTo>
                    <a:pt x="1305" y="210"/>
                    <a:pt x="1138" y="1292"/>
                    <a:pt x="1096" y="1413"/>
                  </a:cubicBezTo>
                  <a:cubicBezTo>
                    <a:pt x="1054" y="1535"/>
                    <a:pt x="925" y="1622"/>
                    <a:pt x="695" y="1334"/>
                  </a:cubicBezTo>
                  <a:cubicBezTo>
                    <a:pt x="465" y="1046"/>
                    <a:pt x="68" y="485"/>
                    <a:pt x="34" y="423"/>
                  </a:cubicBezTo>
                  <a:cubicBezTo>
                    <a:pt x="1" y="360"/>
                    <a:pt x="-91" y="-53"/>
                    <a:pt x="295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10"/>
            <p:cNvSpPr/>
            <p:nvPr/>
          </p:nvSpPr>
          <p:spPr>
            <a:xfrm>
              <a:off x="2002245" y="4503210"/>
              <a:ext cx="314640" cy="100800"/>
            </a:xfrm>
            <a:custGeom>
              <a:rect b="b" l="l" r="r" t="t"/>
              <a:pathLst>
                <a:path extrusionOk="0" h="280" w="874">
                  <a:moveTo>
                    <a:pt x="51" y="0"/>
                  </a:moveTo>
                  <a:lnTo>
                    <a:pt x="318" y="0"/>
                  </a:lnTo>
                  <a:cubicBezTo>
                    <a:pt x="318" y="0"/>
                    <a:pt x="347" y="1"/>
                    <a:pt x="435" y="92"/>
                  </a:cubicBezTo>
                  <a:cubicBezTo>
                    <a:pt x="523" y="184"/>
                    <a:pt x="778" y="96"/>
                    <a:pt x="874" y="280"/>
                  </a:cubicBezTo>
                  <a:lnTo>
                    <a:pt x="30" y="280"/>
                  </a:lnTo>
                  <a:cubicBezTo>
                    <a:pt x="30" y="280"/>
                    <a:pt x="-50" y="133"/>
                    <a:pt x="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10"/>
            <p:cNvSpPr/>
            <p:nvPr/>
          </p:nvSpPr>
          <p:spPr>
            <a:xfrm>
              <a:off x="1435245" y="4483770"/>
              <a:ext cx="153360" cy="120240"/>
            </a:xfrm>
            <a:custGeom>
              <a:rect b="b" l="l" r="r" t="t"/>
              <a:pathLst>
                <a:path extrusionOk="0" h="334" w="426">
                  <a:moveTo>
                    <a:pt x="8" y="334"/>
                  </a:moveTo>
                  <a:cubicBezTo>
                    <a:pt x="-24" y="226"/>
                    <a:pt x="51" y="148"/>
                    <a:pt x="75" y="54"/>
                  </a:cubicBezTo>
                  <a:cubicBezTo>
                    <a:pt x="89" y="-5"/>
                    <a:pt x="383" y="-41"/>
                    <a:pt x="412" y="87"/>
                  </a:cubicBezTo>
                  <a:cubicBezTo>
                    <a:pt x="440" y="210"/>
                    <a:pt x="417" y="334"/>
                    <a:pt x="417" y="334"/>
                  </a:cubicBezTo>
                  <a:lnTo>
                    <a:pt x="8" y="33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10"/>
            <p:cNvSpPr/>
            <p:nvPr/>
          </p:nvSpPr>
          <p:spPr>
            <a:xfrm>
              <a:off x="1664205" y="2772330"/>
              <a:ext cx="433440" cy="31320"/>
            </a:xfrm>
            <a:custGeom>
              <a:rect b="b" l="l" r="r" t="t"/>
              <a:pathLst>
                <a:path extrusionOk="0" h="87" w="1204">
                  <a:moveTo>
                    <a:pt x="0" y="0"/>
                  </a:moveTo>
                  <a:lnTo>
                    <a:pt x="1204" y="0"/>
                  </a:lnTo>
                  <a:lnTo>
                    <a:pt x="1204" y="87"/>
                  </a:lnTo>
                  <a:lnTo>
                    <a:pt x="0" y="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1" anchor="ctr" bIns="0" lIns="90000" spcFirstLastPara="1" rIns="9000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10"/>
            <p:cNvSpPr/>
            <p:nvPr/>
          </p:nvSpPr>
          <p:spPr>
            <a:xfrm>
              <a:off x="2106285" y="2196690"/>
              <a:ext cx="40320" cy="220320"/>
            </a:xfrm>
            <a:custGeom>
              <a:rect b="b" l="l" r="r" t="t"/>
              <a:pathLst>
                <a:path extrusionOk="0" h="612" w="112">
                  <a:moveTo>
                    <a:pt x="0" y="458"/>
                  </a:moveTo>
                  <a:lnTo>
                    <a:pt x="5" y="0"/>
                  </a:lnTo>
                  <a:lnTo>
                    <a:pt x="112" y="612"/>
                  </a:lnTo>
                  <a:lnTo>
                    <a:pt x="0" y="458"/>
                  </a:lnTo>
                  <a:close/>
                </a:path>
              </a:pathLst>
            </a:custGeom>
            <a:solidFill>
              <a:srgbClr val="243B50">
                <a:alpha val="40000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10"/>
            <p:cNvSpPr/>
            <p:nvPr/>
          </p:nvSpPr>
          <p:spPr>
            <a:xfrm>
              <a:off x="1624965" y="2251770"/>
              <a:ext cx="27720" cy="199800"/>
            </a:xfrm>
            <a:custGeom>
              <a:rect b="b" l="l" r="r" t="t"/>
              <a:pathLst>
                <a:path extrusionOk="0" h="555" w="77">
                  <a:moveTo>
                    <a:pt x="0" y="284"/>
                  </a:moveTo>
                  <a:lnTo>
                    <a:pt x="77" y="0"/>
                  </a:lnTo>
                  <a:lnTo>
                    <a:pt x="49" y="555"/>
                  </a:lnTo>
                  <a:cubicBezTo>
                    <a:pt x="49" y="555"/>
                    <a:pt x="1" y="313"/>
                    <a:pt x="0" y="284"/>
                  </a:cubicBezTo>
                  <a:close/>
                </a:path>
              </a:pathLst>
            </a:custGeom>
            <a:solidFill>
              <a:srgbClr val="243B50">
                <a:alpha val="40000"/>
              </a:srgbClr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5" name="Google Shape;1725;p10"/>
          <p:cNvGrpSpPr/>
          <p:nvPr/>
        </p:nvGrpSpPr>
        <p:grpSpPr>
          <a:xfrm rot="-5400000">
            <a:off x="5985729" y="2988460"/>
            <a:ext cx="1823893" cy="980575"/>
            <a:chOff x="6112352" y="2855648"/>
            <a:chExt cx="2150564" cy="1156201"/>
          </a:xfrm>
        </p:grpSpPr>
        <p:sp>
          <p:nvSpPr>
            <p:cNvPr id="1726" name="Google Shape;1726;p10"/>
            <p:cNvSpPr/>
            <p:nvPr/>
          </p:nvSpPr>
          <p:spPr>
            <a:xfrm>
              <a:off x="6112352" y="3836658"/>
              <a:ext cx="2150564" cy="175191"/>
            </a:xfrm>
            <a:custGeom>
              <a:rect b="b" l="l" r="r" t="t"/>
              <a:pathLst>
                <a:path extrusionOk="0" h="602" w="7390">
                  <a:moveTo>
                    <a:pt x="7390" y="0"/>
                  </a:moveTo>
                  <a:lnTo>
                    <a:pt x="7390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73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10"/>
            <p:cNvSpPr/>
            <p:nvPr/>
          </p:nvSpPr>
          <p:spPr>
            <a:xfrm>
              <a:off x="6112352" y="3836658"/>
              <a:ext cx="1083430" cy="175191"/>
            </a:xfrm>
            <a:custGeom>
              <a:rect b="b" l="l" r="r" t="t"/>
              <a:pathLst>
                <a:path extrusionOk="0" h="602" w="3723">
                  <a:moveTo>
                    <a:pt x="3723" y="0"/>
                  </a:moveTo>
                  <a:lnTo>
                    <a:pt x="3723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37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10"/>
            <p:cNvSpPr/>
            <p:nvPr/>
          </p:nvSpPr>
          <p:spPr>
            <a:xfrm>
              <a:off x="6112352" y="3093989"/>
              <a:ext cx="2150564" cy="175191"/>
            </a:xfrm>
            <a:custGeom>
              <a:rect b="b" l="l" r="r" t="t"/>
              <a:pathLst>
                <a:path extrusionOk="0" h="602" w="7390">
                  <a:moveTo>
                    <a:pt x="7390" y="0"/>
                  </a:moveTo>
                  <a:lnTo>
                    <a:pt x="7390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73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10"/>
            <p:cNvSpPr/>
            <p:nvPr/>
          </p:nvSpPr>
          <p:spPr>
            <a:xfrm>
              <a:off x="6112352" y="3093989"/>
              <a:ext cx="1863046" cy="175191"/>
            </a:xfrm>
            <a:custGeom>
              <a:rect b="b" l="l" r="r" t="t"/>
              <a:pathLst>
                <a:path extrusionOk="0" h="602" w="6402">
                  <a:moveTo>
                    <a:pt x="6402" y="0"/>
                  </a:moveTo>
                  <a:lnTo>
                    <a:pt x="6402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64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10"/>
            <p:cNvSpPr/>
            <p:nvPr/>
          </p:nvSpPr>
          <p:spPr>
            <a:xfrm>
              <a:off x="6112352" y="2855648"/>
              <a:ext cx="2150564" cy="175191"/>
            </a:xfrm>
            <a:custGeom>
              <a:rect b="b" l="l" r="r" t="t"/>
              <a:pathLst>
                <a:path extrusionOk="0" h="602" w="7390">
                  <a:moveTo>
                    <a:pt x="7390" y="0"/>
                  </a:moveTo>
                  <a:lnTo>
                    <a:pt x="7390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73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10"/>
            <p:cNvSpPr/>
            <p:nvPr/>
          </p:nvSpPr>
          <p:spPr>
            <a:xfrm>
              <a:off x="6112352" y="2855648"/>
              <a:ext cx="750806" cy="175191"/>
            </a:xfrm>
            <a:custGeom>
              <a:rect b="b" l="l" r="r" t="t"/>
              <a:pathLst>
                <a:path extrusionOk="0" h="602" w="2580">
                  <a:moveTo>
                    <a:pt x="2580" y="0"/>
                  </a:moveTo>
                  <a:lnTo>
                    <a:pt x="2580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25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10"/>
            <p:cNvSpPr/>
            <p:nvPr/>
          </p:nvSpPr>
          <p:spPr>
            <a:xfrm>
              <a:off x="6112352" y="3587840"/>
              <a:ext cx="2150564" cy="175191"/>
            </a:xfrm>
            <a:custGeom>
              <a:rect b="b" l="l" r="r" t="t"/>
              <a:pathLst>
                <a:path extrusionOk="0" h="602" w="7390">
                  <a:moveTo>
                    <a:pt x="7390" y="0"/>
                  </a:moveTo>
                  <a:lnTo>
                    <a:pt x="7390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73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10"/>
            <p:cNvSpPr/>
            <p:nvPr/>
          </p:nvSpPr>
          <p:spPr>
            <a:xfrm>
              <a:off x="6112352" y="3587840"/>
              <a:ext cx="1702991" cy="175191"/>
            </a:xfrm>
            <a:custGeom>
              <a:rect b="b" l="l" r="r" t="t"/>
              <a:pathLst>
                <a:path extrusionOk="0" h="602" w="5852">
                  <a:moveTo>
                    <a:pt x="5852" y="0"/>
                  </a:moveTo>
                  <a:lnTo>
                    <a:pt x="5852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58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10"/>
            <p:cNvSpPr/>
            <p:nvPr/>
          </p:nvSpPr>
          <p:spPr>
            <a:xfrm>
              <a:off x="6112352" y="3335531"/>
              <a:ext cx="2150564" cy="175191"/>
            </a:xfrm>
            <a:custGeom>
              <a:rect b="b" l="l" r="r" t="t"/>
              <a:pathLst>
                <a:path extrusionOk="0" h="602" w="7390">
                  <a:moveTo>
                    <a:pt x="7390" y="0"/>
                  </a:moveTo>
                  <a:lnTo>
                    <a:pt x="7390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73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10"/>
            <p:cNvSpPr/>
            <p:nvPr/>
          </p:nvSpPr>
          <p:spPr>
            <a:xfrm>
              <a:off x="6112352" y="3335531"/>
              <a:ext cx="1423912" cy="175191"/>
            </a:xfrm>
            <a:custGeom>
              <a:rect b="b" l="l" r="r" t="t"/>
              <a:pathLst>
                <a:path extrusionOk="0" h="602" w="4893">
                  <a:moveTo>
                    <a:pt x="4893" y="0"/>
                  </a:moveTo>
                  <a:lnTo>
                    <a:pt x="4893" y="602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48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6" name="Google Shape;1736;p10"/>
          <p:cNvGrpSpPr/>
          <p:nvPr/>
        </p:nvGrpSpPr>
        <p:grpSpPr>
          <a:xfrm>
            <a:off x="2852014" y="3654632"/>
            <a:ext cx="3175329" cy="735724"/>
            <a:chOff x="2572470" y="3329840"/>
            <a:chExt cx="3058200" cy="708585"/>
          </a:xfrm>
        </p:grpSpPr>
        <p:sp>
          <p:nvSpPr>
            <p:cNvPr id="1737" name="Google Shape;1737;p10"/>
            <p:cNvSpPr/>
            <p:nvPr/>
          </p:nvSpPr>
          <p:spPr>
            <a:xfrm>
              <a:off x="2572470" y="3329840"/>
              <a:ext cx="708480" cy="708480"/>
            </a:xfrm>
            <a:custGeom>
              <a:rect b="b" l="l" r="r" t="t"/>
              <a:pathLst>
                <a:path extrusionOk="0" h="1968" w="1968">
                  <a:moveTo>
                    <a:pt x="985" y="1968"/>
                  </a:moveTo>
                  <a:lnTo>
                    <a:pt x="985" y="1913"/>
                  </a:lnTo>
                  <a:cubicBezTo>
                    <a:pt x="1055" y="1913"/>
                    <a:pt x="1124" y="1905"/>
                    <a:pt x="1192" y="1890"/>
                  </a:cubicBezTo>
                  <a:lnTo>
                    <a:pt x="1204" y="1943"/>
                  </a:lnTo>
                  <a:cubicBezTo>
                    <a:pt x="1132" y="1959"/>
                    <a:pt x="1059" y="1968"/>
                    <a:pt x="985" y="1968"/>
                  </a:cubicBezTo>
                  <a:moveTo>
                    <a:pt x="766" y="1943"/>
                  </a:moveTo>
                  <a:cubicBezTo>
                    <a:pt x="694" y="1927"/>
                    <a:pt x="624" y="1903"/>
                    <a:pt x="558" y="1871"/>
                  </a:cubicBezTo>
                  <a:lnTo>
                    <a:pt x="581" y="1822"/>
                  </a:lnTo>
                  <a:cubicBezTo>
                    <a:pt x="644" y="1852"/>
                    <a:pt x="710" y="1875"/>
                    <a:pt x="778" y="1890"/>
                  </a:cubicBezTo>
                  <a:lnTo>
                    <a:pt x="766" y="1943"/>
                  </a:lnTo>
                  <a:moveTo>
                    <a:pt x="1412" y="1870"/>
                  </a:moveTo>
                  <a:lnTo>
                    <a:pt x="1388" y="1821"/>
                  </a:lnTo>
                  <a:cubicBezTo>
                    <a:pt x="1451" y="1791"/>
                    <a:pt x="1510" y="1754"/>
                    <a:pt x="1564" y="1710"/>
                  </a:cubicBezTo>
                  <a:lnTo>
                    <a:pt x="1598" y="1753"/>
                  </a:lnTo>
                  <a:cubicBezTo>
                    <a:pt x="1541" y="1799"/>
                    <a:pt x="1478" y="1838"/>
                    <a:pt x="1412" y="1870"/>
                  </a:cubicBezTo>
                  <a:moveTo>
                    <a:pt x="371" y="1753"/>
                  </a:moveTo>
                  <a:cubicBezTo>
                    <a:pt x="314" y="1708"/>
                    <a:pt x="261" y="1655"/>
                    <a:pt x="215" y="1598"/>
                  </a:cubicBezTo>
                  <a:lnTo>
                    <a:pt x="258" y="1564"/>
                  </a:lnTo>
                  <a:cubicBezTo>
                    <a:pt x="301" y="1618"/>
                    <a:pt x="351" y="1668"/>
                    <a:pt x="405" y="1711"/>
                  </a:cubicBezTo>
                  <a:lnTo>
                    <a:pt x="371" y="1753"/>
                  </a:lnTo>
                  <a:moveTo>
                    <a:pt x="1754" y="1597"/>
                  </a:moveTo>
                  <a:lnTo>
                    <a:pt x="1711" y="1563"/>
                  </a:lnTo>
                  <a:cubicBezTo>
                    <a:pt x="1755" y="1509"/>
                    <a:pt x="1792" y="1449"/>
                    <a:pt x="1822" y="1387"/>
                  </a:cubicBezTo>
                  <a:lnTo>
                    <a:pt x="1871" y="1410"/>
                  </a:lnTo>
                  <a:cubicBezTo>
                    <a:pt x="1839" y="1477"/>
                    <a:pt x="1800" y="1539"/>
                    <a:pt x="1754" y="1597"/>
                  </a:cubicBezTo>
                  <a:moveTo>
                    <a:pt x="98" y="1411"/>
                  </a:moveTo>
                  <a:cubicBezTo>
                    <a:pt x="66" y="1345"/>
                    <a:pt x="41" y="1275"/>
                    <a:pt x="25" y="1204"/>
                  </a:cubicBezTo>
                  <a:lnTo>
                    <a:pt x="78" y="1191"/>
                  </a:lnTo>
                  <a:cubicBezTo>
                    <a:pt x="93" y="1259"/>
                    <a:pt x="116" y="1325"/>
                    <a:pt x="147" y="1388"/>
                  </a:cubicBezTo>
                  <a:lnTo>
                    <a:pt x="98" y="1411"/>
                  </a:lnTo>
                  <a:moveTo>
                    <a:pt x="1944" y="1202"/>
                  </a:moveTo>
                  <a:lnTo>
                    <a:pt x="1891" y="1190"/>
                  </a:lnTo>
                  <a:cubicBezTo>
                    <a:pt x="1906" y="1123"/>
                    <a:pt x="1914" y="1053"/>
                    <a:pt x="1914" y="983"/>
                  </a:cubicBezTo>
                  <a:lnTo>
                    <a:pt x="1914" y="981"/>
                  </a:lnTo>
                  <a:lnTo>
                    <a:pt x="1968" y="981"/>
                  </a:lnTo>
                  <a:lnTo>
                    <a:pt x="1968" y="983"/>
                  </a:lnTo>
                  <a:cubicBezTo>
                    <a:pt x="1968" y="1057"/>
                    <a:pt x="1960" y="1131"/>
                    <a:pt x="1944" y="1202"/>
                  </a:cubicBezTo>
                  <a:moveTo>
                    <a:pt x="54" y="985"/>
                  </a:moveTo>
                  <a:lnTo>
                    <a:pt x="0" y="985"/>
                  </a:lnTo>
                  <a:lnTo>
                    <a:pt x="0" y="984"/>
                  </a:lnTo>
                  <a:cubicBezTo>
                    <a:pt x="0" y="910"/>
                    <a:pt x="8" y="837"/>
                    <a:pt x="24" y="766"/>
                  </a:cubicBezTo>
                  <a:lnTo>
                    <a:pt x="77" y="778"/>
                  </a:lnTo>
                  <a:cubicBezTo>
                    <a:pt x="62" y="845"/>
                    <a:pt x="54" y="914"/>
                    <a:pt x="54" y="984"/>
                  </a:cubicBezTo>
                  <a:lnTo>
                    <a:pt x="54" y="985"/>
                  </a:lnTo>
                  <a:moveTo>
                    <a:pt x="1891" y="775"/>
                  </a:moveTo>
                  <a:cubicBezTo>
                    <a:pt x="1875" y="707"/>
                    <a:pt x="1852" y="641"/>
                    <a:pt x="1821" y="578"/>
                  </a:cubicBezTo>
                  <a:lnTo>
                    <a:pt x="1870" y="555"/>
                  </a:lnTo>
                  <a:cubicBezTo>
                    <a:pt x="1902" y="621"/>
                    <a:pt x="1927" y="691"/>
                    <a:pt x="1943" y="762"/>
                  </a:cubicBezTo>
                  <a:lnTo>
                    <a:pt x="1891" y="775"/>
                  </a:lnTo>
                  <a:moveTo>
                    <a:pt x="146" y="581"/>
                  </a:moveTo>
                  <a:lnTo>
                    <a:pt x="97" y="558"/>
                  </a:lnTo>
                  <a:cubicBezTo>
                    <a:pt x="129" y="491"/>
                    <a:pt x="168" y="429"/>
                    <a:pt x="214" y="371"/>
                  </a:cubicBezTo>
                  <a:lnTo>
                    <a:pt x="256" y="405"/>
                  </a:lnTo>
                  <a:cubicBezTo>
                    <a:pt x="213" y="459"/>
                    <a:pt x="176" y="519"/>
                    <a:pt x="146" y="581"/>
                  </a:cubicBezTo>
                  <a:moveTo>
                    <a:pt x="1710" y="402"/>
                  </a:moveTo>
                  <a:cubicBezTo>
                    <a:pt x="1667" y="348"/>
                    <a:pt x="1617" y="299"/>
                    <a:pt x="1563" y="256"/>
                  </a:cubicBezTo>
                  <a:lnTo>
                    <a:pt x="1596" y="214"/>
                  </a:lnTo>
                  <a:cubicBezTo>
                    <a:pt x="1654" y="260"/>
                    <a:pt x="1707" y="311"/>
                    <a:pt x="1752" y="368"/>
                  </a:cubicBezTo>
                  <a:lnTo>
                    <a:pt x="1710" y="402"/>
                  </a:lnTo>
                  <a:moveTo>
                    <a:pt x="403" y="258"/>
                  </a:moveTo>
                  <a:lnTo>
                    <a:pt x="370" y="216"/>
                  </a:lnTo>
                  <a:cubicBezTo>
                    <a:pt x="427" y="170"/>
                    <a:pt x="490" y="130"/>
                    <a:pt x="556" y="98"/>
                  </a:cubicBezTo>
                  <a:lnTo>
                    <a:pt x="579" y="147"/>
                  </a:lnTo>
                  <a:cubicBezTo>
                    <a:pt x="517" y="177"/>
                    <a:pt x="458" y="215"/>
                    <a:pt x="403" y="258"/>
                  </a:cubicBezTo>
                  <a:moveTo>
                    <a:pt x="1386" y="146"/>
                  </a:moveTo>
                  <a:cubicBezTo>
                    <a:pt x="1324" y="116"/>
                    <a:pt x="1257" y="93"/>
                    <a:pt x="1190" y="77"/>
                  </a:cubicBezTo>
                  <a:lnTo>
                    <a:pt x="1202" y="24"/>
                  </a:lnTo>
                  <a:cubicBezTo>
                    <a:pt x="1273" y="41"/>
                    <a:pt x="1343" y="65"/>
                    <a:pt x="1410" y="97"/>
                  </a:cubicBezTo>
                  <a:lnTo>
                    <a:pt x="1386" y="146"/>
                  </a:lnTo>
                  <a:moveTo>
                    <a:pt x="776" y="78"/>
                  </a:moveTo>
                  <a:lnTo>
                    <a:pt x="764" y="25"/>
                  </a:lnTo>
                  <a:cubicBezTo>
                    <a:pt x="835" y="9"/>
                    <a:pt x="909" y="0"/>
                    <a:pt x="983" y="0"/>
                  </a:cubicBezTo>
                  <a:lnTo>
                    <a:pt x="983" y="55"/>
                  </a:lnTo>
                  <a:cubicBezTo>
                    <a:pt x="913" y="55"/>
                    <a:pt x="843" y="63"/>
                    <a:pt x="776" y="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10"/>
            <p:cNvSpPr/>
            <p:nvPr/>
          </p:nvSpPr>
          <p:spPr>
            <a:xfrm>
              <a:off x="3731670" y="3329840"/>
              <a:ext cx="708480" cy="708480"/>
            </a:xfrm>
            <a:custGeom>
              <a:rect b="b" l="l" r="r" t="t"/>
              <a:pathLst>
                <a:path extrusionOk="0" h="1968" w="1968">
                  <a:moveTo>
                    <a:pt x="985" y="1968"/>
                  </a:moveTo>
                  <a:lnTo>
                    <a:pt x="985" y="1913"/>
                  </a:lnTo>
                  <a:cubicBezTo>
                    <a:pt x="1055" y="1913"/>
                    <a:pt x="1124" y="1905"/>
                    <a:pt x="1192" y="1890"/>
                  </a:cubicBezTo>
                  <a:lnTo>
                    <a:pt x="1204" y="1943"/>
                  </a:lnTo>
                  <a:cubicBezTo>
                    <a:pt x="1132" y="1959"/>
                    <a:pt x="1059" y="1968"/>
                    <a:pt x="985" y="1968"/>
                  </a:cubicBezTo>
                  <a:moveTo>
                    <a:pt x="766" y="1943"/>
                  </a:moveTo>
                  <a:cubicBezTo>
                    <a:pt x="694" y="1927"/>
                    <a:pt x="624" y="1903"/>
                    <a:pt x="558" y="1871"/>
                  </a:cubicBezTo>
                  <a:lnTo>
                    <a:pt x="581" y="1822"/>
                  </a:lnTo>
                  <a:cubicBezTo>
                    <a:pt x="644" y="1852"/>
                    <a:pt x="710" y="1875"/>
                    <a:pt x="778" y="1890"/>
                  </a:cubicBezTo>
                  <a:lnTo>
                    <a:pt x="766" y="1943"/>
                  </a:lnTo>
                  <a:moveTo>
                    <a:pt x="1412" y="1870"/>
                  </a:moveTo>
                  <a:lnTo>
                    <a:pt x="1388" y="1821"/>
                  </a:lnTo>
                  <a:cubicBezTo>
                    <a:pt x="1450" y="1791"/>
                    <a:pt x="1510" y="1754"/>
                    <a:pt x="1564" y="1710"/>
                  </a:cubicBezTo>
                  <a:lnTo>
                    <a:pt x="1598" y="1753"/>
                  </a:lnTo>
                  <a:cubicBezTo>
                    <a:pt x="1540" y="1799"/>
                    <a:pt x="1478" y="1838"/>
                    <a:pt x="1412" y="1870"/>
                  </a:cubicBezTo>
                  <a:moveTo>
                    <a:pt x="371" y="1753"/>
                  </a:moveTo>
                  <a:cubicBezTo>
                    <a:pt x="314" y="1708"/>
                    <a:pt x="261" y="1655"/>
                    <a:pt x="215" y="1598"/>
                  </a:cubicBezTo>
                  <a:lnTo>
                    <a:pt x="258" y="1564"/>
                  </a:lnTo>
                  <a:cubicBezTo>
                    <a:pt x="301" y="1618"/>
                    <a:pt x="351" y="1668"/>
                    <a:pt x="405" y="1711"/>
                  </a:cubicBezTo>
                  <a:lnTo>
                    <a:pt x="371" y="1753"/>
                  </a:lnTo>
                  <a:moveTo>
                    <a:pt x="1754" y="1597"/>
                  </a:moveTo>
                  <a:lnTo>
                    <a:pt x="1711" y="1563"/>
                  </a:lnTo>
                  <a:cubicBezTo>
                    <a:pt x="1755" y="1509"/>
                    <a:pt x="1792" y="1449"/>
                    <a:pt x="1822" y="1387"/>
                  </a:cubicBezTo>
                  <a:lnTo>
                    <a:pt x="1871" y="1410"/>
                  </a:lnTo>
                  <a:cubicBezTo>
                    <a:pt x="1839" y="1477"/>
                    <a:pt x="1800" y="1539"/>
                    <a:pt x="1754" y="1597"/>
                  </a:cubicBezTo>
                  <a:moveTo>
                    <a:pt x="98" y="1411"/>
                  </a:moveTo>
                  <a:cubicBezTo>
                    <a:pt x="66" y="1345"/>
                    <a:pt x="41" y="1275"/>
                    <a:pt x="25" y="1204"/>
                  </a:cubicBezTo>
                  <a:lnTo>
                    <a:pt x="78" y="1191"/>
                  </a:lnTo>
                  <a:cubicBezTo>
                    <a:pt x="93" y="1259"/>
                    <a:pt x="116" y="1325"/>
                    <a:pt x="147" y="1388"/>
                  </a:cubicBezTo>
                  <a:lnTo>
                    <a:pt x="98" y="1411"/>
                  </a:lnTo>
                  <a:moveTo>
                    <a:pt x="1944" y="1202"/>
                  </a:moveTo>
                  <a:lnTo>
                    <a:pt x="1891" y="1190"/>
                  </a:lnTo>
                  <a:cubicBezTo>
                    <a:pt x="1906" y="1123"/>
                    <a:pt x="1914" y="1053"/>
                    <a:pt x="1914" y="984"/>
                  </a:cubicBezTo>
                  <a:lnTo>
                    <a:pt x="1914" y="981"/>
                  </a:lnTo>
                  <a:lnTo>
                    <a:pt x="1968" y="981"/>
                  </a:lnTo>
                  <a:lnTo>
                    <a:pt x="1968" y="983"/>
                  </a:lnTo>
                  <a:cubicBezTo>
                    <a:pt x="1968" y="1057"/>
                    <a:pt x="1960" y="1131"/>
                    <a:pt x="1944" y="1202"/>
                  </a:cubicBezTo>
                  <a:moveTo>
                    <a:pt x="54" y="985"/>
                  </a:moveTo>
                  <a:lnTo>
                    <a:pt x="0" y="985"/>
                  </a:lnTo>
                  <a:lnTo>
                    <a:pt x="0" y="984"/>
                  </a:lnTo>
                  <a:cubicBezTo>
                    <a:pt x="0" y="910"/>
                    <a:pt x="8" y="837"/>
                    <a:pt x="24" y="766"/>
                  </a:cubicBezTo>
                  <a:lnTo>
                    <a:pt x="77" y="778"/>
                  </a:lnTo>
                  <a:cubicBezTo>
                    <a:pt x="62" y="845"/>
                    <a:pt x="54" y="914"/>
                    <a:pt x="54" y="984"/>
                  </a:cubicBezTo>
                  <a:lnTo>
                    <a:pt x="54" y="985"/>
                  </a:lnTo>
                  <a:moveTo>
                    <a:pt x="1890" y="775"/>
                  </a:moveTo>
                  <a:cubicBezTo>
                    <a:pt x="1875" y="707"/>
                    <a:pt x="1852" y="641"/>
                    <a:pt x="1821" y="578"/>
                  </a:cubicBezTo>
                  <a:lnTo>
                    <a:pt x="1870" y="555"/>
                  </a:lnTo>
                  <a:cubicBezTo>
                    <a:pt x="1902" y="621"/>
                    <a:pt x="1927" y="691"/>
                    <a:pt x="1943" y="762"/>
                  </a:cubicBezTo>
                  <a:lnTo>
                    <a:pt x="1890" y="775"/>
                  </a:lnTo>
                  <a:moveTo>
                    <a:pt x="146" y="581"/>
                  </a:moveTo>
                  <a:lnTo>
                    <a:pt x="97" y="558"/>
                  </a:lnTo>
                  <a:cubicBezTo>
                    <a:pt x="129" y="491"/>
                    <a:pt x="168" y="429"/>
                    <a:pt x="214" y="371"/>
                  </a:cubicBezTo>
                  <a:lnTo>
                    <a:pt x="256" y="405"/>
                  </a:lnTo>
                  <a:cubicBezTo>
                    <a:pt x="213" y="459"/>
                    <a:pt x="176" y="519"/>
                    <a:pt x="146" y="581"/>
                  </a:cubicBezTo>
                  <a:moveTo>
                    <a:pt x="1710" y="402"/>
                  </a:moveTo>
                  <a:cubicBezTo>
                    <a:pt x="1667" y="348"/>
                    <a:pt x="1617" y="299"/>
                    <a:pt x="1563" y="256"/>
                  </a:cubicBezTo>
                  <a:lnTo>
                    <a:pt x="1596" y="214"/>
                  </a:lnTo>
                  <a:cubicBezTo>
                    <a:pt x="1654" y="260"/>
                    <a:pt x="1706" y="311"/>
                    <a:pt x="1752" y="368"/>
                  </a:cubicBezTo>
                  <a:lnTo>
                    <a:pt x="1710" y="402"/>
                  </a:lnTo>
                  <a:moveTo>
                    <a:pt x="403" y="258"/>
                  </a:moveTo>
                  <a:lnTo>
                    <a:pt x="369" y="216"/>
                  </a:lnTo>
                  <a:cubicBezTo>
                    <a:pt x="427" y="170"/>
                    <a:pt x="490" y="130"/>
                    <a:pt x="556" y="98"/>
                  </a:cubicBezTo>
                  <a:lnTo>
                    <a:pt x="579" y="147"/>
                  </a:lnTo>
                  <a:cubicBezTo>
                    <a:pt x="517" y="177"/>
                    <a:pt x="458" y="215"/>
                    <a:pt x="403" y="258"/>
                  </a:cubicBezTo>
                  <a:moveTo>
                    <a:pt x="1386" y="146"/>
                  </a:moveTo>
                  <a:cubicBezTo>
                    <a:pt x="1324" y="116"/>
                    <a:pt x="1257" y="93"/>
                    <a:pt x="1189" y="77"/>
                  </a:cubicBezTo>
                  <a:lnTo>
                    <a:pt x="1201" y="24"/>
                  </a:lnTo>
                  <a:cubicBezTo>
                    <a:pt x="1273" y="41"/>
                    <a:pt x="1343" y="65"/>
                    <a:pt x="1410" y="97"/>
                  </a:cubicBezTo>
                  <a:lnTo>
                    <a:pt x="1386" y="146"/>
                  </a:lnTo>
                  <a:moveTo>
                    <a:pt x="776" y="78"/>
                  </a:moveTo>
                  <a:lnTo>
                    <a:pt x="764" y="25"/>
                  </a:lnTo>
                  <a:cubicBezTo>
                    <a:pt x="835" y="9"/>
                    <a:pt x="909" y="0"/>
                    <a:pt x="983" y="0"/>
                  </a:cubicBezTo>
                  <a:lnTo>
                    <a:pt x="983" y="55"/>
                  </a:lnTo>
                  <a:cubicBezTo>
                    <a:pt x="913" y="55"/>
                    <a:pt x="843" y="63"/>
                    <a:pt x="776" y="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10"/>
            <p:cNvSpPr/>
            <p:nvPr/>
          </p:nvSpPr>
          <p:spPr>
            <a:xfrm>
              <a:off x="3369870" y="3707840"/>
              <a:ext cx="301680" cy="96840"/>
            </a:xfrm>
            <a:custGeom>
              <a:rect b="b" l="l" r="r" t="t"/>
              <a:pathLst>
                <a:path extrusionOk="0" h="269" w="838">
                  <a:moveTo>
                    <a:pt x="422" y="269"/>
                  </a:moveTo>
                  <a:lnTo>
                    <a:pt x="422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38" y="0"/>
                  </a:lnTo>
                  <a:lnTo>
                    <a:pt x="422" y="2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10"/>
            <p:cNvSpPr/>
            <p:nvPr/>
          </p:nvSpPr>
          <p:spPr>
            <a:xfrm>
              <a:off x="3364110" y="3563120"/>
              <a:ext cx="301320" cy="96840"/>
            </a:xfrm>
            <a:custGeom>
              <a:rect b="b" l="l" r="r" t="t"/>
              <a:pathLst>
                <a:path extrusionOk="0" h="269" w="837">
                  <a:moveTo>
                    <a:pt x="415" y="0"/>
                  </a:moveTo>
                  <a:lnTo>
                    <a:pt x="415" y="110"/>
                  </a:lnTo>
                  <a:lnTo>
                    <a:pt x="837" y="110"/>
                  </a:lnTo>
                  <a:lnTo>
                    <a:pt x="837" y="269"/>
                  </a:lnTo>
                  <a:lnTo>
                    <a:pt x="0" y="269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10"/>
            <p:cNvSpPr/>
            <p:nvPr/>
          </p:nvSpPr>
          <p:spPr>
            <a:xfrm>
              <a:off x="4516830" y="3707840"/>
              <a:ext cx="301320" cy="96840"/>
            </a:xfrm>
            <a:custGeom>
              <a:rect b="b" l="l" r="r" t="t"/>
              <a:pathLst>
                <a:path extrusionOk="0" h="269" w="837">
                  <a:moveTo>
                    <a:pt x="422" y="269"/>
                  </a:moveTo>
                  <a:lnTo>
                    <a:pt x="422" y="159"/>
                  </a:lnTo>
                  <a:lnTo>
                    <a:pt x="0" y="159"/>
                  </a:lnTo>
                  <a:lnTo>
                    <a:pt x="0" y="0"/>
                  </a:lnTo>
                  <a:lnTo>
                    <a:pt x="837" y="0"/>
                  </a:lnTo>
                  <a:lnTo>
                    <a:pt x="422" y="2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10"/>
            <p:cNvSpPr/>
            <p:nvPr/>
          </p:nvSpPr>
          <p:spPr>
            <a:xfrm>
              <a:off x="4510710" y="3563120"/>
              <a:ext cx="301320" cy="96840"/>
            </a:xfrm>
            <a:custGeom>
              <a:rect b="b" l="l" r="r" t="t"/>
              <a:pathLst>
                <a:path extrusionOk="0" h="269" w="837">
                  <a:moveTo>
                    <a:pt x="415" y="0"/>
                  </a:moveTo>
                  <a:lnTo>
                    <a:pt x="415" y="110"/>
                  </a:lnTo>
                  <a:lnTo>
                    <a:pt x="837" y="110"/>
                  </a:lnTo>
                  <a:lnTo>
                    <a:pt x="837" y="269"/>
                  </a:lnTo>
                  <a:lnTo>
                    <a:pt x="0" y="269"/>
                  </a:lnTo>
                  <a:lnTo>
                    <a:pt x="41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10"/>
            <p:cNvSpPr/>
            <p:nvPr/>
          </p:nvSpPr>
          <p:spPr>
            <a:xfrm>
              <a:off x="4921830" y="3329840"/>
              <a:ext cx="708840" cy="708480"/>
            </a:xfrm>
            <a:custGeom>
              <a:rect b="b" l="l" r="r" t="t"/>
              <a:pathLst>
                <a:path extrusionOk="0" h="1968" w="1969">
                  <a:moveTo>
                    <a:pt x="985" y="1968"/>
                  </a:moveTo>
                  <a:lnTo>
                    <a:pt x="985" y="1913"/>
                  </a:lnTo>
                  <a:cubicBezTo>
                    <a:pt x="1055" y="1913"/>
                    <a:pt x="1125" y="1905"/>
                    <a:pt x="1192" y="1890"/>
                  </a:cubicBezTo>
                  <a:lnTo>
                    <a:pt x="1204" y="1943"/>
                  </a:lnTo>
                  <a:cubicBezTo>
                    <a:pt x="1133" y="1959"/>
                    <a:pt x="1059" y="1968"/>
                    <a:pt x="985" y="1968"/>
                  </a:cubicBezTo>
                  <a:moveTo>
                    <a:pt x="766" y="1943"/>
                  </a:moveTo>
                  <a:cubicBezTo>
                    <a:pt x="694" y="1927"/>
                    <a:pt x="624" y="1903"/>
                    <a:pt x="558" y="1871"/>
                  </a:cubicBezTo>
                  <a:lnTo>
                    <a:pt x="582" y="1822"/>
                  </a:lnTo>
                  <a:cubicBezTo>
                    <a:pt x="644" y="1852"/>
                    <a:pt x="710" y="1875"/>
                    <a:pt x="778" y="1890"/>
                  </a:cubicBezTo>
                  <a:lnTo>
                    <a:pt x="766" y="1943"/>
                  </a:lnTo>
                  <a:moveTo>
                    <a:pt x="1412" y="1870"/>
                  </a:moveTo>
                  <a:lnTo>
                    <a:pt x="1388" y="1821"/>
                  </a:lnTo>
                  <a:cubicBezTo>
                    <a:pt x="1451" y="1791"/>
                    <a:pt x="1510" y="1754"/>
                    <a:pt x="1565" y="1710"/>
                  </a:cubicBezTo>
                  <a:lnTo>
                    <a:pt x="1598" y="1753"/>
                  </a:lnTo>
                  <a:cubicBezTo>
                    <a:pt x="1541" y="1799"/>
                    <a:pt x="1478" y="1838"/>
                    <a:pt x="1412" y="1870"/>
                  </a:cubicBezTo>
                  <a:moveTo>
                    <a:pt x="372" y="1753"/>
                  </a:moveTo>
                  <a:cubicBezTo>
                    <a:pt x="314" y="1708"/>
                    <a:pt x="262" y="1655"/>
                    <a:pt x="216" y="1598"/>
                  </a:cubicBezTo>
                  <a:lnTo>
                    <a:pt x="258" y="1564"/>
                  </a:lnTo>
                  <a:cubicBezTo>
                    <a:pt x="301" y="1618"/>
                    <a:pt x="351" y="1668"/>
                    <a:pt x="405" y="1711"/>
                  </a:cubicBezTo>
                  <a:lnTo>
                    <a:pt x="372" y="1753"/>
                  </a:lnTo>
                  <a:moveTo>
                    <a:pt x="1754" y="1597"/>
                  </a:moveTo>
                  <a:lnTo>
                    <a:pt x="1712" y="1563"/>
                  </a:lnTo>
                  <a:cubicBezTo>
                    <a:pt x="1755" y="1509"/>
                    <a:pt x="1792" y="1449"/>
                    <a:pt x="1823" y="1387"/>
                  </a:cubicBezTo>
                  <a:lnTo>
                    <a:pt x="1872" y="1410"/>
                  </a:lnTo>
                  <a:cubicBezTo>
                    <a:pt x="1840" y="1477"/>
                    <a:pt x="1800" y="1539"/>
                    <a:pt x="1754" y="1597"/>
                  </a:cubicBezTo>
                  <a:moveTo>
                    <a:pt x="98" y="1411"/>
                  </a:moveTo>
                  <a:cubicBezTo>
                    <a:pt x="66" y="1345"/>
                    <a:pt x="42" y="1275"/>
                    <a:pt x="25" y="1204"/>
                  </a:cubicBezTo>
                  <a:lnTo>
                    <a:pt x="78" y="1191"/>
                  </a:lnTo>
                  <a:cubicBezTo>
                    <a:pt x="94" y="1259"/>
                    <a:pt x="117" y="1325"/>
                    <a:pt x="147" y="1388"/>
                  </a:cubicBezTo>
                  <a:lnTo>
                    <a:pt x="98" y="1411"/>
                  </a:lnTo>
                  <a:moveTo>
                    <a:pt x="1944" y="1202"/>
                  </a:moveTo>
                  <a:lnTo>
                    <a:pt x="1891" y="1190"/>
                  </a:lnTo>
                  <a:cubicBezTo>
                    <a:pt x="1907" y="1123"/>
                    <a:pt x="1914" y="1053"/>
                    <a:pt x="1914" y="983"/>
                  </a:cubicBezTo>
                  <a:lnTo>
                    <a:pt x="1914" y="981"/>
                  </a:lnTo>
                  <a:lnTo>
                    <a:pt x="1969" y="981"/>
                  </a:lnTo>
                  <a:lnTo>
                    <a:pt x="1969" y="983"/>
                  </a:lnTo>
                  <a:cubicBezTo>
                    <a:pt x="1969" y="1057"/>
                    <a:pt x="1961" y="1131"/>
                    <a:pt x="1944" y="1202"/>
                  </a:cubicBezTo>
                  <a:moveTo>
                    <a:pt x="55" y="985"/>
                  </a:moveTo>
                  <a:lnTo>
                    <a:pt x="0" y="985"/>
                  </a:lnTo>
                  <a:lnTo>
                    <a:pt x="0" y="984"/>
                  </a:lnTo>
                  <a:cubicBezTo>
                    <a:pt x="0" y="910"/>
                    <a:pt x="9" y="837"/>
                    <a:pt x="25" y="766"/>
                  </a:cubicBezTo>
                  <a:lnTo>
                    <a:pt x="78" y="778"/>
                  </a:lnTo>
                  <a:cubicBezTo>
                    <a:pt x="62" y="845"/>
                    <a:pt x="55" y="914"/>
                    <a:pt x="55" y="984"/>
                  </a:cubicBezTo>
                  <a:lnTo>
                    <a:pt x="55" y="985"/>
                  </a:lnTo>
                  <a:moveTo>
                    <a:pt x="1891" y="775"/>
                  </a:moveTo>
                  <a:cubicBezTo>
                    <a:pt x="1875" y="707"/>
                    <a:pt x="1852" y="641"/>
                    <a:pt x="1822" y="578"/>
                  </a:cubicBezTo>
                  <a:lnTo>
                    <a:pt x="1871" y="555"/>
                  </a:lnTo>
                  <a:cubicBezTo>
                    <a:pt x="1903" y="621"/>
                    <a:pt x="1927" y="691"/>
                    <a:pt x="1944" y="762"/>
                  </a:cubicBezTo>
                  <a:lnTo>
                    <a:pt x="1891" y="775"/>
                  </a:lnTo>
                  <a:moveTo>
                    <a:pt x="146" y="581"/>
                  </a:moveTo>
                  <a:lnTo>
                    <a:pt x="97" y="558"/>
                  </a:lnTo>
                  <a:cubicBezTo>
                    <a:pt x="129" y="491"/>
                    <a:pt x="168" y="429"/>
                    <a:pt x="214" y="371"/>
                  </a:cubicBezTo>
                  <a:lnTo>
                    <a:pt x="257" y="405"/>
                  </a:lnTo>
                  <a:cubicBezTo>
                    <a:pt x="213" y="459"/>
                    <a:pt x="176" y="519"/>
                    <a:pt x="146" y="581"/>
                  </a:cubicBezTo>
                  <a:moveTo>
                    <a:pt x="1711" y="402"/>
                  </a:moveTo>
                  <a:cubicBezTo>
                    <a:pt x="1667" y="348"/>
                    <a:pt x="1617" y="299"/>
                    <a:pt x="1563" y="256"/>
                  </a:cubicBezTo>
                  <a:lnTo>
                    <a:pt x="1597" y="214"/>
                  </a:lnTo>
                  <a:cubicBezTo>
                    <a:pt x="1654" y="260"/>
                    <a:pt x="1707" y="311"/>
                    <a:pt x="1753" y="368"/>
                  </a:cubicBezTo>
                  <a:lnTo>
                    <a:pt x="1711" y="402"/>
                  </a:lnTo>
                  <a:moveTo>
                    <a:pt x="404" y="258"/>
                  </a:moveTo>
                  <a:lnTo>
                    <a:pt x="370" y="216"/>
                  </a:lnTo>
                  <a:cubicBezTo>
                    <a:pt x="427" y="170"/>
                    <a:pt x="490" y="130"/>
                    <a:pt x="556" y="98"/>
                  </a:cubicBezTo>
                  <a:lnTo>
                    <a:pt x="580" y="147"/>
                  </a:lnTo>
                  <a:cubicBezTo>
                    <a:pt x="517" y="177"/>
                    <a:pt x="458" y="215"/>
                    <a:pt x="404" y="258"/>
                  </a:cubicBezTo>
                  <a:moveTo>
                    <a:pt x="1387" y="146"/>
                  </a:moveTo>
                  <a:cubicBezTo>
                    <a:pt x="1324" y="116"/>
                    <a:pt x="1258" y="93"/>
                    <a:pt x="1190" y="77"/>
                  </a:cubicBezTo>
                  <a:lnTo>
                    <a:pt x="1202" y="24"/>
                  </a:lnTo>
                  <a:cubicBezTo>
                    <a:pt x="1274" y="41"/>
                    <a:pt x="1344" y="65"/>
                    <a:pt x="1410" y="97"/>
                  </a:cubicBezTo>
                  <a:lnTo>
                    <a:pt x="1387" y="146"/>
                  </a:lnTo>
                  <a:moveTo>
                    <a:pt x="776" y="78"/>
                  </a:moveTo>
                  <a:lnTo>
                    <a:pt x="764" y="25"/>
                  </a:lnTo>
                  <a:cubicBezTo>
                    <a:pt x="835" y="9"/>
                    <a:pt x="909" y="0"/>
                    <a:pt x="983" y="0"/>
                  </a:cubicBezTo>
                  <a:lnTo>
                    <a:pt x="983" y="55"/>
                  </a:lnTo>
                  <a:cubicBezTo>
                    <a:pt x="913" y="55"/>
                    <a:pt x="844" y="63"/>
                    <a:pt x="776" y="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1" anchor="ctr" bIns="45000" lIns="90000" spcFirstLastPara="1" rIns="90000" wrap="square" tIns="4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10"/>
            <p:cNvSpPr txBox="1"/>
            <p:nvPr/>
          </p:nvSpPr>
          <p:spPr>
            <a:xfrm>
              <a:off x="2784175" y="3335525"/>
              <a:ext cx="2715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accent2"/>
                  </a:solidFill>
                  <a:latin typeface="Be Vietnam Pro SemiBold"/>
                  <a:ea typeface="Be Vietnam Pro SemiBold"/>
                  <a:cs typeface="Be Vietnam Pro SemiBold"/>
                  <a:sym typeface="Be Vietnam Pro SemiBold"/>
                </a:rPr>
                <a:t>$</a:t>
              </a:r>
              <a:endParaRPr b="0" i="0" sz="3000" u="none" cap="none" strike="noStrike">
                <a:solidFill>
                  <a:schemeClr val="accent2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endParaRPr>
            </a:p>
          </p:txBody>
        </p:sp>
        <p:sp>
          <p:nvSpPr>
            <p:cNvPr id="1745" name="Google Shape;1745;p10"/>
            <p:cNvSpPr txBox="1"/>
            <p:nvPr/>
          </p:nvSpPr>
          <p:spPr>
            <a:xfrm>
              <a:off x="3938863" y="3335525"/>
              <a:ext cx="2715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€</a:t>
              </a:r>
              <a:endParaRPr b="1" i="0" sz="3000" u="none" cap="none" strike="noStrike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746" name="Google Shape;1746;p10"/>
            <p:cNvSpPr txBox="1"/>
            <p:nvPr/>
          </p:nvSpPr>
          <p:spPr>
            <a:xfrm>
              <a:off x="5140500" y="3335525"/>
              <a:ext cx="2715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accent2"/>
                  </a:solidFill>
                  <a:latin typeface="Be Vietnam Pro"/>
                  <a:ea typeface="Be Vietnam Pro"/>
                  <a:cs typeface="Be Vietnam Pro"/>
                  <a:sym typeface="Be Vietnam Pro"/>
                </a:rPr>
                <a:t>£</a:t>
              </a:r>
              <a:endParaRPr b="1" i="0" sz="3000" u="none" cap="none" strike="noStrike">
                <a:solidFill>
                  <a:schemeClr val="accent2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conomic Activity Meeting by Slidesgo">
  <a:themeElements>
    <a:clrScheme name="Simple Light">
      <a:dk1>
        <a:srgbClr val="243B50"/>
      </a:dk1>
      <a:lt1>
        <a:srgbClr val="EFEEEA"/>
      </a:lt1>
      <a:dk2>
        <a:srgbClr val="D9E7D8"/>
      </a:dk2>
      <a:lt2>
        <a:srgbClr val="B9D0B8"/>
      </a:lt2>
      <a:accent1>
        <a:srgbClr val="839B82"/>
      </a:accent1>
      <a:accent2>
        <a:srgbClr val="61795F"/>
      </a:accent2>
      <a:accent3>
        <a:srgbClr val="E96D5F"/>
      </a:accent3>
      <a:accent4>
        <a:srgbClr val="F9F3E7"/>
      </a:accent4>
      <a:accent5>
        <a:srgbClr val="FFFFFF"/>
      </a:accent5>
      <a:accent6>
        <a:srgbClr val="FFFFFF"/>
      </a:accent6>
      <a:hlink>
        <a:srgbClr val="243B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