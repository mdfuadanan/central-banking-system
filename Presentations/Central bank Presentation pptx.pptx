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embeddedFontLst>
    <p:embeddedFont>
      <p:font typeface="Inter"/>
      <p:regular r:id="rId17"/>
      <p:bold r:id="rId18"/>
      <p:italic r:id="rId19"/>
      <p:boldItalic r:id="rId20"/>
    </p:embeddedFont>
    <p:embeddedFont>
      <p:font typeface="Helvetica Neue"/>
      <p:regular r:id="rId21"/>
      <p:bold r:id="rId22"/>
      <p:italic r:id="rId23"/>
      <p:boldItalic r:id="rId24"/>
    </p:embeddedFont>
    <p:embeddedFont>
      <p:font typeface="Be Vietnam Pro SemiBold"/>
      <p:regular r:id="rId25"/>
      <p:bold r:id="rId26"/>
      <p:italic r:id="rId27"/>
      <p:boldItalic r:id="rId28"/>
    </p:embeddedFont>
    <p:embeddedFont>
      <p:font typeface="Be Vietnam Pro"/>
      <p:regular r:id="rId29"/>
      <p:bold r:id="rId30"/>
      <p:italic r:id="rId31"/>
      <p:boldItalic r:id="rId32"/>
    </p:embeddedFont>
    <p:embeddedFont>
      <p:font typeface="Open Sa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j1dD+VWpbJ4cdkD1144thm7uiaR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B960F83-028C-447E-940E-92B3A145AF0A}">
  <a:tblStyle styleId="{1B960F83-028C-447E-940E-92B3A145AF0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Inter-boldItalic.fntdata"/><Relationship Id="rId22" Type="http://schemas.openxmlformats.org/officeDocument/2006/relationships/font" Target="fonts/HelveticaNeue-bold.fntdata"/><Relationship Id="rId21" Type="http://schemas.openxmlformats.org/officeDocument/2006/relationships/font" Target="fonts/HelveticaNeue-regular.fntdata"/><Relationship Id="rId24" Type="http://schemas.openxmlformats.org/officeDocument/2006/relationships/font" Target="fonts/HelveticaNeue-boldItalic.fntdata"/><Relationship Id="rId23" Type="http://schemas.openxmlformats.org/officeDocument/2006/relationships/font" Target="fonts/HelveticaNeue-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BeVietnamProSemiBold-bold.fntdata"/><Relationship Id="rId25" Type="http://schemas.openxmlformats.org/officeDocument/2006/relationships/font" Target="fonts/BeVietnamProSemiBold-regular.fntdata"/><Relationship Id="rId28" Type="http://schemas.openxmlformats.org/officeDocument/2006/relationships/font" Target="fonts/BeVietnamProSemiBold-boldItalic.fntdata"/><Relationship Id="rId27" Type="http://schemas.openxmlformats.org/officeDocument/2006/relationships/font" Target="fonts/BeVietnamProSemi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BeVietnamPr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BeVietnamPro-italic.fntdata"/><Relationship Id="rId30" Type="http://schemas.openxmlformats.org/officeDocument/2006/relationships/font" Target="fonts/BeVietnamPro-bold.fntdata"/><Relationship Id="rId11" Type="http://schemas.openxmlformats.org/officeDocument/2006/relationships/slide" Target="slides/slide6.xml"/><Relationship Id="rId33" Type="http://schemas.openxmlformats.org/officeDocument/2006/relationships/font" Target="fonts/OpenSans-regular.fntdata"/><Relationship Id="rId10" Type="http://schemas.openxmlformats.org/officeDocument/2006/relationships/slide" Target="slides/slide5.xml"/><Relationship Id="rId32" Type="http://schemas.openxmlformats.org/officeDocument/2006/relationships/font" Target="fonts/BeVietnamPro-boldItalic.fntdata"/><Relationship Id="rId13" Type="http://schemas.openxmlformats.org/officeDocument/2006/relationships/slide" Target="slides/slide8.xml"/><Relationship Id="rId35" Type="http://schemas.openxmlformats.org/officeDocument/2006/relationships/font" Target="fonts/OpenSans-italic.fntdata"/><Relationship Id="rId12" Type="http://schemas.openxmlformats.org/officeDocument/2006/relationships/slide" Target="slides/slide7.xml"/><Relationship Id="rId34" Type="http://schemas.openxmlformats.org/officeDocument/2006/relationships/font" Target="fonts/OpenSans-bold.fntdata"/><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OpenSans-boldItalic.fntdata"/><Relationship Id="rId17" Type="http://schemas.openxmlformats.org/officeDocument/2006/relationships/font" Target="fonts/Inter-regular.fntdata"/><Relationship Id="rId16" Type="http://schemas.openxmlformats.org/officeDocument/2006/relationships/slide" Target="slides/slide11.xml"/><Relationship Id="rId19" Type="http://schemas.openxmlformats.org/officeDocument/2006/relationships/font" Target="fonts/Inter-italic.fntdata"/><Relationship Id="rId18" Type="http://schemas.openxmlformats.org/officeDocument/2006/relationships/font" Target="fonts/Inter-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2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1" name="Google Shape;32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Timing: 0:50-1:50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Script:</a:t>
            </a:r>
            <a:endParaRPr/>
          </a:p>
          <a:p>
            <a:pPr indent="0" lvl="0" marL="0" rtl="0" algn="l">
              <a:spcBef>
                <a:spcPts val="0"/>
              </a:spcBef>
              <a:spcAft>
                <a:spcPts val="0"/>
              </a:spcAft>
              <a:buNone/>
            </a:pPr>
            <a:r>
              <a:rPr lang="en-US" sz="1200"/>
              <a:t>A central bank supervises many activities at the same time. Commercial banks have reserves, loans, customer accounts, transactions, and approval requests, and those records need to be controlled together. When information is handled separately, it becomes harder to monitor risk, identify suspicious transfers, and make timely decisions. Version 9.00 addresses that problem with a centralized simulator. It is not a real national banking platform; it is a controlled learning environment that demonstrates central-bank supervision through one role-based web interface.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Final_designReport.pdf, pages 2, 4, 6-7</a:t>
            </a:r>
            <a:endParaRPr/>
          </a:p>
          <a:p>
            <a:pPr indent="0" lvl="0" marL="0" rtl="0" algn="l">
              <a:spcBef>
                <a:spcPts val="0"/>
              </a:spcBef>
              <a:spcAft>
                <a:spcPts val="0"/>
              </a:spcAft>
              <a:buNone/>
            </a:pPr>
            <a:r>
              <a:rPr lang="en-US" sz="1200"/>
              <a:t>- Version 9.00 source: CentralBankSystem.java</a:t>
            </a:r>
            <a:endParaRPr/>
          </a:p>
        </p:txBody>
      </p:sp>
      <p:sp>
        <p:nvSpPr>
          <p:cNvPr id="322" name="Google Shape;322;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2" name="Google Shape;332;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Timing: 1:50-2:50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Script:</a:t>
            </a:r>
            <a:endParaRPr/>
          </a:p>
          <a:p>
            <a:pPr indent="0" lvl="0" marL="0" rtl="0" algn="l">
              <a:spcBef>
                <a:spcPts val="0"/>
              </a:spcBef>
              <a:spcAft>
                <a:spcPts val="0"/>
              </a:spcAft>
              <a:buNone/>
            </a:pPr>
            <a:r>
              <a:rPr lang="en-US" sz="1200"/>
              <a:t>The project objective is to design and develop a simulator for managing and monitoring banking operations. The implemented scope is to register and supervise commercial banks, support money-supply and liquidity operations, monitor inter-bank transactions, manage reserves, provide role-based web access, and generate reports about banks and investment risk. The project focuses on the regulatory view: a central authority supervises banks, evaluates risk, approves controlled changes, and keeps records organized.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Final_designReport.pdf, pages 4, 7-8</a:t>
            </a:r>
            <a:endParaRPr/>
          </a:p>
          <a:p>
            <a:pPr indent="0" lvl="0" marL="0" rtl="0" algn="l">
              <a:spcBef>
                <a:spcPts val="0"/>
              </a:spcBef>
              <a:spcAft>
                <a:spcPts val="0"/>
              </a:spcAft>
              <a:buNone/>
            </a:pPr>
            <a:r>
              <a:rPr lang="en-US" sz="1200"/>
              <a:t>- Version 9.00 source: CentralBankSystem.java</a:t>
            </a:r>
            <a:endParaRPr/>
          </a:p>
        </p:txBody>
      </p:sp>
      <p:sp>
        <p:nvSpPr>
          <p:cNvPr id="333" name="Google Shape;333;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5" name="Google Shape;35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Timing: 2:50-3:50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Script:</a:t>
            </a:r>
            <a:endParaRPr/>
          </a:p>
          <a:p>
            <a:pPr indent="0" lvl="0" marL="0" rtl="0" algn="l">
              <a:spcBef>
                <a:spcPts val="0"/>
              </a:spcBef>
              <a:spcAft>
                <a:spcPts val="0"/>
              </a:spcAft>
              <a:buNone/>
            </a:pPr>
            <a:r>
              <a:rPr lang="en-US" sz="1200"/>
              <a:t>Version 9.00 uses three roles: Governor, Administrator, and Commercial Bank. The Governor has the highest authority. The Governor manages administrator accounts and reviews or rejects critical approval requests. The Administrator submits commercial-bank applications and requests for money supply, reserves, and policy changes; the Administrator also decides pending loans. A Commercial Bank applies for loans, transfers funds, updates its profile, and manages its customers and accounts. This exact separation prevents a request from being applied without the Governor's approval where Version 9 requires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Final_designReport.pdf, pages 2, 7, 15, 21-22</a:t>
            </a:r>
            <a:endParaRPr/>
          </a:p>
          <a:p>
            <a:pPr indent="0" lvl="0" marL="0" rtl="0" algn="l">
              <a:spcBef>
                <a:spcPts val="0"/>
              </a:spcBef>
              <a:spcAft>
                <a:spcPts val="0"/>
              </a:spcAft>
              <a:buNone/>
            </a:pPr>
            <a:r>
              <a:rPr lang="en-US" sz="1200"/>
              <a:t>- Version 9.00 source: UserRole.java, AppRouter.java, CentralBankSystem.java</a:t>
            </a:r>
            <a:endParaRPr/>
          </a:p>
        </p:txBody>
      </p:sp>
      <p:sp>
        <p:nvSpPr>
          <p:cNvPr id="356" name="Google Shape;356;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5" name="Google Shape;375;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Timing: 3:50-5:00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Script:</a:t>
            </a:r>
            <a:endParaRPr/>
          </a:p>
          <a:p>
            <a:pPr indent="0" lvl="0" marL="0" rtl="0" algn="l">
              <a:spcBef>
                <a:spcPts val="0"/>
              </a:spcBef>
              <a:spcAft>
                <a:spcPts val="0"/>
              </a:spcAft>
              <a:buNone/>
            </a:pPr>
            <a:r>
              <a:rPr lang="en-US" sz="1200"/>
              <a:t>The implementation covers the main banking workflow. Bank management supports bank applications, editing, suspension and closure requests, and Governor approval. Customer and account functions create and update customers, record deposits, and record withdrawals. Commercial Banks apply for loans; an Administrator decides the loan and, if approved, the system disburses it. The system also records inter-bank transfers, reserve management, money-supply operations, monetary policies, notifications, logs, exchange-rate information, and structured reports. These modules connect day-to-day activity with central supervision.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Final_designReport.pdf, pages 7-8, 12, 28</a:t>
            </a:r>
            <a:endParaRPr/>
          </a:p>
          <a:p>
            <a:pPr indent="0" lvl="0" marL="0" rtl="0" algn="l">
              <a:spcBef>
                <a:spcPts val="0"/>
              </a:spcBef>
              <a:spcAft>
                <a:spcPts val="0"/>
              </a:spcAft>
              <a:buNone/>
            </a:pPr>
            <a:r>
              <a:rPr lang="en-US" sz="1200"/>
              <a:t>- Version 9.00 source: CentralBankSystem.java, ReportService.java</a:t>
            </a:r>
            <a:endParaRPr/>
          </a:p>
        </p:txBody>
      </p:sp>
      <p:sp>
        <p:nvSpPr>
          <p:cNvPr id="376" name="Google Shape;376;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3" name="Google Shape;38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Timing: 5:00-6:10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Script:</a:t>
            </a:r>
            <a:endParaRPr/>
          </a:p>
          <a:p>
            <a:pPr indent="0" lvl="0" marL="0" rtl="0" algn="l">
              <a:spcBef>
                <a:spcPts val="0"/>
              </a:spcBef>
              <a:spcAft>
                <a:spcPts val="0"/>
              </a:spcAft>
              <a:buNone/>
            </a:pPr>
            <a:r>
              <a:rPr lang="en-US" sz="1200"/>
              <a:t>Technically, Version 9.00 is built with Java, HTML, and CSS. CentralBankingSystemApp creates Java's built-in HTTP server, and AppRouter directs GET and POST requests to the appropriate operation. PageRenderer produces the HTML and CSS pages. CentralBankSystem coordinates the banking rules, while LoginManager, RiskAssessment, FraudDetector, ReportService, and FileManager support focused responsibilities. The model classes represent banks, customers, accounts, loans, transactions, reserves, policies, and approvals. CSV files store the project data, rather than a relational database.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Final_designReport.pdf, pages 2, 9, 11-12, 18</a:t>
            </a:r>
            <a:endParaRPr/>
          </a:p>
          <a:p>
            <a:pPr indent="0" lvl="0" marL="0" rtl="0" algn="l">
              <a:spcBef>
                <a:spcPts val="0"/>
              </a:spcBef>
              <a:spcAft>
                <a:spcPts val="0"/>
              </a:spcAft>
              <a:buNone/>
            </a:pPr>
            <a:r>
              <a:rPr lang="en-US" sz="1200"/>
              <a:t>- Version 9.00 source: CentralBankingSystemApp.java, AppRouter.java, PageRenderer.java, FileManager.java</a:t>
            </a:r>
            <a:endParaRPr/>
          </a:p>
        </p:txBody>
      </p:sp>
      <p:sp>
        <p:nvSpPr>
          <p:cNvPr id="384" name="Google Shape;384;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2" name="Google Shape;41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Timing: 6:10-7:25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Script:</a:t>
            </a:r>
            <a:endParaRPr/>
          </a:p>
          <a:p>
            <a:pPr indent="0" lvl="0" marL="0" rtl="0" algn="l">
              <a:spcBef>
                <a:spcPts val="0"/>
              </a:spcBef>
              <a:spcAft>
                <a:spcPts val="0"/>
              </a:spcAft>
              <a:buNone/>
            </a:pPr>
            <a:r>
              <a:rPr lang="en-US" sz="1200"/>
              <a:t>Version 9.00 uses rule-based controls. RiskAssessment calculates a score from reserve ratio, debt ratio, credit rating, previous loan count, requested amount compared with capital, and outstanding loan exposure. It returns LOW, MEDIUM, HIGH, or CRITICAL risk. FraudDetector creates warnings for non-positive amounts, transfers of 500,000 or more, negative sender balance, repeated failed transfers, and repeated transfers of at least 100,000 to the same receiver within one day. When warnings exist, the transfer is flagged, an alert is kept, and the transaction is audited. Approval requests then give the Governor control over the critical administrative changes.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Final_designReport.pdf, pages 5, 8, 12, 28-29</a:t>
            </a:r>
            <a:endParaRPr/>
          </a:p>
          <a:p>
            <a:pPr indent="0" lvl="0" marL="0" rtl="0" algn="l">
              <a:spcBef>
                <a:spcPts val="0"/>
              </a:spcBef>
              <a:spcAft>
                <a:spcPts val="0"/>
              </a:spcAft>
              <a:buNone/>
            </a:pPr>
            <a:r>
              <a:rPr lang="en-US" sz="1200"/>
              <a:t>- Version 9.00 source: src/main/java/central_banking_system/RiskAssessment.java</a:t>
            </a:r>
            <a:endParaRPr/>
          </a:p>
          <a:p>
            <a:pPr indent="0" lvl="0" marL="0" rtl="0" algn="l">
              <a:spcBef>
                <a:spcPts val="0"/>
              </a:spcBef>
              <a:spcAft>
                <a:spcPts val="0"/>
              </a:spcAft>
              <a:buNone/>
            </a:pPr>
            <a:r>
              <a:rPr lang="en-US" sz="1200"/>
              <a:t>- Version 9.00 source: src/main/java/central_banking_system/FraudDetector.java</a:t>
            </a:r>
            <a:endParaRPr/>
          </a:p>
          <a:p>
            <a:pPr indent="0" lvl="0" marL="0" rtl="0" algn="l">
              <a:spcBef>
                <a:spcPts val="0"/>
              </a:spcBef>
              <a:spcAft>
                <a:spcPts val="0"/>
              </a:spcAft>
              <a:buNone/>
            </a:pPr>
            <a:r>
              <a:rPr lang="en-US" sz="1200"/>
              <a:t>- Version 9.00 source: CentralBankSystem.java</a:t>
            </a:r>
            <a:endParaRPr/>
          </a:p>
        </p:txBody>
      </p:sp>
      <p:sp>
        <p:nvSpPr>
          <p:cNvPr id="413" name="Google Shape;413;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7" name="Google Shape;42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Timing: 7:25-8:15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Script:</a:t>
            </a:r>
            <a:endParaRPr/>
          </a:p>
          <a:p>
            <a:pPr indent="0" lvl="0" marL="0" rtl="0" algn="l">
              <a:spcBef>
                <a:spcPts val="0"/>
              </a:spcBef>
              <a:spcAft>
                <a:spcPts val="0"/>
              </a:spcAft>
              <a:buNone/>
            </a:pPr>
            <a:r>
              <a:rPr lang="en-US" sz="1200"/>
              <a:t>The report describes an iterative development approach. The team first selected the topic, wrote the proposal, analyzed requirements, completed background study and UML design, and learned the web application structure. The implementation then progressed through the homepage, role-based login, backend functions, CSV data handling, exchange-rate integration, the Governor role, integration and debugging, UML updates, and final documentation. Building module by module made it easier to test each part before integrating it with the wider system.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Final_designReport.pdf, pages 18-23</a:t>
            </a:r>
            <a:endParaRPr/>
          </a:p>
        </p:txBody>
      </p:sp>
      <p:sp>
        <p:nvSpPr>
          <p:cNvPr id="428" name="Google Shape;428;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0" name="Google Shape;450;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Timing: 8:15-9:15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Script:</a:t>
            </a:r>
            <a:endParaRPr/>
          </a:p>
          <a:p>
            <a:pPr indent="0" lvl="0" marL="0" rtl="0" algn="l">
              <a:spcBef>
                <a:spcPts val="0"/>
              </a:spcBef>
              <a:spcAft>
                <a:spcPts val="0"/>
              </a:spcAft>
              <a:buNone/>
            </a:pPr>
            <a:r>
              <a:rPr lang="en-US" sz="1200"/>
              <a:t>These are interfaces from the completed project. The public home page introduces the system. The Governor, Administrator, and Commercial Bank dashboards each show only the role-specific functions. The source also includes a smoke test that verifies the public page, the three logins, role restrictions, administrator bank applications, Governor review, and the newly approved bank login. In a live demonstration, we would show login, navigation, a bank application, approval review, a loan or transfer, and reporting.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Final_designReport.pdf, pages 23-27</a:t>
            </a:r>
            <a:endParaRPr/>
          </a:p>
          <a:p>
            <a:pPr indent="0" lvl="0" marL="0" rtl="0" algn="l">
              <a:spcBef>
                <a:spcPts val="0"/>
              </a:spcBef>
              <a:spcAft>
                <a:spcPts val="0"/>
              </a:spcAft>
              <a:buNone/>
            </a:pPr>
            <a:r>
              <a:rPr lang="en-US" sz="1200"/>
              <a:t>- Version 9.00 source: PageRenderer.java, SystemSmokeTest.java</a:t>
            </a:r>
            <a:endParaRPr/>
          </a:p>
        </p:txBody>
      </p:sp>
      <p:sp>
        <p:nvSpPr>
          <p:cNvPr id="451" name="Google Shape;451;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8" name="Google Shape;468;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Timing: 9:15-10:00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Script:</a:t>
            </a:r>
            <a:endParaRPr/>
          </a:p>
          <a:p>
            <a:pPr indent="0" lvl="0" marL="0" rtl="0" algn="l">
              <a:spcBef>
                <a:spcPts val="0"/>
              </a:spcBef>
              <a:spcAft>
                <a:spcPts val="0"/>
              </a:spcAft>
              <a:buNone/>
            </a:pPr>
            <a:r>
              <a:rPr lang="en-US" sz="1200"/>
              <a:t>To conclude, Version 9.00 delivers role-based supervision, bank and customer-account operations, loans, transfers, reserves, monetary policy, approval requests, notifications, reports, risk scoring, fraud warnings, and activity logs. It remains a simulator: it uses local CSV storage, simplified risk and fraud rules, and basic local session handling. The report proposes a relational database, stronger security such as multi-factor authentication and encryption, interactive analytical dashboards, machine-learning fraud detection, richer risk analysis, and performance testing with larger datasets. Thank you. We are ready for questions.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Final_designReport.pdf, pages 28-29</a:t>
            </a:r>
            <a:endParaRPr/>
          </a:p>
          <a:p>
            <a:pPr indent="0" lvl="0" marL="0" rtl="0" algn="l">
              <a:spcBef>
                <a:spcPts val="0"/>
              </a:spcBef>
              <a:spcAft>
                <a:spcPts val="0"/>
              </a:spcAft>
              <a:buNone/>
            </a:pPr>
            <a:r>
              <a:rPr lang="en-US" sz="1200"/>
              <a:t>- Version 9.00 source: CentralBankSystem.java</a:t>
            </a:r>
            <a:endParaRPr/>
          </a:p>
        </p:txBody>
      </p:sp>
      <p:sp>
        <p:nvSpPr>
          <p:cNvPr id="469" name="Google Shape;469;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0" name="Google Shape;48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2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13"/>
          <p:cNvSpPr txBox="1"/>
          <p:nvPr>
            <p:ph type="ctrTitle"/>
          </p:nvPr>
        </p:nvSpPr>
        <p:spPr>
          <a:xfrm>
            <a:off x="5969867" y="1428667"/>
            <a:ext cx="5549200" cy="295720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rgbClr val="191919"/>
              </a:buClr>
              <a:buSzPts val="5200"/>
              <a:buFont typeface="Calibri"/>
              <a:buNone/>
              <a:defRPr b="0" i="0" sz="6667" u="none" cap="none" strike="noStrike">
                <a:solidFill>
                  <a:schemeClr val="dk1"/>
                </a:solidFill>
                <a:latin typeface="Calibri"/>
                <a:ea typeface="Calibri"/>
                <a:cs typeface="Calibri"/>
                <a:sym typeface="Calibri"/>
              </a:defRPr>
            </a:lvl1pPr>
            <a:lvl2pPr lvl="1" algn="ctr">
              <a:spcBef>
                <a:spcPts val="0"/>
              </a:spcBef>
              <a:spcAft>
                <a:spcPts val="0"/>
              </a:spcAft>
              <a:buClr>
                <a:srgbClr val="191919"/>
              </a:buClr>
              <a:buSzPts val="5200"/>
              <a:buFont typeface="Arial"/>
              <a:buNone/>
              <a:defRPr sz="6933">
                <a:solidFill>
                  <a:srgbClr val="191919"/>
                </a:solidFill>
              </a:defRPr>
            </a:lvl2pPr>
            <a:lvl3pPr lvl="2" algn="ctr">
              <a:spcBef>
                <a:spcPts val="0"/>
              </a:spcBef>
              <a:spcAft>
                <a:spcPts val="0"/>
              </a:spcAft>
              <a:buClr>
                <a:srgbClr val="191919"/>
              </a:buClr>
              <a:buSzPts val="5200"/>
              <a:buFont typeface="Arial"/>
              <a:buNone/>
              <a:defRPr sz="6933">
                <a:solidFill>
                  <a:srgbClr val="191919"/>
                </a:solidFill>
              </a:defRPr>
            </a:lvl3pPr>
            <a:lvl4pPr lvl="3" algn="ctr">
              <a:spcBef>
                <a:spcPts val="0"/>
              </a:spcBef>
              <a:spcAft>
                <a:spcPts val="0"/>
              </a:spcAft>
              <a:buClr>
                <a:srgbClr val="191919"/>
              </a:buClr>
              <a:buSzPts val="5200"/>
              <a:buFont typeface="Arial"/>
              <a:buNone/>
              <a:defRPr sz="6933">
                <a:solidFill>
                  <a:srgbClr val="191919"/>
                </a:solidFill>
              </a:defRPr>
            </a:lvl4pPr>
            <a:lvl5pPr lvl="4" algn="ctr">
              <a:spcBef>
                <a:spcPts val="0"/>
              </a:spcBef>
              <a:spcAft>
                <a:spcPts val="0"/>
              </a:spcAft>
              <a:buClr>
                <a:srgbClr val="191919"/>
              </a:buClr>
              <a:buSzPts val="5200"/>
              <a:buFont typeface="Arial"/>
              <a:buNone/>
              <a:defRPr sz="6933">
                <a:solidFill>
                  <a:srgbClr val="191919"/>
                </a:solidFill>
              </a:defRPr>
            </a:lvl5pPr>
            <a:lvl6pPr lvl="5" algn="ctr">
              <a:spcBef>
                <a:spcPts val="0"/>
              </a:spcBef>
              <a:spcAft>
                <a:spcPts val="0"/>
              </a:spcAft>
              <a:buClr>
                <a:srgbClr val="191919"/>
              </a:buClr>
              <a:buSzPts val="5200"/>
              <a:buFont typeface="Arial"/>
              <a:buNone/>
              <a:defRPr sz="6933">
                <a:solidFill>
                  <a:srgbClr val="191919"/>
                </a:solidFill>
              </a:defRPr>
            </a:lvl6pPr>
            <a:lvl7pPr lvl="6" algn="ctr">
              <a:spcBef>
                <a:spcPts val="0"/>
              </a:spcBef>
              <a:spcAft>
                <a:spcPts val="0"/>
              </a:spcAft>
              <a:buClr>
                <a:srgbClr val="191919"/>
              </a:buClr>
              <a:buSzPts val="5200"/>
              <a:buFont typeface="Arial"/>
              <a:buNone/>
              <a:defRPr sz="6933">
                <a:solidFill>
                  <a:srgbClr val="191919"/>
                </a:solidFill>
              </a:defRPr>
            </a:lvl7pPr>
            <a:lvl8pPr lvl="7" algn="ctr">
              <a:spcBef>
                <a:spcPts val="0"/>
              </a:spcBef>
              <a:spcAft>
                <a:spcPts val="0"/>
              </a:spcAft>
              <a:buClr>
                <a:srgbClr val="191919"/>
              </a:buClr>
              <a:buSzPts val="5200"/>
              <a:buFont typeface="Arial"/>
              <a:buNone/>
              <a:defRPr sz="6933">
                <a:solidFill>
                  <a:srgbClr val="191919"/>
                </a:solidFill>
              </a:defRPr>
            </a:lvl8pPr>
            <a:lvl9pPr lvl="8" algn="ctr">
              <a:spcBef>
                <a:spcPts val="0"/>
              </a:spcBef>
              <a:spcAft>
                <a:spcPts val="0"/>
              </a:spcAft>
              <a:buClr>
                <a:srgbClr val="191919"/>
              </a:buClr>
              <a:buSzPts val="5200"/>
              <a:buFont typeface="Arial"/>
              <a:buNone/>
              <a:defRPr sz="6933">
                <a:solidFill>
                  <a:srgbClr val="191919"/>
                </a:solidFill>
              </a:defRPr>
            </a:lvl9pPr>
          </a:lstStyle>
          <a:p/>
        </p:txBody>
      </p:sp>
      <p:sp>
        <p:nvSpPr>
          <p:cNvPr id="12" name="Google Shape;12;p13"/>
          <p:cNvSpPr txBox="1"/>
          <p:nvPr>
            <p:ph idx="1" type="subTitle"/>
          </p:nvPr>
        </p:nvSpPr>
        <p:spPr>
          <a:xfrm>
            <a:off x="6156337" y="4600000"/>
            <a:ext cx="4950000" cy="384800"/>
          </a:xfrm>
          <a:prstGeom prst="rect">
            <a:avLst/>
          </a:prstGeom>
          <a:solidFill>
            <a:schemeClr val="accent5"/>
          </a:solid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chemeClr val="dk1"/>
              </a:buClr>
              <a:buSzPts val="1200"/>
              <a:buFont typeface="Calibri"/>
              <a:buNone/>
              <a:defRPr b="0" i="0" sz="1867"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chemeClr val="dk1"/>
              </a:buClr>
              <a:buSzPts val="1800"/>
              <a:buFont typeface="Calibri"/>
              <a:buNone/>
              <a:defRPr b="0" i="0" sz="2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chemeClr val="dk1"/>
              </a:buClr>
              <a:buSzPts val="1800"/>
              <a:buFont typeface="Calibri"/>
              <a:buNone/>
              <a:defRPr b="0" i="0" sz="2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chemeClr val="dk1"/>
              </a:buClr>
              <a:buSzPts val="1800"/>
              <a:buFont typeface="Calibri"/>
              <a:buNone/>
              <a:defRPr b="0" i="0" sz="2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chemeClr val="dk1"/>
              </a:buClr>
              <a:buSzPts val="1800"/>
              <a:buFont typeface="Calibri"/>
              <a:buNone/>
              <a:defRPr b="0" i="0" sz="2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chemeClr val="dk1"/>
              </a:buClr>
              <a:buSzPts val="1800"/>
              <a:buFont typeface="Calibri"/>
              <a:buNone/>
              <a:defRPr b="0" i="0" sz="2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chemeClr val="dk1"/>
              </a:buClr>
              <a:buSzPts val="1800"/>
              <a:buFont typeface="Calibri"/>
              <a:buNone/>
              <a:defRPr b="0" i="0" sz="2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chemeClr val="dk1"/>
              </a:buClr>
              <a:buSzPts val="1800"/>
              <a:buFont typeface="Calibri"/>
              <a:buNone/>
              <a:defRPr b="0" i="0" sz="2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chemeClr val="dk1"/>
              </a:buClr>
              <a:buSzPts val="1800"/>
              <a:buFont typeface="Calibri"/>
              <a:buNone/>
              <a:defRPr b="0" i="0" sz="2400" u="none" cap="none" strike="noStrike">
                <a:solidFill>
                  <a:schemeClr val="dk1"/>
                </a:solidFill>
                <a:latin typeface="Calibri"/>
                <a:ea typeface="Calibri"/>
                <a:cs typeface="Calibri"/>
                <a:sym typeface="Calibri"/>
              </a:defRPr>
            </a:lvl9pPr>
          </a:lstStyle>
          <a:p/>
        </p:txBody>
      </p:sp>
      <p:sp>
        <p:nvSpPr>
          <p:cNvPr id="13" name="Google Shape;13;p13"/>
          <p:cNvSpPr/>
          <p:nvPr/>
        </p:nvSpPr>
        <p:spPr>
          <a:xfrm>
            <a:off x="0" y="6548033"/>
            <a:ext cx="12192000" cy="310000"/>
          </a:xfrm>
          <a:prstGeom prst="rect">
            <a:avLst/>
          </a:prstGeom>
          <a:solidFill>
            <a:schemeClr val="dk2"/>
          </a:solidFill>
          <a:ln>
            <a:noFill/>
          </a:ln>
        </p:spPr>
        <p:txBody>
          <a:bodyPr anchorCtr="0" anchor="ctr" bIns="121900" lIns="121900" spcFirstLastPara="1" rIns="121900" wrap="square" tIns="121900">
            <a:noAutofit/>
          </a:bodyPr>
          <a:lstStyle/>
          <a:p>
            <a:pPr indent="0" lvl="0" marL="0" marR="0" rtl="0" algn="ctr">
              <a:spcBef>
                <a:spcPts val="0"/>
              </a:spcBef>
              <a:spcAft>
                <a:spcPts val="0"/>
              </a:spcAft>
              <a:buClr>
                <a:schemeClr val="dk1"/>
              </a:buClr>
              <a:buSzPts val="2400"/>
              <a:buFont typeface="Calibri"/>
              <a:buNone/>
            </a:pPr>
            <a:r>
              <a:t/>
            </a:r>
            <a:endParaRPr sz="2400">
              <a:solidFill>
                <a:schemeClr val="dk1"/>
              </a:solidFill>
              <a:latin typeface="Inter"/>
              <a:ea typeface="Inter"/>
              <a:cs typeface="Inter"/>
              <a:sym typeface="Inter"/>
            </a:endParaRPr>
          </a:p>
        </p:txBody>
      </p:sp>
      <p:grpSp>
        <p:nvGrpSpPr>
          <p:cNvPr id="14" name="Google Shape;14;p13"/>
          <p:cNvGrpSpPr/>
          <p:nvPr/>
        </p:nvGrpSpPr>
        <p:grpSpPr>
          <a:xfrm>
            <a:off x="-6" y="-860158"/>
            <a:ext cx="2339750" cy="7727493"/>
            <a:chOff x="-4" y="-645119"/>
            <a:chExt cx="1754813" cy="5795620"/>
          </a:xfrm>
        </p:grpSpPr>
        <p:grpSp>
          <p:nvGrpSpPr>
            <p:cNvPr id="15" name="Google Shape;15;p13"/>
            <p:cNvGrpSpPr/>
            <p:nvPr/>
          </p:nvGrpSpPr>
          <p:grpSpPr>
            <a:xfrm>
              <a:off x="292641" y="-200"/>
              <a:ext cx="1462167" cy="5150701"/>
              <a:chOff x="1387483" y="0"/>
              <a:chExt cx="1462167" cy="5143500"/>
            </a:xfrm>
          </p:grpSpPr>
          <p:cxnSp>
            <p:nvCxnSpPr>
              <p:cNvPr id="16" name="Google Shape;16;p13"/>
              <p:cNvCxnSpPr/>
              <p:nvPr/>
            </p:nvCxnSpPr>
            <p:spPr>
              <a:xfrm>
                <a:off x="1387483"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17" name="Google Shape;17;p13"/>
              <p:cNvCxnSpPr/>
              <p:nvPr/>
            </p:nvCxnSpPr>
            <p:spPr>
              <a:xfrm>
                <a:off x="1972350"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18" name="Google Shape;18;p13"/>
              <p:cNvCxnSpPr/>
              <p:nvPr/>
            </p:nvCxnSpPr>
            <p:spPr>
              <a:xfrm>
                <a:off x="1679917"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19" name="Google Shape;19;p13"/>
              <p:cNvCxnSpPr/>
              <p:nvPr/>
            </p:nvCxnSpPr>
            <p:spPr>
              <a:xfrm>
                <a:off x="2264783"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20" name="Google Shape;20;p13"/>
              <p:cNvCxnSpPr/>
              <p:nvPr/>
            </p:nvCxnSpPr>
            <p:spPr>
              <a:xfrm>
                <a:off x="2557217"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21" name="Google Shape;21;p13"/>
              <p:cNvCxnSpPr/>
              <p:nvPr/>
            </p:nvCxnSpPr>
            <p:spPr>
              <a:xfrm>
                <a:off x="2849650" y="0"/>
                <a:ext cx="0" cy="5143500"/>
              </a:xfrm>
              <a:prstGeom prst="straightConnector1">
                <a:avLst/>
              </a:prstGeom>
              <a:noFill/>
              <a:ln cap="flat" cmpd="sng" w="9525">
                <a:solidFill>
                  <a:schemeClr val="accent5"/>
                </a:solidFill>
                <a:prstDash val="solid"/>
                <a:round/>
                <a:headEnd len="sm" w="sm" type="none"/>
                <a:tailEnd len="sm" w="sm" type="none"/>
              </a:ln>
            </p:spPr>
          </p:cxnSp>
        </p:grpSp>
        <p:grpSp>
          <p:nvGrpSpPr>
            <p:cNvPr id="22" name="Google Shape;22;p13"/>
            <p:cNvGrpSpPr/>
            <p:nvPr/>
          </p:nvGrpSpPr>
          <p:grpSpPr>
            <a:xfrm>
              <a:off x="-4" y="-645119"/>
              <a:ext cx="1754448" cy="5556144"/>
              <a:chOff x="-4" y="-645119"/>
              <a:chExt cx="1754448" cy="5556144"/>
            </a:xfrm>
          </p:grpSpPr>
          <p:grpSp>
            <p:nvGrpSpPr>
              <p:cNvPr id="23" name="Google Shape;23;p13"/>
              <p:cNvGrpSpPr/>
              <p:nvPr/>
            </p:nvGrpSpPr>
            <p:grpSpPr>
              <a:xfrm rot="-5400000">
                <a:off x="-146297" y="670807"/>
                <a:ext cx="2047033" cy="1754448"/>
                <a:chOff x="217750" y="0"/>
                <a:chExt cx="2047033" cy="5143500"/>
              </a:xfrm>
            </p:grpSpPr>
            <p:cxnSp>
              <p:nvCxnSpPr>
                <p:cNvPr id="24" name="Google Shape;24;p13"/>
                <p:cNvCxnSpPr/>
                <p:nvPr/>
              </p:nvCxnSpPr>
              <p:spPr>
                <a:xfrm>
                  <a:off x="217750"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25" name="Google Shape;25;p13"/>
                <p:cNvCxnSpPr/>
                <p:nvPr/>
              </p:nvCxnSpPr>
              <p:spPr>
                <a:xfrm>
                  <a:off x="510183"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26" name="Google Shape;26;p13"/>
                <p:cNvCxnSpPr/>
                <p:nvPr/>
              </p:nvCxnSpPr>
              <p:spPr>
                <a:xfrm>
                  <a:off x="802617"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27" name="Google Shape;27;p13"/>
                <p:cNvCxnSpPr/>
                <p:nvPr/>
              </p:nvCxnSpPr>
              <p:spPr>
                <a:xfrm>
                  <a:off x="1095050"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28" name="Google Shape;28;p13"/>
                <p:cNvCxnSpPr/>
                <p:nvPr/>
              </p:nvCxnSpPr>
              <p:spPr>
                <a:xfrm>
                  <a:off x="1387483"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29" name="Google Shape;29;p13"/>
                <p:cNvCxnSpPr/>
                <p:nvPr/>
              </p:nvCxnSpPr>
              <p:spPr>
                <a:xfrm>
                  <a:off x="1972350"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30" name="Google Shape;30;p13"/>
                <p:cNvCxnSpPr/>
                <p:nvPr/>
              </p:nvCxnSpPr>
              <p:spPr>
                <a:xfrm>
                  <a:off x="1679917"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31" name="Google Shape;31;p13"/>
                <p:cNvCxnSpPr/>
                <p:nvPr/>
              </p:nvCxnSpPr>
              <p:spPr>
                <a:xfrm>
                  <a:off x="2264783" y="0"/>
                  <a:ext cx="0" cy="5143500"/>
                </a:xfrm>
                <a:prstGeom prst="straightConnector1">
                  <a:avLst/>
                </a:prstGeom>
                <a:noFill/>
                <a:ln cap="flat" cmpd="sng" w="9525">
                  <a:solidFill>
                    <a:schemeClr val="accent5"/>
                  </a:solidFill>
                  <a:prstDash val="solid"/>
                  <a:round/>
                  <a:headEnd len="sm" w="sm" type="none"/>
                  <a:tailEnd len="sm" w="sm" type="none"/>
                </a:ln>
              </p:spPr>
            </p:cxnSp>
          </p:grpSp>
          <p:grpSp>
            <p:nvGrpSpPr>
              <p:cNvPr id="32" name="Google Shape;32;p13"/>
              <p:cNvGrpSpPr/>
              <p:nvPr/>
            </p:nvGrpSpPr>
            <p:grpSpPr>
              <a:xfrm rot="-5400000">
                <a:off x="-146297" y="3010285"/>
                <a:ext cx="2047033" cy="1754448"/>
                <a:chOff x="217750" y="0"/>
                <a:chExt cx="2047033" cy="5143500"/>
              </a:xfrm>
            </p:grpSpPr>
            <p:cxnSp>
              <p:nvCxnSpPr>
                <p:cNvPr id="33" name="Google Shape;33;p13"/>
                <p:cNvCxnSpPr/>
                <p:nvPr/>
              </p:nvCxnSpPr>
              <p:spPr>
                <a:xfrm>
                  <a:off x="217750"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34" name="Google Shape;34;p13"/>
                <p:cNvCxnSpPr/>
                <p:nvPr/>
              </p:nvCxnSpPr>
              <p:spPr>
                <a:xfrm>
                  <a:off x="510183"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35" name="Google Shape;35;p13"/>
                <p:cNvCxnSpPr/>
                <p:nvPr/>
              </p:nvCxnSpPr>
              <p:spPr>
                <a:xfrm>
                  <a:off x="802617"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36" name="Google Shape;36;p13"/>
                <p:cNvCxnSpPr/>
                <p:nvPr/>
              </p:nvCxnSpPr>
              <p:spPr>
                <a:xfrm>
                  <a:off x="1095050"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37" name="Google Shape;37;p13"/>
                <p:cNvCxnSpPr/>
                <p:nvPr/>
              </p:nvCxnSpPr>
              <p:spPr>
                <a:xfrm>
                  <a:off x="1387483"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38" name="Google Shape;38;p13"/>
                <p:cNvCxnSpPr/>
                <p:nvPr/>
              </p:nvCxnSpPr>
              <p:spPr>
                <a:xfrm>
                  <a:off x="1972350"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39" name="Google Shape;39;p13"/>
                <p:cNvCxnSpPr/>
                <p:nvPr/>
              </p:nvCxnSpPr>
              <p:spPr>
                <a:xfrm>
                  <a:off x="1679917"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40" name="Google Shape;40;p13"/>
                <p:cNvCxnSpPr/>
                <p:nvPr/>
              </p:nvCxnSpPr>
              <p:spPr>
                <a:xfrm>
                  <a:off x="2264783" y="0"/>
                  <a:ext cx="0" cy="5143500"/>
                </a:xfrm>
                <a:prstGeom prst="straightConnector1">
                  <a:avLst/>
                </a:prstGeom>
                <a:noFill/>
                <a:ln cap="flat" cmpd="sng" w="9525">
                  <a:solidFill>
                    <a:schemeClr val="accent5"/>
                  </a:solidFill>
                  <a:prstDash val="solid"/>
                  <a:round/>
                  <a:headEnd len="sm" w="sm" type="none"/>
                  <a:tailEnd len="sm" w="sm" type="none"/>
                </a:ln>
              </p:spPr>
            </p:cxnSp>
          </p:grpSp>
          <p:cxnSp>
            <p:nvCxnSpPr>
              <p:cNvPr id="41" name="Google Shape;41;p13"/>
              <p:cNvCxnSpPr/>
              <p:nvPr/>
            </p:nvCxnSpPr>
            <p:spPr>
              <a:xfrm rot="10800000">
                <a:off x="877196" y="-645119"/>
                <a:ext cx="0" cy="1754400"/>
              </a:xfrm>
              <a:prstGeom prst="straightConnector1">
                <a:avLst/>
              </a:prstGeom>
              <a:noFill/>
              <a:ln cap="flat" cmpd="sng" w="9525">
                <a:solidFill>
                  <a:schemeClr val="accent5"/>
                </a:solidFill>
                <a:prstDash val="solid"/>
                <a:round/>
                <a:headEnd len="sm" w="sm" type="none"/>
                <a:tailEnd len="sm" w="sm" type="none"/>
              </a:ln>
            </p:spPr>
          </p:cxn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2" name="Shape 42"/>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15"/>
          <p:cNvSpPr txBox="1"/>
          <p:nvPr>
            <p:ph type="title"/>
          </p:nvPr>
        </p:nvSpPr>
        <p:spPr>
          <a:xfrm>
            <a:off x="960000" y="593367"/>
            <a:ext cx="10272000" cy="76360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3500"/>
              <a:buFont typeface="Calibri"/>
              <a:buNone/>
              <a:defRPr b="0" i="0" sz="4400" u="none" cap="none" strike="noStrike">
                <a:solidFill>
                  <a:schemeClr val="dk1"/>
                </a:solidFill>
                <a:latin typeface="Calibri"/>
                <a:ea typeface="Calibri"/>
                <a:cs typeface="Calibri"/>
                <a:sym typeface="Calibri"/>
              </a:defRPr>
            </a:lvl1pPr>
            <a:lvl2pPr lvl="1" rtl="0">
              <a:spcBef>
                <a:spcPts val="0"/>
              </a:spcBef>
              <a:spcAft>
                <a:spcPts val="0"/>
              </a:spcAft>
              <a:buSzPts val="3500"/>
              <a:buFont typeface="Arial"/>
              <a:buNone/>
              <a:defRPr sz="1800"/>
            </a:lvl2pPr>
            <a:lvl3pPr lvl="2" rtl="0">
              <a:spcBef>
                <a:spcPts val="0"/>
              </a:spcBef>
              <a:spcAft>
                <a:spcPts val="0"/>
              </a:spcAft>
              <a:buSzPts val="3500"/>
              <a:buFont typeface="Arial"/>
              <a:buNone/>
              <a:defRPr sz="1800"/>
            </a:lvl3pPr>
            <a:lvl4pPr lvl="3" rtl="0">
              <a:spcBef>
                <a:spcPts val="0"/>
              </a:spcBef>
              <a:spcAft>
                <a:spcPts val="0"/>
              </a:spcAft>
              <a:buSzPts val="3500"/>
              <a:buFont typeface="Arial"/>
              <a:buNone/>
              <a:defRPr sz="1800"/>
            </a:lvl4pPr>
            <a:lvl5pPr lvl="4" rtl="0">
              <a:spcBef>
                <a:spcPts val="0"/>
              </a:spcBef>
              <a:spcAft>
                <a:spcPts val="0"/>
              </a:spcAft>
              <a:buSzPts val="3500"/>
              <a:buFont typeface="Arial"/>
              <a:buNone/>
              <a:defRPr sz="1800"/>
            </a:lvl5pPr>
            <a:lvl6pPr lvl="5" rtl="0">
              <a:spcBef>
                <a:spcPts val="0"/>
              </a:spcBef>
              <a:spcAft>
                <a:spcPts val="0"/>
              </a:spcAft>
              <a:buSzPts val="3500"/>
              <a:buFont typeface="Arial"/>
              <a:buNone/>
              <a:defRPr sz="1800"/>
            </a:lvl6pPr>
            <a:lvl7pPr lvl="6" rtl="0">
              <a:spcBef>
                <a:spcPts val="0"/>
              </a:spcBef>
              <a:spcAft>
                <a:spcPts val="0"/>
              </a:spcAft>
              <a:buSzPts val="3500"/>
              <a:buFont typeface="Arial"/>
              <a:buNone/>
              <a:defRPr sz="1800"/>
            </a:lvl7pPr>
            <a:lvl8pPr lvl="7" rtl="0">
              <a:spcBef>
                <a:spcPts val="0"/>
              </a:spcBef>
              <a:spcAft>
                <a:spcPts val="0"/>
              </a:spcAft>
              <a:buSzPts val="3500"/>
              <a:buFont typeface="Arial"/>
              <a:buNone/>
              <a:defRPr sz="1800"/>
            </a:lvl8pPr>
            <a:lvl9pPr lvl="8" rtl="0">
              <a:spcBef>
                <a:spcPts val="0"/>
              </a:spcBef>
              <a:spcAft>
                <a:spcPts val="0"/>
              </a:spcAft>
              <a:buSzPts val="3500"/>
              <a:buFont typeface="Arial"/>
              <a:buNone/>
              <a:defRPr sz="1800"/>
            </a:lvl9pPr>
          </a:lstStyle>
          <a:p/>
        </p:txBody>
      </p:sp>
      <p:sp>
        <p:nvSpPr>
          <p:cNvPr id="45" name="Google Shape;45;p15"/>
          <p:cNvSpPr/>
          <p:nvPr/>
        </p:nvSpPr>
        <p:spPr>
          <a:xfrm>
            <a:off x="0" y="6548033"/>
            <a:ext cx="12192000" cy="310000"/>
          </a:xfrm>
          <a:prstGeom prst="rect">
            <a:avLst/>
          </a:prstGeom>
          <a:solidFill>
            <a:schemeClr val="dk2"/>
          </a:solidFill>
          <a:ln>
            <a:noFill/>
          </a:ln>
        </p:spPr>
        <p:txBody>
          <a:bodyPr anchorCtr="0" anchor="ctr" bIns="121900" lIns="121900" spcFirstLastPara="1" rIns="121900" wrap="square" tIns="121900">
            <a:noAutofit/>
          </a:bodyPr>
          <a:lstStyle/>
          <a:p>
            <a:pPr indent="0" lvl="0" marL="0" marR="0" rtl="0" algn="ctr">
              <a:spcBef>
                <a:spcPts val="0"/>
              </a:spcBef>
              <a:spcAft>
                <a:spcPts val="0"/>
              </a:spcAft>
              <a:buClr>
                <a:schemeClr val="dk1"/>
              </a:buClr>
              <a:buSzPts val="2400"/>
              <a:buFont typeface="Calibri"/>
              <a:buNone/>
            </a:pPr>
            <a:r>
              <a:t/>
            </a:r>
            <a:endParaRPr sz="2400">
              <a:solidFill>
                <a:schemeClr val="dk1"/>
              </a:solidFill>
              <a:latin typeface="Inter"/>
              <a:ea typeface="Inter"/>
              <a:cs typeface="Inter"/>
              <a:sym typeface="Inter"/>
            </a:endParaRPr>
          </a:p>
        </p:txBody>
      </p:sp>
      <p:grpSp>
        <p:nvGrpSpPr>
          <p:cNvPr id="46" name="Google Shape;46;p15"/>
          <p:cNvGrpSpPr/>
          <p:nvPr/>
        </p:nvGrpSpPr>
        <p:grpSpPr>
          <a:xfrm>
            <a:off x="34" y="6158067"/>
            <a:ext cx="12192839" cy="709803"/>
            <a:chOff x="25" y="4618550"/>
            <a:chExt cx="9144629" cy="532352"/>
          </a:xfrm>
        </p:grpSpPr>
        <p:grpSp>
          <p:nvGrpSpPr>
            <p:cNvPr id="47" name="Google Shape;47;p15"/>
            <p:cNvGrpSpPr/>
            <p:nvPr/>
          </p:nvGrpSpPr>
          <p:grpSpPr>
            <a:xfrm rot="-5400000">
              <a:off x="4426108" y="192467"/>
              <a:ext cx="292463" cy="9144629"/>
              <a:chOff x="217750" y="0"/>
              <a:chExt cx="292433" cy="5143500"/>
            </a:xfrm>
          </p:grpSpPr>
          <p:cxnSp>
            <p:nvCxnSpPr>
              <p:cNvPr id="48" name="Google Shape;48;p15"/>
              <p:cNvCxnSpPr/>
              <p:nvPr/>
            </p:nvCxnSpPr>
            <p:spPr>
              <a:xfrm>
                <a:off x="217750"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49" name="Google Shape;49;p15"/>
              <p:cNvCxnSpPr/>
              <p:nvPr/>
            </p:nvCxnSpPr>
            <p:spPr>
              <a:xfrm>
                <a:off x="510183" y="0"/>
                <a:ext cx="0" cy="5143500"/>
              </a:xfrm>
              <a:prstGeom prst="straightConnector1">
                <a:avLst/>
              </a:prstGeom>
              <a:noFill/>
              <a:ln cap="flat" cmpd="sng" w="9525">
                <a:solidFill>
                  <a:schemeClr val="accent5"/>
                </a:solidFill>
                <a:prstDash val="solid"/>
                <a:round/>
                <a:headEnd len="sm" w="sm" type="none"/>
                <a:tailEnd len="sm" w="sm" type="none"/>
              </a:ln>
            </p:spPr>
          </p:cxnSp>
        </p:grpSp>
        <p:grpSp>
          <p:nvGrpSpPr>
            <p:cNvPr id="50" name="Google Shape;50;p15"/>
            <p:cNvGrpSpPr/>
            <p:nvPr/>
          </p:nvGrpSpPr>
          <p:grpSpPr>
            <a:xfrm>
              <a:off x="292691" y="4618550"/>
              <a:ext cx="2924317" cy="532352"/>
              <a:chOff x="292691" y="4618550"/>
              <a:chExt cx="2924317" cy="532352"/>
            </a:xfrm>
          </p:grpSpPr>
          <p:grpSp>
            <p:nvGrpSpPr>
              <p:cNvPr id="51" name="Google Shape;51;p15"/>
              <p:cNvGrpSpPr/>
              <p:nvPr/>
            </p:nvGrpSpPr>
            <p:grpSpPr>
              <a:xfrm>
                <a:off x="292691" y="4618550"/>
                <a:ext cx="1169734" cy="532352"/>
                <a:chOff x="1387483" y="0"/>
                <a:chExt cx="1169734" cy="5143500"/>
              </a:xfrm>
            </p:grpSpPr>
            <p:cxnSp>
              <p:nvCxnSpPr>
                <p:cNvPr id="52" name="Google Shape;52;p15"/>
                <p:cNvCxnSpPr/>
                <p:nvPr/>
              </p:nvCxnSpPr>
              <p:spPr>
                <a:xfrm>
                  <a:off x="1387483"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53" name="Google Shape;53;p15"/>
                <p:cNvCxnSpPr/>
                <p:nvPr/>
              </p:nvCxnSpPr>
              <p:spPr>
                <a:xfrm>
                  <a:off x="1972350"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54" name="Google Shape;54;p15"/>
                <p:cNvCxnSpPr/>
                <p:nvPr/>
              </p:nvCxnSpPr>
              <p:spPr>
                <a:xfrm>
                  <a:off x="1679917"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55" name="Google Shape;55;p15"/>
                <p:cNvCxnSpPr/>
                <p:nvPr/>
              </p:nvCxnSpPr>
              <p:spPr>
                <a:xfrm>
                  <a:off x="2264783"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56" name="Google Shape;56;p15"/>
                <p:cNvCxnSpPr/>
                <p:nvPr/>
              </p:nvCxnSpPr>
              <p:spPr>
                <a:xfrm>
                  <a:off x="2557217" y="0"/>
                  <a:ext cx="0" cy="5143500"/>
                </a:xfrm>
                <a:prstGeom prst="straightConnector1">
                  <a:avLst/>
                </a:prstGeom>
                <a:noFill/>
                <a:ln cap="flat" cmpd="sng" w="9525">
                  <a:solidFill>
                    <a:schemeClr val="accent5"/>
                  </a:solidFill>
                  <a:prstDash val="solid"/>
                  <a:round/>
                  <a:headEnd len="sm" w="sm" type="none"/>
                  <a:tailEnd len="sm" w="sm" type="none"/>
                </a:ln>
              </p:spPr>
            </p:cxnSp>
          </p:grpSp>
          <p:grpSp>
            <p:nvGrpSpPr>
              <p:cNvPr id="57" name="Google Shape;57;p15"/>
              <p:cNvGrpSpPr/>
              <p:nvPr/>
            </p:nvGrpSpPr>
            <p:grpSpPr>
              <a:xfrm>
                <a:off x="1754841" y="4618550"/>
                <a:ext cx="1462167" cy="532352"/>
                <a:chOff x="1387483" y="0"/>
                <a:chExt cx="1462167" cy="5143500"/>
              </a:xfrm>
            </p:grpSpPr>
            <p:cxnSp>
              <p:nvCxnSpPr>
                <p:cNvPr id="58" name="Google Shape;58;p15"/>
                <p:cNvCxnSpPr/>
                <p:nvPr/>
              </p:nvCxnSpPr>
              <p:spPr>
                <a:xfrm>
                  <a:off x="1387483"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59" name="Google Shape;59;p15"/>
                <p:cNvCxnSpPr/>
                <p:nvPr/>
              </p:nvCxnSpPr>
              <p:spPr>
                <a:xfrm>
                  <a:off x="1972350"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60" name="Google Shape;60;p15"/>
                <p:cNvCxnSpPr/>
                <p:nvPr/>
              </p:nvCxnSpPr>
              <p:spPr>
                <a:xfrm>
                  <a:off x="1679917"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61" name="Google Shape;61;p15"/>
                <p:cNvCxnSpPr/>
                <p:nvPr/>
              </p:nvCxnSpPr>
              <p:spPr>
                <a:xfrm>
                  <a:off x="2264783"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62" name="Google Shape;62;p15"/>
                <p:cNvCxnSpPr/>
                <p:nvPr/>
              </p:nvCxnSpPr>
              <p:spPr>
                <a:xfrm>
                  <a:off x="2557217"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63" name="Google Shape;63;p15"/>
                <p:cNvCxnSpPr/>
                <p:nvPr/>
              </p:nvCxnSpPr>
              <p:spPr>
                <a:xfrm>
                  <a:off x="2849650" y="0"/>
                  <a:ext cx="0" cy="5143500"/>
                </a:xfrm>
                <a:prstGeom prst="straightConnector1">
                  <a:avLst/>
                </a:prstGeom>
                <a:noFill/>
                <a:ln cap="flat" cmpd="sng" w="9525">
                  <a:solidFill>
                    <a:schemeClr val="accent5"/>
                  </a:solidFill>
                  <a:prstDash val="solid"/>
                  <a:round/>
                  <a:headEnd len="sm" w="sm" type="none"/>
                  <a:tailEnd len="sm" w="sm" type="none"/>
                </a:ln>
              </p:spPr>
            </p:cxnSp>
          </p:grpSp>
        </p:grpSp>
        <p:grpSp>
          <p:nvGrpSpPr>
            <p:cNvPr id="64" name="Google Shape;64;p15"/>
            <p:cNvGrpSpPr/>
            <p:nvPr/>
          </p:nvGrpSpPr>
          <p:grpSpPr>
            <a:xfrm>
              <a:off x="3509424" y="4618550"/>
              <a:ext cx="2631884" cy="532352"/>
              <a:chOff x="585124" y="4618550"/>
              <a:chExt cx="2631884" cy="532352"/>
            </a:xfrm>
          </p:grpSpPr>
          <p:grpSp>
            <p:nvGrpSpPr>
              <p:cNvPr id="65" name="Google Shape;65;p15"/>
              <p:cNvGrpSpPr/>
              <p:nvPr/>
            </p:nvGrpSpPr>
            <p:grpSpPr>
              <a:xfrm>
                <a:off x="585124" y="4618550"/>
                <a:ext cx="877300" cy="532352"/>
                <a:chOff x="1679917" y="0"/>
                <a:chExt cx="877300" cy="5143500"/>
              </a:xfrm>
            </p:grpSpPr>
            <p:cxnSp>
              <p:nvCxnSpPr>
                <p:cNvPr id="66" name="Google Shape;66;p15"/>
                <p:cNvCxnSpPr/>
                <p:nvPr/>
              </p:nvCxnSpPr>
              <p:spPr>
                <a:xfrm>
                  <a:off x="1972350"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67" name="Google Shape;67;p15"/>
                <p:cNvCxnSpPr/>
                <p:nvPr/>
              </p:nvCxnSpPr>
              <p:spPr>
                <a:xfrm>
                  <a:off x="1679917"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68" name="Google Shape;68;p15"/>
                <p:cNvCxnSpPr/>
                <p:nvPr/>
              </p:nvCxnSpPr>
              <p:spPr>
                <a:xfrm>
                  <a:off x="2264783"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69" name="Google Shape;69;p15"/>
                <p:cNvCxnSpPr/>
                <p:nvPr/>
              </p:nvCxnSpPr>
              <p:spPr>
                <a:xfrm>
                  <a:off x="2557217" y="0"/>
                  <a:ext cx="0" cy="5143500"/>
                </a:xfrm>
                <a:prstGeom prst="straightConnector1">
                  <a:avLst/>
                </a:prstGeom>
                <a:noFill/>
                <a:ln cap="flat" cmpd="sng" w="9525">
                  <a:solidFill>
                    <a:schemeClr val="accent5"/>
                  </a:solidFill>
                  <a:prstDash val="solid"/>
                  <a:round/>
                  <a:headEnd len="sm" w="sm" type="none"/>
                  <a:tailEnd len="sm" w="sm" type="none"/>
                </a:ln>
              </p:spPr>
            </p:cxnSp>
          </p:grpSp>
          <p:grpSp>
            <p:nvGrpSpPr>
              <p:cNvPr id="70" name="Google Shape;70;p15"/>
              <p:cNvGrpSpPr/>
              <p:nvPr/>
            </p:nvGrpSpPr>
            <p:grpSpPr>
              <a:xfrm>
                <a:off x="1754841" y="4618550"/>
                <a:ext cx="1462167" cy="532352"/>
                <a:chOff x="1387483" y="0"/>
                <a:chExt cx="1462167" cy="5143500"/>
              </a:xfrm>
            </p:grpSpPr>
            <p:cxnSp>
              <p:nvCxnSpPr>
                <p:cNvPr id="71" name="Google Shape;71;p15"/>
                <p:cNvCxnSpPr/>
                <p:nvPr/>
              </p:nvCxnSpPr>
              <p:spPr>
                <a:xfrm>
                  <a:off x="1387483"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72" name="Google Shape;72;p15"/>
                <p:cNvCxnSpPr/>
                <p:nvPr/>
              </p:nvCxnSpPr>
              <p:spPr>
                <a:xfrm>
                  <a:off x="1972350"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73" name="Google Shape;73;p15"/>
                <p:cNvCxnSpPr/>
                <p:nvPr/>
              </p:nvCxnSpPr>
              <p:spPr>
                <a:xfrm>
                  <a:off x="1679917"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74" name="Google Shape;74;p15"/>
                <p:cNvCxnSpPr/>
                <p:nvPr/>
              </p:nvCxnSpPr>
              <p:spPr>
                <a:xfrm>
                  <a:off x="2264783"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75" name="Google Shape;75;p15"/>
                <p:cNvCxnSpPr/>
                <p:nvPr/>
              </p:nvCxnSpPr>
              <p:spPr>
                <a:xfrm>
                  <a:off x="2557217"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76" name="Google Shape;76;p15"/>
                <p:cNvCxnSpPr/>
                <p:nvPr/>
              </p:nvCxnSpPr>
              <p:spPr>
                <a:xfrm>
                  <a:off x="2849650" y="0"/>
                  <a:ext cx="0" cy="5143500"/>
                </a:xfrm>
                <a:prstGeom prst="straightConnector1">
                  <a:avLst/>
                </a:prstGeom>
                <a:noFill/>
                <a:ln cap="flat" cmpd="sng" w="9525">
                  <a:solidFill>
                    <a:schemeClr val="accent5"/>
                  </a:solidFill>
                  <a:prstDash val="solid"/>
                  <a:round/>
                  <a:headEnd len="sm" w="sm" type="none"/>
                  <a:tailEnd len="sm" w="sm" type="none"/>
                </a:ln>
              </p:spPr>
            </p:cxnSp>
          </p:grpSp>
        </p:grpSp>
        <p:grpSp>
          <p:nvGrpSpPr>
            <p:cNvPr id="77" name="Google Shape;77;p15"/>
            <p:cNvGrpSpPr/>
            <p:nvPr/>
          </p:nvGrpSpPr>
          <p:grpSpPr>
            <a:xfrm>
              <a:off x="6433732" y="4618550"/>
              <a:ext cx="2339451" cy="532352"/>
              <a:chOff x="877557" y="4618550"/>
              <a:chExt cx="2339451" cy="532352"/>
            </a:xfrm>
          </p:grpSpPr>
          <p:grpSp>
            <p:nvGrpSpPr>
              <p:cNvPr id="78" name="Google Shape;78;p15"/>
              <p:cNvGrpSpPr/>
              <p:nvPr/>
            </p:nvGrpSpPr>
            <p:grpSpPr>
              <a:xfrm>
                <a:off x="877557" y="4618550"/>
                <a:ext cx="584867" cy="532352"/>
                <a:chOff x="1972350" y="0"/>
                <a:chExt cx="584867" cy="5143500"/>
              </a:xfrm>
            </p:grpSpPr>
            <p:cxnSp>
              <p:nvCxnSpPr>
                <p:cNvPr id="79" name="Google Shape;79;p15"/>
                <p:cNvCxnSpPr/>
                <p:nvPr/>
              </p:nvCxnSpPr>
              <p:spPr>
                <a:xfrm>
                  <a:off x="1972350"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80" name="Google Shape;80;p15"/>
                <p:cNvCxnSpPr/>
                <p:nvPr/>
              </p:nvCxnSpPr>
              <p:spPr>
                <a:xfrm>
                  <a:off x="2264783"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81" name="Google Shape;81;p15"/>
                <p:cNvCxnSpPr/>
                <p:nvPr/>
              </p:nvCxnSpPr>
              <p:spPr>
                <a:xfrm>
                  <a:off x="2557217" y="0"/>
                  <a:ext cx="0" cy="5143500"/>
                </a:xfrm>
                <a:prstGeom prst="straightConnector1">
                  <a:avLst/>
                </a:prstGeom>
                <a:noFill/>
                <a:ln cap="flat" cmpd="sng" w="9525">
                  <a:solidFill>
                    <a:schemeClr val="accent5"/>
                  </a:solidFill>
                  <a:prstDash val="solid"/>
                  <a:round/>
                  <a:headEnd len="sm" w="sm" type="none"/>
                  <a:tailEnd len="sm" w="sm" type="none"/>
                </a:ln>
              </p:spPr>
            </p:cxnSp>
          </p:grpSp>
          <p:grpSp>
            <p:nvGrpSpPr>
              <p:cNvPr id="82" name="Google Shape;82;p15"/>
              <p:cNvGrpSpPr/>
              <p:nvPr/>
            </p:nvGrpSpPr>
            <p:grpSpPr>
              <a:xfrm>
                <a:off x="1754841" y="4618550"/>
                <a:ext cx="1462167" cy="532352"/>
                <a:chOff x="1387483" y="0"/>
                <a:chExt cx="1462167" cy="5143500"/>
              </a:xfrm>
            </p:grpSpPr>
            <p:cxnSp>
              <p:nvCxnSpPr>
                <p:cNvPr id="83" name="Google Shape;83;p15"/>
                <p:cNvCxnSpPr/>
                <p:nvPr/>
              </p:nvCxnSpPr>
              <p:spPr>
                <a:xfrm>
                  <a:off x="1387483"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84" name="Google Shape;84;p15"/>
                <p:cNvCxnSpPr/>
                <p:nvPr/>
              </p:nvCxnSpPr>
              <p:spPr>
                <a:xfrm>
                  <a:off x="1972350"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85" name="Google Shape;85;p15"/>
                <p:cNvCxnSpPr/>
                <p:nvPr/>
              </p:nvCxnSpPr>
              <p:spPr>
                <a:xfrm>
                  <a:off x="1679917"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86" name="Google Shape;86;p15"/>
                <p:cNvCxnSpPr/>
                <p:nvPr/>
              </p:nvCxnSpPr>
              <p:spPr>
                <a:xfrm>
                  <a:off x="2264783"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87" name="Google Shape;87;p15"/>
                <p:cNvCxnSpPr/>
                <p:nvPr/>
              </p:nvCxnSpPr>
              <p:spPr>
                <a:xfrm>
                  <a:off x="2557217"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88" name="Google Shape;88;p15"/>
                <p:cNvCxnSpPr/>
                <p:nvPr/>
              </p:nvCxnSpPr>
              <p:spPr>
                <a:xfrm>
                  <a:off x="2849650" y="0"/>
                  <a:ext cx="0" cy="5143500"/>
                </a:xfrm>
                <a:prstGeom prst="straightConnector1">
                  <a:avLst/>
                </a:prstGeom>
                <a:noFill/>
                <a:ln cap="flat" cmpd="sng" w="9525">
                  <a:solidFill>
                    <a:schemeClr val="accent5"/>
                  </a:solidFill>
                  <a:prstDash val="solid"/>
                  <a:round/>
                  <a:headEnd len="sm" w="sm" type="none"/>
                  <a:tailEnd len="sm" w="sm" type="none"/>
                </a:ln>
              </p:spPr>
            </p:cxnSp>
          </p:grpSp>
        </p:grpSp>
        <p:grpSp>
          <p:nvGrpSpPr>
            <p:cNvPr id="89" name="Google Shape;89;p15"/>
            <p:cNvGrpSpPr/>
            <p:nvPr/>
          </p:nvGrpSpPr>
          <p:grpSpPr>
            <a:xfrm>
              <a:off x="8773182" y="4618550"/>
              <a:ext cx="292433" cy="532352"/>
              <a:chOff x="1972350" y="0"/>
              <a:chExt cx="292433" cy="5143500"/>
            </a:xfrm>
          </p:grpSpPr>
          <p:cxnSp>
            <p:nvCxnSpPr>
              <p:cNvPr id="90" name="Google Shape;90;p15"/>
              <p:cNvCxnSpPr/>
              <p:nvPr/>
            </p:nvCxnSpPr>
            <p:spPr>
              <a:xfrm>
                <a:off x="1972350" y="0"/>
                <a:ext cx="0" cy="5143500"/>
              </a:xfrm>
              <a:prstGeom prst="straightConnector1">
                <a:avLst/>
              </a:prstGeom>
              <a:noFill/>
              <a:ln cap="flat" cmpd="sng" w="9525">
                <a:solidFill>
                  <a:schemeClr val="accent5"/>
                </a:solidFill>
                <a:prstDash val="solid"/>
                <a:round/>
                <a:headEnd len="sm" w="sm" type="none"/>
                <a:tailEnd len="sm" w="sm" type="none"/>
              </a:ln>
            </p:spPr>
          </p:cxnSp>
          <p:cxnSp>
            <p:nvCxnSpPr>
              <p:cNvPr id="91" name="Google Shape;91;p15"/>
              <p:cNvCxnSpPr/>
              <p:nvPr/>
            </p:nvCxnSpPr>
            <p:spPr>
              <a:xfrm>
                <a:off x="2264783" y="0"/>
                <a:ext cx="0" cy="5143500"/>
              </a:xfrm>
              <a:prstGeom prst="straightConnector1">
                <a:avLst/>
              </a:prstGeom>
              <a:noFill/>
              <a:ln cap="flat" cmpd="sng" w="9525">
                <a:solidFill>
                  <a:schemeClr val="accent5"/>
                </a:solidFill>
                <a:prstDash val="solid"/>
                <a:round/>
                <a:headEnd len="sm" w="sm" type="none"/>
                <a:tailEnd len="sm" w="sm" type="none"/>
              </a:ln>
            </p:spPr>
          </p:cxnSp>
        </p:grpSp>
      </p:grpSp>
      <p:grpSp>
        <p:nvGrpSpPr>
          <p:cNvPr id="92" name="Google Shape;92;p15"/>
          <p:cNvGrpSpPr/>
          <p:nvPr/>
        </p:nvGrpSpPr>
        <p:grpSpPr>
          <a:xfrm>
            <a:off x="126629" y="248895"/>
            <a:ext cx="11928351" cy="6034872"/>
            <a:chOff x="94971" y="186671"/>
            <a:chExt cx="8946263" cy="4526154"/>
          </a:xfrm>
        </p:grpSpPr>
        <p:grpSp>
          <p:nvGrpSpPr>
            <p:cNvPr id="93" name="Google Shape;93;p15"/>
            <p:cNvGrpSpPr/>
            <p:nvPr/>
          </p:nvGrpSpPr>
          <p:grpSpPr>
            <a:xfrm>
              <a:off x="94971" y="3831824"/>
              <a:ext cx="751204" cy="881001"/>
              <a:chOff x="94971" y="3831824"/>
              <a:chExt cx="751204" cy="881001"/>
            </a:xfrm>
          </p:grpSpPr>
          <p:grpSp>
            <p:nvGrpSpPr>
              <p:cNvPr id="94" name="Google Shape;94;p15"/>
              <p:cNvGrpSpPr/>
              <p:nvPr/>
            </p:nvGrpSpPr>
            <p:grpSpPr>
              <a:xfrm>
                <a:off x="301670" y="3831824"/>
                <a:ext cx="416874" cy="416806"/>
                <a:chOff x="8269423" y="174900"/>
                <a:chExt cx="619426" cy="619325"/>
              </a:xfrm>
            </p:grpSpPr>
            <p:sp>
              <p:nvSpPr>
                <p:cNvPr id="95" name="Google Shape;95;p15"/>
                <p:cNvSpPr/>
                <p:nvPr/>
              </p:nvSpPr>
              <p:spPr>
                <a:xfrm flipH="1">
                  <a:off x="8269423" y="174900"/>
                  <a:ext cx="619426" cy="619325"/>
                </a:xfrm>
                <a:custGeom>
                  <a:rect b="b" l="l" r="r" t="t"/>
                  <a:pathLst>
                    <a:path extrusionOk="0" h="5392" w="5393">
                      <a:moveTo>
                        <a:pt x="4603" y="789"/>
                      </a:moveTo>
                      <a:cubicBezTo>
                        <a:pt x="4938" y="1124"/>
                        <a:pt x="5178" y="1541"/>
                        <a:pt x="5301" y="1998"/>
                      </a:cubicBezTo>
                      <a:cubicBezTo>
                        <a:pt x="5423" y="2455"/>
                        <a:pt x="5423" y="2936"/>
                        <a:pt x="5301" y="3393"/>
                      </a:cubicBezTo>
                      <a:cubicBezTo>
                        <a:pt x="5178" y="3850"/>
                        <a:pt x="4938" y="4267"/>
                        <a:pt x="4603" y="4602"/>
                      </a:cubicBezTo>
                      <a:cubicBezTo>
                        <a:pt x="4268" y="4937"/>
                        <a:pt x="3851" y="5178"/>
                        <a:pt x="3394" y="5300"/>
                      </a:cubicBezTo>
                      <a:cubicBezTo>
                        <a:pt x="2937" y="5423"/>
                        <a:pt x="2456" y="5423"/>
                        <a:pt x="1999" y="5300"/>
                      </a:cubicBezTo>
                      <a:cubicBezTo>
                        <a:pt x="1541" y="5178"/>
                        <a:pt x="1125" y="4937"/>
                        <a:pt x="790" y="4602"/>
                      </a:cubicBezTo>
                      <a:cubicBezTo>
                        <a:pt x="455" y="4267"/>
                        <a:pt x="215" y="3850"/>
                        <a:pt x="92" y="3393"/>
                      </a:cubicBezTo>
                      <a:cubicBezTo>
                        <a:pt x="-30" y="2936"/>
                        <a:pt x="-30" y="2455"/>
                        <a:pt x="92" y="1998"/>
                      </a:cubicBezTo>
                      <a:cubicBezTo>
                        <a:pt x="215" y="1541"/>
                        <a:pt x="455" y="1124"/>
                        <a:pt x="790" y="789"/>
                      </a:cubicBezTo>
                      <a:cubicBezTo>
                        <a:pt x="1125" y="454"/>
                        <a:pt x="1541" y="214"/>
                        <a:pt x="1999" y="91"/>
                      </a:cubicBezTo>
                      <a:cubicBezTo>
                        <a:pt x="2456" y="-31"/>
                        <a:pt x="2937" y="-31"/>
                        <a:pt x="3394" y="91"/>
                      </a:cubicBezTo>
                      <a:cubicBezTo>
                        <a:pt x="3851" y="214"/>
                        <a:pt x="4268" y="454"/>
                        <a:pt x="4603" y="789"/>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96" name="Google Shape;96;p15"/>
                <p:cNvSpPr/>
                <p:nvPr/>
              </p:nvSpPr>
              <p:spPr>
                <a:xfrm flipH="1">
                  <a:off x="8301469" y="206946"/>
                  <a:ext cx="555451" cy="555233"/>
                </a:xfrm>
                <a:custGeom>
                  <a:rect b="b" l="l" r="r" t="t"/>
                  <a:pathLst>
                    <a:path extrusionOk="0" h="4834" w="4836">
                      <a:moveTo>
                        <a:pt x="4128" y="707"/>
                      </a:moveTo>
                      <a:cubicBezTo>
                        <a:pt x="4428" y="1007"/>
                        <a:pt x="4644" y="1381"/>
                        <a:pt x="4754" y="1791"/>
                      </a:cubicBezTo>
                      <a:cubicBezTo>
                        <a:pt x="4864" y="2201"/>
                        <a:pt x="4864" y="2632"/>
                        <a:pt x="4754" y="3042"/>
                      </a:cubicBezTo>
                      <a:cubicBezTo>
                        <a:pt x="4644" y="3452"/>
                        <a:pt x="4428" y="3826"/>
                        <a:pt x="4128" y="4126"/>
                      </a:cubicBezTo>
                      <a:cubicBezTo>
                        <a:pt x="3828" y="4426"/>
                        <a:pt x="3454" y="4643"/>
                        <a:pt x="3044" y="4752"/>
                      </a:cubicBezTo>
                      <a:cubicBezTo>
                        <a:pt x="2634" y="4862"/>
                        <a:pt x="2203" y="4862"/>
                        <a:pt x="1793" y="4752"/>
                      </a:cubicBezTo>
                      <a:cubicBezTo>
                        <a:pt x="1383" y="4643"/>
                        <a:pt x="1009" y="4426"/>
                        <a:pt x="709" y="4126"/>
                      </a:cubicBezTo>
                      <a:cubicBezTo>
                        <a:pt x="409" y="3826"/>
                        <a:pt x="193" y="3452"/>
                        <a:pt x="83" y="3042"/>
                      </a:cubicBezTo>
                      <a:cubicBezTo>
                        <a:pt x="-27" y="2632"/>
                        <a:pt x="-27" y="2201"/>
                        <a:pt x="83" y="1791"/>
                      </a:cubicBezTo>
                      <a:cubicBezTo>
                        <a:pt x="193" y="1381"/>
                        <a:pt x="409" y="1007"/>
                        <a:pt x="709" y="707"/>
                      </a:cubicBezTo>
                      <a:cubicBezTo>
                        <a:pt x="1009" y="407"/>
                        <a:pt x="1383" y="191"/>
                        <a:pt x="1793" y="81"/>
                      </a:cubicBezTo>
                      <a:cubicBezTo>
                        <a:pt x="2203" y="-28"/>
                        <a:pt x="2634" y="-28"/>
                        <a:pt x="3044" y="81"/>
                      </a:cubicBezTo>
                      <a:cubicBezTo>
                        <a:pt x="3454" y="191"/>
                        <a:pt x="3828" y="407"/>
                        <a:pt x="4128" y="707"/>
                      </a:cubicBez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97" name="Google Shape;97;p15"/>
                <p:cNvSpPr/>
                <p:nvPr/>
              </p:nvSpPr>
              <p:spPr>
                <a:xfrm flipH="1">
                  <a:off x="8611469" y="615844"/>
                  <a:ext cx="25613" cy="13324"/>
                </a:xfrm>
                <a:custGeom>
                  <a:rect b="b" l="l" r="r" t="t"/>
                  <a:pathLst>
                    <a:path extrusionOk="0" h="116" w="223">
                      <a:moveTo>
                        <a:pt x="207" y="116"/>
                      </a:moveTo>
                      <a:lnTo>
                        <a:pt x="0" y="49"/>
                      </a:lnTo>
                      <a:lnTo>
                        <a:pt x="16" y="0"/>
                      </a:lnTo>
                      <a:lnTo>
                        <a:pt x="223" y="67"/>
                      </a:lnTo>
                      <a:lnTo>
                        <a:pt x="207" y="116"/>
                      </a:lnTo>
                      <a:close/>
                    </a:path>
                  </a:pathLst>
                </a:custGeom>
                <a:solidFill>
                  <a:srgbClr val="FDCD5E"/>
                </a:solidFill>
                <a:ln>
                  <a:noFill/>
                </a:ln>
              </p:spPr>
              <p:txBody>
                <a:bodyPr anchorCtr="1" anchor="ctr" bIns="0" lIns="90000" spcFirstLastPara="1" rIns="90000" wrap="square" tIns="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98" name="Google Shape;98;p15"/>
                <p:cNvSpPr/>
                <p:nvPr/>
              </p:nvSpPr>
              <p:spPr>
                <a:xfrm flipH="1">
                  <a:off x="8593895" y="608148"/>
                  <a:ext cx="50422" cy="16770"/>
                </a:xfrm>
                <a:custGeom>
                  <a:rect b="b" l="l" r="r" t="t"/>
                  <a:pathLst>
                    <a:path extrusionOk="0" h="146" w="439">
                      <a:moveTo>
                        <a:pt x="88" y="41"/>
                      </a:moveTo>
                      <a:cubicBezTo>
                        <a:pt x="57" y="28"/>
                        <a:pt x="28" y="15"/>
                        <a:pt x="0" y="0"/>
                      </a:cubicBezTo>
                      <a:lnTo>
                        <a:pt x="439" y="142"/>
                      </a:lnTo>
                      <a:cubicBezTo>
                        <a:pt x="392" y="135"/>
                        <a:pt x="343" y="125"/>
                        <a:pt x="293" y="111"/>
                      </a:cubicBezTo>
                      <a:lnTo>
                        <a:pt x="282" y="146"/>
                      </a:lnTo>
                      <a:lnTo>
                        <a:pt x="75" y="79"/>
                      </a:lnTo>
                      <a:lnTo>
                        <a:pt x="88" y="41"/>
                      </a:lnTo>
                      <a:close/>
                    </a:path>
                  </a:pathLst>
                </a:custGeom>
                <a:solidFill>
                  <a:srgbClr val="FDCB5D"/>
                </a:solidFill>
                <a:ln>
                  <a:noFill/>
                </a:ln>
              </p:spPr>
              <p:txBody>
                <a:bodyPr anchorCtr="1" anchor="ctr" bIns="7550" lIns="90000" spcFirstLastPara="1" rIns="90000" wrap="square" tIns="755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99" name="Google Shape;99;p15"/>
                <p:cNvSpPr/>
                <p:nvPr/>
              </p:nvSpPr>
              <p:spPr>
                <a:xfrm flipH="1">
                  <a:off x="8583099" y="602635"/>
                  <a:ext cx="71212" cy="22972"/>
                </a:xfrm>
                <a:custGeom>
                  <a:rect b="b" l="l" r="r" t="t"/>
                  <a:pathLst>
                    <a:path extrusionOk="0" h="200" w="620">
                      <a:moveTo>
                        <a:pt x="175" y="89"/>
                      </a:moveTo>
                      <a:cubicBezTo>
                        <a:pt x="112" y="63"/>
                        <a:pt x="54" y="33"/>
                        <a:pt x="0" y="0"/>
                      </a:cubicBezTo>
                      <a:lnTo>
                        <a:pt x="620" y="200"/>
                      </a:lnTo>
                      <a:cubicBezTo>
                        <a:pt x="544" y="195"/>
                        <a:pt x="464" y="182"/>
                        <a:pt x="380" y="159"/>
                      </a:cubicBezTo>
                      <a:lnTo>
                        <a:pt x="375" y="175"/>
                      </a:lnTo>
                      <a:lnTo>
                        <a:pt x="168" y="109"/>
                      </a:lnTo>
                      <a:lnTo>
                        <a:pt x="175" y="89"/>
                      </a:lnTo>
                      <a:close/>
                    </a:path>
                  </a:pathLst>
                </a:custGeom>
                <a:solidFill>
                  <a:srgbClr val="FDCB5C"/>
                </a:solidFill>
                <a:ln>
                  <a:noFill/>
                </a:ln>
              </p:spPr>
              <p:txBody>
                <a:bodyPr anchorCtr="1" anchor="ctr" bIns="27000" lIns="90000" spcFirstLastPara="1" rIns="90000" wrap="square" tIns="27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00" name="Google Shape;100;p15"/>
                <p:cNvSpPr/>
                <p:nvPr/>
              </p:nvSpPr>
              <p:spPr>
                <a:xfrm flipH="1">
                  <a:off x="8574829" y="597926"/>
                  <a:ext cx="86832" cy="28026"/>
                </a:xfrm>
                <a:custGeom>
                  <a:rect b="b" l="l" r="r" t="t"/>
                  <a:pathLst>
                    <a:path extrusionOk="0" h="244" w="756">
                      <a:moveTo>
                        <a:pt x="239" y="130"/>
                      </a:moveTo>
                      <a:cubicBezTo>
                        <a:pt x="151" y="93"/>
                        <a:pt x="71" y="49"/>
                        <a:pt x="0" y="0"/>
                      </a:cubicBezTo>
                      <a:lnTo>
                        <a:pt x="756" y="244"/>
                      </a:lnTo>
                      <a:cubicBezTo>
                        <a:pt x="670" y="244"/>
                        <a:pt x="578" y="233"/>
                        <a:pt x="480" y="209"/>
                      </a:cubicBezTo>
                      <a:lnTo>
                        <a:pt x="238" y="131"/>
                      </a:lnTo>
                      <a:lnTo>
                        <a:pt x="239" y="130"/>
                      </a:lnTo>
                      <a:close/>
                    </a:path>
                  </a:pathLst>
                </a:custGeom>
                <a:solidFill>
                  <a:srgbClr val="FDCA5B"/>
                </a:solidFill>
                <a:ln>
                  <a:noFill/>
                </a:ln>
              </p:spPr>
              <p:txBody>
                <a:bodyPr anchorCtr="1" anchor="ctr" bIns="42825" lIns="90000" spcFirstLastPara="1" rIns="90000" wrap="square" tIns="42825">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01" name="Google Shape;101;p15"/>
                <p:cNvSpPr/>
                <p:nvPr/>
              </p:nvSpPr>
              <p:spPr>
                <a:xfrm flipH="1">
                  <a:off x="8568167" y="593791"/>
                  <a:ext cx="99122" cy="32161"/>
                </a:xfrm>
                <a:custGeom>
                  <a:rect b="b" l="l" r="r" t="t"/>
                  <a:pathLst>
                    <a:path extrusionOk="0" h="280" w="863">
                      <a:moveTo>
                        <a:pt x="0" y="0"/>
                      </a:moveTo>
                      <a:lnTo>
                        <a:pt x="863" y="278"/>
                      </a:lnTo>
                      <a:cubicBezTo>
                        <a:pt x="803" y="282"/>
                        <a:pt x="740" y="280"/>
                        <a:pt x="675" y="272"/>
                      </a:cubicBezTo>
                      <a:lnTo>
                        <a:pt x="166" y="108"/>
                      </a:lnTo>
                      <a:cubicBezTo>
                        <a:pt x="106" y="75"/>
                        <a:pt x="50" y="39"/>
                        <a:pt x="0" y="0"/>
                      </a:cubicBezTo>
                      <a:close/>
                    </a:path>
                  </a:pathLst>
                </a:custGeom>
                <a:solidFill>
                  <a:srgbClr val="FDC95A"/>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02" name="Google Shape;102;p15"/>
                <p:cNvSpPr/>
                <p:nvPr/>
              </p:nvSpPr>
              <p:spPr>
                <a:xfrm flipH="1">
                  <a:off x="8562654" y="589886"/>
                  <a:ext cx="109229" cy="36066"/>
                </a:xfrm>
                <a:custGeom>
                  <a:rect b="b" l="l" r="r" t="t"/>
                  <a:pathLst>
                    <a:path extrusionOk="0" h="314" w="951">
                      <a:moveTo>
                        <a:pt x="0" y="0"/>
                      </a:moveTo>
                      <a:lnTo>
                        <a:pt x="951" y="307"/>
                      </a:lnTo>
                      <a:cubicBezTo>
                        <a:pt x="903" y="313"/>
                        <a:pt x="853" y="315"/>
                        <a:pt x="801" y="313"/>
                      </a:cubicBezTo>
                      <a:lnTo>
                        <a:pt x="127" y="95"/>
                      </a:lnTo>
                      <a:cubicBezTo>
                        <a:pt x="81" y="66"/>
                        <a:pt x="39" y="34"/>
                        <a:pt x="0" y="0"/>
                      </a:cubicBezTo>
                      <a:close/>
                    </a:path>
                  </a:pathLst>
                </a:custGeom>
                <a:solidFill>
                  <a:srgbClr val="FDC959"/>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03" name="Google Shape;103;p15"/>
                <p:cNvSpPr/>
                <p:nvPr/>
              </p:nvSpPr>
              <p:spPr>
                <a:xfrm flipH="1">
                  <a:off x="8557486" y="586325"/>
                  <a:ext cx="118303" cy="39512"/>
                </a:xfrm>
                <a:custGeom>
                  <a:rect b="b" l="l" r="r" t="t"/>
                  <a:pathLst>
                    <a:path extrusionOk="0" h="344" w="1030">
                      <a:moveTo>
                        <a:pt x="0" y="0"/>
                      </a:moveTo>
                      <a:lnTo>
                        <a:pt x="1030" y="332"/>
                      </a:lnTo>
                      <a:cubicBezTo>
                        <a:pt x="988" y="339"/>
                        <a:pt x="944" y="343"/>
                        <a:pt x="898" y="344"/>
                      </a:cubicBezTo>
                      <a:lnTo>
                        <a:pt x="106" y="89"/>
                      </a:lnTo>
                      <a:cubicBezTo>
                        <a:pt x="68" y="61"/>
                        <a:pt x="32" y="32"/>
                        <a:pt x="0" y="0"/>
                      </a:cubicBezTo>
                      <a:close/>
                    </a:path>
                  </a:pathLst>
                </a:custGeom>
                <a:solidFill>
                  <a:srgbClr val="FDC859"/>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04" name="Google Shape;104;p15"/>
                <p:cNvSpPr/>
                <p:nvPr/>
              </p:nvSpPr>
              <p:spPr>
                <a:xfrm flipH="1">
                  <a:off x="8553121" y="582879"/>
                  <a:ext cx="125999" cy="42613"/>
                </a:xfrm>
                <a:custGeom>
                  <a:rect b="b" l="l" r="r" t="t"/>
                  <a:pathLst>
                    <a:path extrusionOk="0" h="371" w="1097">
                      <a:moveTo>
                        <a:pt x="0" y="0"/>
                      </a:moveTo>
                      <a:lnTo>
                        <a:pt x="1097" y="354"/>
                      </a:lnTo>
                      <a:cubicBezTo>
                        <a:pt x="1061" y="362"/>
                        <a:pt x="1023" y="368"/>
                        <a:pt x="983" y="371"/>
                      </a:cubicBezTo>
                      <a:lnTo>
                        <a:pt x="88" y="83"/>
                      </a:lnTo>
                      <a:cubicBezTo>
                        <a:pt x="56" y="56"/>
                        <a:pt x="27" y="29"/>
                        <a:pt x="0" y="0"/>
                      </a:cubicBezTo>
                      <a:close/>
                    </a:path>
                  </a:pathLst>
                </a:custGeom>
                <a:solidFill>
                  <a:srgbClr val="FDC758"/>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05" name="Google Shape;105;p15"/>
                <p:cNvSpPr/>
                <p:nvPr/>
              </p:nvSpPr>
              <p:spPr>
                <a:xfrm flipH="1">
                  <a:off x="8548871" y="579663"/>
                  <a:ext cx="133235" cy="45255"/>
                </a:xfrm>
                <a:custGeom>
                  <a:rect b="b" l="l" r="r" t="t"/>
                  <a:pathLst>
                    <a:path extrusionOk="0" h="394" w="1160">
                      <a:moveTo>
                        <a:pt x="0" y="0"/>
                      </a:moveTo>
                      <a:lnTo>
                        <a:pt x="1160" y="373"/>
                      </a:lnTo>
                      <a:cubicBezTo>
                        <a:pt x="1126" y="382"/>
                        <a:pt x="1091" y="389"/>
                        <a:pt x="1055" y="394"/>
                      </a:cubicBezTo>
                      <a:lnTo>
                        <a:pt x="77" y="79"/>
                      </a:lnTo>
                      <a:cubicBezTo>
                        <a:pt x="49" y="54"/>
                        <a:pt x="24" y="27"/>
                        <a:pt x="0" y="0"/>
                      </a:cubicBezTo>
                      <a:close/>
                    </a:path>
                  </a:pathLst>
                </a:custGeom>
                <a:solidFill>
                  <a:srgbClr val="FDC757"/>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06" name="Google Shape;106;p15"/>
                <p:cNvSpPr/>
                <p:nvPr/>
              </p:nvSpPr>
              <p:spPr>
                <a:xfrm flipH="1">
                  <a:off x="8545196" y="576447"/>
                  <a:ext cx="139552" cy="47667"/>
                </a:xfrm>
                <a:custGeom>
                  <a:rect b="b" l="l" r="r" t="t"/>
                  <a:pathLst>
                    <a:path extrusionOk="0" h="415" w="1215">
                      <a:moveTo>
                        <a:pt x="0" y="0"/>
                      </a:moveTo>
                      <a:lnTo>
                        <a:pt x="1215" y="391"/>
                      </a:lnTo>
                      <a:cubicBezTo>
                        <a:pt x="1185" y="401"/>
                        <a:pt x="1154" y="409"/>
                        <a:pt x="1121" y="415"/>
                      </a:cubicBezTo>
                      <a:lnTo>
                        <a:pt x="67" y="75"/>
                      </a:lnTo>
                      <a:cubicBezTo>
                        <a:pt x="43" y="51"/>
                        <a:pt x="21" y="26"/>
                        <a:pt x="0" y="0"/>
                      </a:cubicBezTo>
                      <a:close/>
                    </a:path>
                  </a:pathLst>
                </a:custGeom>
                <a:solidFill>
                  <a:srgbClr val="FDC656"/>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07" name="Google Shape;107;p15"/>
                <p:cNvSpPr/>
                <p:nvPr/>
              </p:nvSpPr>
              <p:spPr>
                <a:xfrm flipH="1">
                  <a:off x="8541635" y="573231"/>
                  <a:ext cx="145410" cy="49964"/>
                </a:xfrm>
                <a:custGeom>
                  <a:rect b="b" l="l" r="r" t="t"/>
                  <a:pathLst>
                    <a:path extrusionOk="0" h="435" w="1266">
                      <a:moveTo>
                        <a:pt x="0" y="0"/>
                      </a:moveTo>
                      <a:lnTo>
                        <a:pt x="1266" y="409"/>
                      </a:lnTo>
                      <a:cubicBezTo>
                        <a:pt x="1239" y="419"/>
                        <a:pt x="1210" y="428"/>
                        <a:pt x="1180" y="435"/>
                      </a:cubicBezTo>
                      <a:lnTo>
                        <a:pt x="59" y="74"/>
                      </a:lnTo>
                      <a:cubicBezTo>
                        <a:pt x="38" y="50"/>
                        <a:pt x="18" y="26"/>
                        <a:pt x="0" y="0"/>
                      </a:cubicBezTo>
                      <a:close/>
                    </a:path>
                  </a:pathLst>
                </a:custGeom>
                <a:solidFill>
                  <a:srgbClr val="FDC555"/>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08" name="Google Shape;108;p15"/>
                <p:cNvSpPr/>
                <p:nvPr/>
              </p:nvSpPr>
              <p:spPr>
                <a:xfrm flipH="1">
                  <a:off x="8538419" y="570360"/>
                  <a:ext cx="150578" cy="51802"/>
                </a:xfrm>
                <a:custGeom>
                  <a:rect b="b" l="l" r="r" t="t"/>
                  <a:pathLst>
                    <a:path extrusionOk="0" h="451" w="1311">
                      <a:moveTo>
                        <a:pt x="0" y="0"/>
                      </a:moveTo>
                      <a:lnTo>
                        <a:pt x="1311" y="423"/>
                      </a:lnTo>
                      <a:cubicBezTo>
                        <a:pt x="1286" y="434"/>
                        <a:pt x="1259" y="443"/>
                        <a:pt x="1231" y="451"/>
                      </a:cubicBezTo>
                      <a:lnTo>
                        <a:pt x="51" y="70"/>
                      </a:lnTo>
                      <a:cubicBezTo>
                        <a:pt x="33" y="47"/>
                        <a:pt x="15" y="24"/>
                        <a:pt x="0" y="0"/>
                      </a:cubicBezTo>
                      <a:close/>
                    </a:path>
                  </a:pathLst>
                </a:custGeom>
                <a:solidFill>
                  <a:srgbClr val="FDC555"/>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09" name="Google Shape;109;p15"/>
                <p:cNvSpPr/>
                <p:nvPr/>
              </p:nvSpPr>
              <p:spPr>
                <a:xfrm flipH="1">
                  <a:off x="8535203" y="567374"/>
                  <a:ext cx="155632" cy="53640"/>
                </a:xfrm>
                <a:custGeom>
                  <a:rect b="b" l="l" r="r" t="t"/>
                  <a:pathLst>
                    <a:path extrusionOk="0" h="467" w="1355">
                      <a:moveTo>
                        <a:pt x="0" y="0"/>
                      </a:moveTo>
                      <a:lnTo>
                        <a:pt x="1355" y="437"/>
                      </a:lnTo>
                      <a:cubicBezTo>
                        <a:pt x="1331" y="448"/>
                        <a:pt x="1306" y="458"/>
                        <a:pt x="1280" y="467"/>
                      </a:cubicBezTo>
                      <a:lnTo>
                        <a:pt x="47" y="70"/>
                      </a:lnTo>
                      <a:cubicBezTo>
                        <a:pt x="29" y="47"/>
                        <a:pt x="14" y="24"/>
                        <a:pt x="0" y="0"/>
                      </a:cubicBezTo>
                      <a:close/>
                    </a:path>
                  </a:pathLst>
                </a:custGeom>
                <a:solidFill>
                  <a:srgbClr val="FDC454"/>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10" name="Google Shape;110;p15"/>
                <p:cNvSpPr/>
                <p:nvPr/>
              </p:nvSpPr>
              <p:spPr>
                <a:xfrm flipH="1">
                  <a:off x="8532447" y="564502"/>
                  <a:ext cx="159996" cy="55248"/>
                </a:xfrm>
                <a:custGeom>
                  <a:rect b="b" l="l" r="r" t="t"/>
                  <a:pathLst>
                    <a:path extrusionOk="0" h="481" w="1393">
                      <a:moveTo>
                        <a:pt x="0" y="0"/>
                      </a:moveTo>
                      <a:lnTo>
                        <a:pt x="1393" y="450"/>
                      </a:lnTo>
                      <a:cubicBezTo>
                        <a:pt x="1371" y="461"/>
                        <a:pt x="1347" y="472"/>
                        <a:pt x="1323" y="481"/>
                      </a:cubicBezTo>
                      <a:lnTo>
                        <a:pt x="41" y="68"/>
                      </a:lnTo>
                      <a:cubicBezTo>
                        <a:pt x="26" y="46"/>
                        <a:pt x="12" y="23"/>
                        <a:pt x="0" y="0"/>
                      </a:cubicBezTo>
                      <a:close/>
                    </a:path>
                  </a:pathLst>
                </a:custGeom>
                <a:solidFill>
                  <a:srgbClr val="FDC353"/>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11" name="Google Shape;111;p15"/>
                <p:cNvSpPr/>
                <p:nvPr/>
              </p:nvSpPr>
              <p:spPr>
                <a:xfrm flipH="1">
                  <a:off x="8529690" y="561631"/>
                  <a:ext cx="164131" cy="56741"/>
                </a:xfrm>
                <a:custGeom>
                  <a:rect b="b" l="l" r="r" t="t"/>
                  <a:pathLst>
                    <a:path extrusionOk="0" h="494" w="1429">
                      <a:moveTo>
                        <a:pt x="0" y="0"/>
                      </a:moveTo>
                      <a:lnTo>
                        <a:pt x="1429" y="461"/>
                      </a:lnTo>
                      <a:cubicBezTo>
                        <a:pt x="1408" y="473"/>
                        <a:pt x="1386" y="484"/>
                        <a:pt x="1363" y="494"/>
                      </a:cubicBezTo>
                      <a:lnTo>
                        <a:pt x="36" y="67"/>
                      </a:lnTo>
                      <a:cubicBezTo>
                        <a:pt x="23" y="45"/>
                        <a:pt x="10" y="23"/>
                        <a:pt x="0" y="0"/>
                      </a:cubicBezTo>
                      <a:close/>
                    </a:path>
                  </a:pathLst>
                </a:custGeom>
                <a:solidFill>
                  <a:srgbClr val="FDC352"/>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12" name="Google Shape;112;p15"/>
                <p:cNvSpPr/>
                <p:nvPr/>
              </p:nvSpPr>
              <p:spPr>
                <a:xfrm flipH="1">
                  <a:off x="8527048" y="558989"/>
                  <a:ext cx="168037" cy="58119"/>
                </a:xfrm>
                <a:custGeom>
                  <a:rect b="b" l="l" r="r" t="t"/>
                  <a:pathLst>
                    <a:path extrusionOk="0" h="506" w="1463">
                      <a:moveTo>
                        <a:pt x="0" y="0"/>
                      </a:moveTo>
                      <a:lnTo>
                        <a:pt x="1463" y="471"/>
                      </a:lnTo>
                      <a:cubicBezTo>
                        <a:pt x="1443" y="483"/>
                        <a:pt x="1422" y="495"/>
                        <a:pt x="1400" y="506"/>
                      </a:cubicBezTo>
                      <a:lnTo>
                        <a:pt x="32" y="64"/>
                      </a:lnTo>
                      <a:cubicBezTo>
                        <a:pt x="20" y="43"/>
                        <a:pt x="9" y="22"/>
                        <a:pt x="0" y="0"/>
                      </a:cubicBezTo>
                      <a:close/>
                    </a:path>
                  </a:pathLst>
                </a:custGeom>
                <a:solidFill>
                  <a:srgbClr val="FDC25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13" name="Google Shape;113;p15"/>
                <p:cNvSpPr/>
                <p:nvPr/>
              </p:nvSpPr>
              <p:spPr>
                <a:xfrm flipH="1">
                  <a:off x="8524636" y="556232"/>
                  <a:ext cx="171597" cy="59383"/>
                </a:xfrm>
                <a:custGeom>
                  <a:rect b="b" l="l" r="r" t="t"/>
                  <a:pathLst>
                    <a:path extrusionOk="0" h="517" w="1494">
                      <a:moveTo>
                        <a:pt x="0" y="0"/>
                      </a:moveTo>
                      <a:lnTo>
                        <a:pt x="1494" y="482"/>
                      </a:lnTo>
                      <a:cubicBezTo>
                        <a:pt x="1475" y="494"/>
                        <a:pt x="1455" y="506"/>
                        <a:pt x="1435" y="517"/>
                      </a:cubicBezTo>
                      <a:lnTo>
                        <a:pt x="28" y="63"/>
                      </a:lnTo>
                      <a:cubicBezTo>
                        <a:pt x="18" y="42"/>
                        <a:pt x="8" y="21"/>
                        <a:pt x="0" y="0"/>
                      </a:cubicBezTo>
                      <a:close/>
                    </a:path>
                  </a:pathLst>
                </a:custGeom>
                <a:solidFill>
                  <a:srgbClr val="FDC150"/>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14" name="Google Shape;114;p15"/>
                <p:cNvSpPr/>
                <p:nvPr/>
              </p:nvSpPr>
              <p:spPr>
                <a:xfrm flipH="1">
                  <a:off x="8522339" y="553590"/>
                  <a:ext cx="174813" cy="60531"/>
                </a:xfrm>
                <a:custGeom>
                  <a:rect b="b" l="l" r="r" t="t"/>
                  <a:pathLst>
                    <a:path extrusionOk="0" h="527" w="1522">
                      <a:moveTo>
                        <a:pt x="0" y="0"/>
                      </a:moveTo>
                      <a:lnTo>
                        <a:pt x="1522" y="490"/>
                      </a:lnTo>
                      <a:cubicBezTo>
                        <a:pt x="1504" y="503"/>
                        <a:pt x="1485" y="516"/>
                        <a:pt x="1466" y="527"/>
                      </a:cubicBezTo>
                      <a:lnTo>
                        <a:pt x="25" y="62"/>
                      </a:lnTo>
                      <a:cubicBezTo>
                        <a:pt x="15" y="42"/>
                        <a:pt x="7" y="21"/>
                        <a:pt x="0" y="0"/>
                      </a:cubicBezTo>
                      <a:close/>
                    </a:path>
                  </a:pathLst>
                </a:custGeom>
                <a:solidFill>
                  <a:srgbClr val="FDC150"/>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15" name="Google Shape;115;p15"/>
                <p:cNvSpPr/>
                <p:nvPr/>
              </p:nvSpPr>
              <p:spPr>
                <a:xfrm flipH="1">
                  <a:off x="8520272" y="550949"/>
                  <a:ext cx="177799" cy="61565"/>
                </a:xfrm>
                <a:custGeom>
                  <a:rect b="b" l="l" r="r" t="t"/>
                  <a:pathLst>
                    <a:path extrusionOk="0" h="536" w="1548">
                      <a:moveTo>
                        <a:pt x="0" y="0"/>
                      </a:moveTo>
                      <a:lnTo>
                        <a:pt x="1548" y="499"/>
                      </a:lnTo>
                      <a:cubicBezTo>
                        <a:pt x="1532" y="512"/>
                        <a:pt x="1514" y="525"/>
                        <a:pt x="1496" y="536"/>
                      </a:cubicBezTo>
                      <a:lnTo>
                        <a:pt x="22" y="61"/>
                      </a:lnTo>
                      <a:cubicBezTo>
                        <a:pt x="14" y="41"/>
                        <a:pt x="7" y="21"/>
                        <a:pt x="0" y="0"/>
                      </a:cubicBezTo>
                      <a:close/>
                    </a:path>
                  </a:pathLst>
                </a:custGeom>
                <a:solidFill>
                  <a:srgbClr val="FDC04F"/>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16" name="Google Shape;116;p15"/>
                <p:cNvSpPr/>
                <p:nvPr/>
              </p:nvSpPr>
              <p:spPr>
                <a:xfrm flipH="1">
                  <a:off x="8518089" y="548422"/>
                  <a:ext cx="180671" cy="62484"/>
                </a:xfrm>
                <a:custGeom>
                  <a:rect b="b" l="l" r="r" t="t"/>
                  <a:pathLst>
                    <a:path extrusionOk="0" h="544" w="1573">
                      <a:moveTo>
                        <a:pt x="0" y="0"/>
                      </a:moveTo>
                      <a:lnTo>
                        <a:pt x="1573" y="506"/>
                      </a:lnTo>
                      <a:cubicBezTo>
                        <a:pt x="1557" y="520"/>
                        <a:pt x="1540" y="532"/>
                        <a:pt x="1523" y="544"/>
                      </a:cubicBezTo>
                      <a:lnTo>
                        <a:pt x="19" y="60"/>
                      </a:lnTo>
                      <a:cubicBezTo>
                        <a:pt x="12" y="40"/>
                        <a:pt x="5" y="20"/>
                        <a:pt x="0" y="0"/>
                      </a:cubicBezTo>
                      <a:close/>
                    </a:path>
                  </a:pathLst>
                </a:custGeom>
                <a:solidFill>
                  <a:srgbClr val="FDBF4E"/>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17" name="Google Shape;117;p15"/>
                <p:cNvSpPr/>
                <p:nvPr/>
              </p:nvSpPr>
              <p:spPr>
                <a:xfrm flipH="1">
                  <a:off x="8516252" y="545780"/>
                  <a:ext cx="183083" cy="63632"/>
                </a:xfrm>
                <a:custGeom>
                  <a:rect b="b" l="l" r="r" t="t"/>
                  <a:pathLst>
                    <a:path extrusionOk="0" h="554" w="1594">
                      <a:moveTo>
                        <a:pt x="0" y="0"/>
                      </a:moveTo>
                      <a:lnTo>
                        <a:pt x="1594" y="515"/>
                      </a:lnTo>
                      <a:cubicBezTo>
                        <a:pt x="1579" y="528"/>
                        <a:pt x="1564" y="541"/>
                        <a:pt x="1547" y="554"/>
                      </a:cubicBezTo>
                      <a:lnTo>
                        <a:pt x="16" y="60"/>
                      </a:lnTo>
                      <a:cubicBezTo>
                        <a:pt x="10" y="40"/>
                        <a:pt x="4" y="20"/>
                        <a:pt x="0" y="0"/>
                      </a:cubicBezTo>
                      <a:close/>
                    </a:path>
                  </a:pathLst>
                </a:custGeom>
                <a:solidFill>
                  <a:srgbClr val="FDBF4D"/>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18" name="Google Shape;118;p15"/>
                <p:cNvSpPr/>
                <p:nvPr/>
              </p:nvSpPr>
              <p:spPr>
                <a:xfrm flipH="1">
                  <a:off x="8514299" y="543253"/>
                  <a:ext cx="185610" cy="64436"/>
                </a:xfrm>
                <a:custGeom>
                  <a:rect b="b" l="l" r="r" t="t"/>
                  <a:pathLst>
                    <a:path extrusionOk="0" h="561" w="1616">
                      <a:moveTo>
                        <a:pt x="0" y="0"/>
                      </a:moveTo>
                      <a:lnTo>
                        <a:pt x="1616" y="521"/>
                      </a:lnTo>
                      <a:cubicBezTo>
                        <a:pt x="1602" y="535"/>
                        <a:pt x="1587" y="548"/>
                        <a:pt x="1571" y="561"/>
                      </a:cubicBezTo>
                      <a:lnTo>
                        <a:pt x="14" y="59"/>
                      </a:lnTo>
                      <a:cubicBezTo>
                        <a:pt x="8" y="40"/>
                        <a:pt x="4" y="20"/>
                        <a:pt x="0" y="0"/>
                      </a:cubicBezTo>
                      <a:close/>
                    </a:path>
                  </a:pathLst>
                </a:custGeom>
                <a:solidFill>
                  <a:srgbClr val="FDBE4C"/>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19" name="Google Shape;119;p15"/>
                <p:cNvSpPr/>
                <p:nvPr/>
              </p:nvSpPr>
              <p:spPr>
                <a:xfrm flipH="1">
                  <a:off x="8512576" y="540841"/>
                  <a:ext cx="187792" cy="65126"/>
                </a:xfrm>
                <a:custGeom>
                  <a:rect b="b" l="l" r="r" t="t"/>
                  <a:pathLst>
                    <a:path extrusionOk="0" h="567" w="1635">
                      <a:moveTo>
                        <a:pt x="0" y="0"/>
                      </a:moveTo>
                      <a:lnTo>
                        <a:pt x="1635" y="527"/>
                      </a:lnTo>
                      <a:cubicBezTo>
                        <a:pt x="1622" y="541"/>
                        <a:pt x="1607" y="555"/>
                        <a:pt x="1592" y="567"/>
                      </a:cubicBezTo>
                      <a:lnTo>
                        <a:pt x="12" y="58"/>
                      </a:lnTo>
                      <a:cubicBezTo>
                        <a:pt x="7" y="39"/>
                        <a:pt x="3" y="19"/>
                        <a:pt x="0" y="0"/>
                      </a:cubicBezTo>
                      <a:close/>
                    </a:path>
                  </a:pathLst>
                </a:custGeom>
                <a:solidFill>
                  <a:srgbClr val="FDBD4C"/>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20" name="Google Shape;120;p15"/>
                <p:cNvSpPr/>
                <p:nvPr/>
              </p:nvSpPr>
              <p:spPr>
                <a:xfrm flipH="1">
                  <a:off x="8510853" y="538314"/>
                  <a:ext cx="189859" cy="65930"/>
                </a:xfrm>
                <a:custGeom>
                  <a:rect b="b" l="l" r="r" t="t"/>
                  <a:pathLst>
                    <a:path extrusionOk="0" h="574" w="1653">
                      <a:moveTo>
                        <a:pt x="0" y="0"/>
                      </a:moveTo>
                      <a:lnTo>
                        <a:pt x="1653" y="533"/>
                      </a:lnTo>
                      <a:cubicBezTo>
                        <a:pt x="1640" y="547"/>
                        <a:pt x="1627" y="561"/>
                        <a:pt x="1613" y="574"/>
                      </a:cubicBezTo>
                      <a:lnTo>
                        <a:pt x="10" y="58"/>
                      </a:lnTo>
                      <a:cubicBezTo>
                        <a:pt x="6" y="39"/>
                        <a:pt x="3" y="19"/>
                        <a:pt x="0" y="0"/>
                      </a:cubicBezTo>
                      <a:close/>
                    </a:path>
                  </a:pathLst>
                </a:custGeom>
                <a:solidFill>
                  <a:srgbClr val="FDBD4B"/>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21" name="Google Shape;121;p15"/>
                <p:cNvSpPr/>
                <p:nvPr/>
              </p:nvSpPr>
              <p:spPr>
                <a:xfrm flipH="1">
                  <a:off x="8507523" y="533145"/>
                  <a:ext cx="193535" cy="69375"/>
                </a:xfrm>
                <a:custGeom>
                  <a:rect b="b" l="l" r="r" t="t"/>
                  <a:pathLst>
                    <a:path extrusionOk="0" h="604" w="1685">
                      <a:moveTo>
                        <a:pt x="0" y="0"/>
                      </a:moveTo>
                      <a:lnTo>
                        <a:pt x="675" y="218"/>
                      </a:lnTo>
                      <a:cubicBezTo>
                        <a:pt x="689" y="233"/>
                        <a:pt x="705" y="246"/>
                        <a:pt x="722" y="259"/>
                      </a:cubicBezTo>
                      <a:lnTo>
                        <a:pt x="730" y="236"/>
                      </a:lnTo>
                      <a:lnTo>
                        <a:pt x="936" y="302"/>
                      </a:lnTo>
                      <a:lnTo>
                        <a:pt x="925" y="335"/>
                      </a:lnTo>
                      <a:cubicBezTo>
                        <a:pt x="963" y="340"/>
                        <a:pt x="998" y="340"/>
                        <a:pt x="1031" y="333"/>
                      </a:cubicBezTo>
                      <a:lnTo>
                        <a:pt x="1685" y="544"/>
                      </a:lnTo>
                      <a:cubicBezTo>
                        <a:pt x="1668" y="565"/>
                        <a:pt x="1650" y="585"/>
                        <a:pt x="1631" y="604"/>
                      </a:cubicBezTo>
                      <a:lnTo>
                        <a:pt x="9" y="81"/>
                      </a:lnTo>
                      <a:cubicBezTo>
                        <a:pt x="4" y="54"/>
                        <a:pt x="1" y="28"/>
                        <a:pt x="0" y="0"/>
                      </a:cubicBezTo>
                      <a:close/>
                    </a:path>
                  </a:pathLst>
                </a:custGeom>
                <a:solidFill>
                  <a:srgbClr val="FDBC4A"/>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22" name="Google Shape;122;p15"/>
                <p:cNvSpPr/>
                <p:nvPr/>
              </p:nvSpPr>
              <p:spPr>
                <a:xfrm flipH="1">
                  <a:off x="8504651" y="528321"/>
                  <a:ext cx="196521" cy="70409"/>
                </a:xfrm>
                <a:custGeom>
                  <a:rect b="b" l="l" r="r" t="t"/>
                  <a:pathLst>
                    <a:path extrusionOk="0" h="613" w="1711">
                      <a:moveTo>
                        <a:pt x="0" y="0"/>
                      </a:moveTo>
                      <a:lnTo>
                        <a:pt x="637" y="205"/>
                      </a:lnTo>
                      <a:cubicBezTo>
                        <a:pt x="656" y="242"/>
                        <a:pt x="685" y="274"/>
                        <a:pt x="723" y="301"/>
                      </a:cubicBezTo>
                      <a:lnTo>
                        <a:pt x="743" y="239"/>
                      </a:lnTo>
                      <a:lnTo>
                        <a:pt x="949" y="306"/>
                      </a:lnTo>
                      <a:lnTo>
                        <a:pt x="927" y="375"/>
                      </a:lnTo>
                      <a:lnTo>
                        <a:pt x="4" y="77"/>
                      </a:lnTo>
                      <a:cubicBezTo>
                        <a:pt x="1" y="52"/>
                        <a:pt x="0" y="26"/>
                        <a:pt x="0" y="0"/>
                      </a:cubicBezTo>
                      <a:moveTo>
                        <a:pt x="1663" y="613"/>
                      </a:moveTo>
                      <a:lnTo>
                        <a:pt x="936" y="378"/>
                      </a:lnTo>
                      <a:cubicBezTo>
                        <a:pt x="996" y="385"/>
                        <a:pt x="1051" y="376"/>
                        <a:pt x="1096" y="353"/>
                      </a:cubicBezTo>
                      <a:lnTo>
                        <a:pt x="1711" y="551"/>
                      </a:lnTo>
                      <a:cubicBezTo>
                        <a:pt x="1696" y="573"/>
                        <a:pt x="1680" y="593"/>
                        <a:pt x="1663" y="613"/>
                      </a:cubicBezTo>
                      <a:close/>
                    </a:path>
                  </a:pathLst>
                </a:custGeom>
                <a:solidFill>
                  <a:srgbClr val="FDBD4B"/>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23" name="Google Shape;123;p15"/>
                <p:cNvSpPr/>
                <p:nvPr/>
              </p:nvSpPr>
              <p:spPr>
                <a:xfrm flipH="1">
                  <a:off x="8502124" y="523497"/>
                  <a:ext cx="199048" cy="71328"/>
                </a:xfrm>
                <a:custGeom>
                  <a:rect b="b" l="l" r="r" t="t"/>
                  <a:pathLst>
                    <a:path extrusionOk="0" h="621" w="1733">
                      <a:moveTo>
                        <a:pt x="2" y="0"/>
                      </a:moveTo>
                      <a:lnTo>
                        <a:pt x="617" y="198"/>
                      </a:lnTo>
                      <a:cubicBezTo>
                        <a:pt x="626" y="232"/>
                        <a:pt x="643" y="263"/>
                        <a:pt x="666" y="290"/>
                      </a:cubicBezTo>
                      <a:lnTo>
                        <a:pt x="0" y="76"/>
                      </a:lnTo>
                      <a:cubicBezTo>
                        <a:pt x="0" y="51"/>
                        <a:pt x="0" y="25"/>
                        <a:pt x="2" y="0"/>
                      </a:cubicBezTo>
                      <a:moveTo>
                        <a:pt x="756" y="242"/>
                      </a:moveTo>
                      <a:lnTo>
                        <a:pt x="962" y="309"/>
                      </a:lnTo>
                      <a:lnTo>
                        <a:pt x="939" y="378"/>
                      </a:lnTo>
                      <a:lnTo>
                        <a:pt x="733" y="312"/>
                      </a:lnTo>
                      <a:lnTo>
                        <a:pt x="756" y="242"/>
                      </a:lnTo>
                      <a:moveTo>
                        <a:pt x="1691" y="621"/>
                      </a:moveTo>
                      <a:lnTo>
                        <a:pt x="1048" y="413"/>
                      </a:lnTo>
                      <a:cubicBezTo>
                        <a:pt x="1082" y="404"/>
                        <a:pt x="1113" y="388"/>
                        <a:pt x="1139" y="366"/>
                      </a:cubicBezTo>
                      <a:lnTo>
                        <a:pt x="1733" y="557"/>
                      </a:lnTo>
                      <a:cubicBezTo>
                        <a:pt x="1721" y="579"/>
                        <a:pt x="1706" y="601"/>
                        <a:pt x="1691" y="621"/>
                      </a:cubicBezTo>
                      <a:close/>
                    </a:path>
                  </a:pathLst>
                </a:custGeom>
                <a:solidFill>
                  <a:srgbClr val="FDBD4C"/>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24" name="Google Shape;124;p15"/>
                <p:cNvSpPr/>
                <p:nvPr/>
              </p:nvSpPr>
              <p:spPr>
                <a:xfrm flipH="1">
                  <a:off x="8499827" y="518673"/>
                  <a:ext cx="201345" cy="72132"/>
                </a:xfrm>
                <a:custGeom>
                  <a:rect b="b" l="l" r="r" t="t"/>
                  <a:pathLst>
                    <a:path extrusionOk="0" h="628" w="1753">
                      <a:moveTo>
                        <a:pt x="6" y="0"/>
                      </a:moveTo>
                      <a:lnTo>
                        <a:pt x="608" y="194"/>
                      </a:lnTo>
                      <a:cubicBezTo>
                        <a:pt x="611" y="224"/>
                        <a:pt x="619" y="252"/>
                        <a:pt x="631" y="278"/>
                      </a:cubicBezTo>
                      <a:lnTo>
                        <a:pt x="0" y="74"/>
                      </a:lnTo>
                      <a:cubicBezTo>
                        <a:pt x="1" y="50"/>
                        <a:pt x="3" y="25"/>
                        <a:pt x="6" y="0"/>
                      </a:cubicBezTo>
                      <a:moveTo>
                        <a:pt x="768" y="246"/>
                      </a:moveTo>
                      <a:lnTo>
                        <a:pt x="974" y="312"/>
                      </a:lnTo>
                      <a:lnTo>
                        <a:pt x="952" y="381"/>
                      </a:lnTo>
                      <a:lnTo>
                        <a:pt x="746" y="315"/>
                      </a:lnTo>
                      <a:lnTo>
                        <a:pt x="768" y="246"/>
                      </a:lnTo>
                      <a:moveTo>
                        <a:pt x="1716" y="628"/>
                      </a:moveTo>
                      <a:lnTo>
                        <a:pt x="1106" y="431"/>
                      </a:lnTo>
                      <a:cubicBezTo>
                        <a:pt x="1131" y="417"/>
                        <a:pt x="1152" y="398"/>
                        <a:pt x="1170" y="376"/>
                      </a:cubicBezTo>
                      <a:lnTo>
                        <a:pt x="1753" y="564"/>
                      </a:lnTo>
                      <a:cubicBezTo>
                        <a:pt x="1742" y="586"/>
                        <a:pt x="1729" y="607"/>
                        <a:pt x="1716" y="628"/>
                      </a:cubicBezTo>
                      <a:close/>
                    </a:path>
                  </a:pathLst>
                </a:custGeom>
                <a:solidFill>
                  <a:srgbClr val="FDBE4C"/>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25" name="Google Shape;125;p15"/>
                <p:cNvSpPr/>
                <p:nvPr/>
              </p:nvSpPr>
              <p:spPr>
                <a:xfrm flipH="1">
                  <a:off x="8497875" y="513964"/>
                  <a:ext cx="202953" cy="72706"/>
                </a:xfrm>
                <a:custGeom>
                  <a:rect b="b" l="l" r="r" t="t"/>
                  <a:pathLst>
                    <a:path extrusionOk="0" h="633" w="1767">
                      <a:moveTo>
                        <a:pt x="10" y="0"/>
                      </a:moveTo>
                      <a:lnTo>
                        <a:pt x="604" y="192"/>
                      </a:lnTo>
                      <a:cubicBezTo>
                        <a:pt x="603" y="220"/>
                        <a:pt x="605" y="246"/>
                        <a:pt x="611" y="271"/>
                      </a:cubicBezTo>
                      <a:lnTo>
                        <a:pt x="0" y="74"/>
                      </a:lnTo>
                      <a:cubicBezTo>
                        <a:pt x="2" y="50"/>
                        <a:pt x="5" y="25"/>
                        <a:pt x="10" y="0"/>
                      </a:cubicBezTo>
                      <a:moveTo>
                        <a:pt x="778" y="248"/>
                      </a:moveTo>
                      <a:lnTo>
                        <a:pt x="984" y="314"/>
                      </a:lnTo>
                      <a:lnTo>
                        <a:pt x="961" y="384"/>
                      </a:lnTo>
                      <a:lnTo>
                        <a:pt x="755" y="318"/>
                      </a:lnTo>
                      <a:lnTo>
                        <a:pt x="778" y="248"/>
                      </a:lnTo>
                      <a:moveTo>
                        <a:pt x="1735" y="633"/>
                      </a:moveTo>
                      <a:lnTo>
                        <a:pt x="1143" y="443"/>
                      </a:lnTo>
                      <a:cubicBezTo>
                        <a:pt x="1162" y="425"/>
                        <a:pt x="1178" y="405"/>
                        <a:pt x="1190" y="381"/>
                      </a:cubicBezTo>
                      <a:lnTo>
                        <a:pt x="1767" y="567"/>
                      </a:lnTo>
                      <a:cubicBezTo>
                        <a:pt x="1758" y="590"/>
                        <a:pt x="1747" y="612"/>
                        <a:pt x="1735" y="633"/>
                      </a:cubicBezTo>
                      <a:close/>
                    </a:path>
                  </a:pathLst>
                </a:custGeom>
                <a:solidFill>
                  <a:srgbClr val="FDBF4D"/>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26" name="Google Shape;126;p15"/>
                <p:cNvSpPr/>
                <p:nvPr/>
              </p:nvSpPr>
              <p:spPr>
                <a:xfrm flipH="1">
                  <a:off x="8496152" y="509370"/>
                  <a:ext cx="204217" cy="73051"/>
                </a:xfrm>
                <a:custGeom>
                  <a:rect b="b" l="l" r="r" t="t"/>
                  <a:pathLst>
                    <a:path extrusionOk="0" h="636" w="1778">
                      <a:moveTo>
                        <a:pt x="14" y="0"/>
                      </a:moveTo>
                      <a:lnTo>
                        <a:pt x="603" y="190"/>
                      </a:lnTo>
                      <a:cubicBezTo>
                        <a:pt x="599" y="217"/>
                        <a:pt x="598" y="242"/>
                        <a:pt x="600" y="266"/>
                      </a:cubicBezTo>
                      <a:lnTo>
                        <a:pt x="0" y="73"/>
                      </a:lnTo>
                      <a:cubicBezTo>
                        <a:pt x="4" y="49"/>
                        <a:pt x="8" y="25"/>
                        <a:pt x="14" y="0"/>
                      </a:cubicBezTo>
                      <a:moveTo>
                        <a:pt x="786" y="249"/>
                      </a:moveTo>
                      <a:lnTo>
                        <a:pt x="992" y="316"/>
                      </a:lnTo>
                      <a:lnTo>
                        <a:pt x="970" y="385"/>
                      </a:lnTo>
                      <a:lnTo>
                        <a:pt x="764" y="318"/>
                      </a:lnTo>
                      <a:lnTo>
                        <a:pt x="786" y="249"/>
                      </a:lnTo>
                      <a:moveTo>
                        <a:pt x="1750" y="636"/>
                      </a:moveTo>
                      <a:lnTo>
                        <a:pt x="1169" y="449"/>
                      </a:lnTo>
                      <a:cubicBezTo>
                        <a:pt x="1183" y="430"/>
                        <a:pt x="1194" y="408"/>
                        <a:pt x="1202" y="383"/>
                      </a:cubicBezTo>
                      <a:lnTo>
                        <a:pt x="1778" y="569"/>
                      </a:lnTo>
                      <a:cubicBezTo>
                        <a:pt x="1770" y="592"/>
                        <a:pt x="1761" y="614"/>
                        <a:pt x="1750" y="636"/>
                      </a:cubicBezTo>
                      <a:close/>
                    </a:path>
                  </a:pathLst>
                </a:custGeom>
                <a:solidFill>
                  <a:srgbClr val="FDBF4E"/>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27" name="Google Shape;127;p15"/>
                <p:cNvSpPr/>
                <p:nvPr/>
              </p:nvSpPr>
              <p:spPr>
                <a:xfrm flipH="1">
                  <a:off x="8493395" y="505694"/>
                  <a:ext cx="205135" cy="68112"/>
                </a:xfrm>
                <a:custGeom>
                  <a:rect b="b" l="l" r="r" t="t"/>
                  <a:pathLst>
                    <a:path extrusionOk="0" h="593" w="1786">
                      <a:moveTo>
                        <a:pt x="7" y="0"/>
                      </a:moveTo>
                      <a:lnTo>
                        <a:pt x="593" y="190"/>
                      </a:lnTo>
                      <a:cubicBezTo>
                        <a:pt x="591" y="198"/>
                        <a:pt x="590" y="206"/>
                        <a:pt x="589" y="213"/>
                      </a:cubicBezTo>
                      <a:lnTo>
                        <a:pt x="0" y="24"/>
                      </a:lnTo>
                      <a:cubicBezTo>
                        <a:pt x="2" y="16"/>
                        <a:pt x="4" y="8"/>
                        <a:pt x="7" y="0"/>
                      </a:cubicBezTo>
                      <a:moveTo>
                        <a:pt x="795" y="204"/>
                      </a:moveTo>
                      <a:lnTo>
                        <a:pt x="1001" y="270"/>
                      </a:lnTo>
                      <a:lnTo>
                        <a:pt x="979" y="339"/>
                      </a:lnTo>
                      <a:lnTo>
                        <a:pt x="773" y="273"/>
                      </a:lnTo>
                      <a:lnTo>
                        <a:pt x="795" y="204"/>
                      </a:lnTo>
                      <a:moveTo>
                        <a:pt x="1770" y="580"/>
                      </a:moveTo>
                      <a:cubicBezTo>
                        <a:pt x="1768" y="584"/>
                        <a:pt x="1767" y="589"/>
                        <a:pt x="1765" y="593"/>
                      </a:cubicBezTo>
                      <a:lnTo>
                        <a:pt x="1188" y="407"/>
                      </a:lnTo>
                      <a:cubicBezTo>
                        <a:pt x="1196" y="381"/>
                        <a:pt x="1199" y="357"/>
                        <a:pt x="1197" y="333"/>
                      </a:cubicBezTo>
                      <a:lnTo>
                        <a:pt x="1786" y="523"/>
                      </a:lnTo>
                      <a:cubicBezTo>
                        <a:pt x="1781" y="541"/>
                        <a:pt x="1776" y="560"/>
                        <a:pt x="1770" y="580"/>
                      </a:cubicBezTo>
                      <a:close/>
                    </a:path>
                  </a:pathLst>
                </a:custGeom>
                <a:solidFill>
                  <a:srgbClr val="FDC04F"/>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28" name="Google Shape;128;p15"/>
                <p:cNvSpPr/>
                <p:nvPr/>
              </p:nvSpPr>
              <p:spPr>
                <a:xfrm flipH="1">
                  <a:off x="8492361" y="524531"/>
                  <a:ext cx="116006" cy="44795"/>
                </a:xfrm>
                <a:custGeom>
                  <a:rect b="b" l="l" r="r" t="t"/>
                  <a:pathLst>
                    <a:path extrusionOk="0" h="390" w="1010">
                      <a:moveTo>
                        <a:pt x="23" y="0"/>
                      </a:moveTo>
                      <a:lnTo>
                        <a:pt x="229" y="67"/>
                      </a:lnTo>
                      <a:lnTo>
                        <a:pt x="207" y="136"/>
                      </a:lnTo>
                      <a:lnTo>
                        <a:pt x="0" y="70"/>
                      </a:lnTo>
                      <a:lnTo>
                        <a:pt x="23" y="0"/>
                      </a:lnTo>
                      <a:moveTo>
                        <a:pt x="992" y="390"/>
                      </a:moveTo>
                      <a:lnTo>
                        <a:pt x="411" y="203"/>
                      </a:lnTo>
                      <a:cubicBezTo>
                        <a:pt x="414" y="175"/>
                        <a:pt x="411" y="148"/>
                        <a:pt x="403" y="123"/>
                      </a:cubicBezTo>
                      <a:lnTo>
                        <a:pt x="1010" y="318"/>
                      </a:lnTo>
                      <a:cubicBezTo>
                        <a:pt x="1005" y="341"/>
                        <a:pt x="1000" y="365"/>
                        <a:pt x="992" y="390"/>
                      </a:cubicBezTo>
                      <a:close/>
                    </a:path>
                  </a:pathLst>
                </a:custGeom>
                <a:solidFill>
                  <a:srgbClr val="FDC150"/>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29" name="Google Shape;129;p15"/>
                <p:cNvSpPr/>
                <p:nvPr/>
              </p:nvSpPr>
              <p:spPr>
                <a:xfrm flipH="1">
                  <a:off x="8491672" y="520166"/>
                  <a:ext cx="115202" cy="44566"/>
                </a:xfrm>
                <a:custGeom>
                  <a:rect b="b" l="l" r="r" t="t"/>
                  <a:pathLst>
                    <a:path extrusionOk="0" h="388" w="1003">
                      <a:moveTo>
                        <a:pt x="22" y="0"/>
                      </a:moveTo>
                      <a:lnTo>
                        <a:pt x="228" y="67"/>
                      </a:lnTo>
                      <a:lnTo>
                        <a:pt x="206" y="135"/>
                      </a:lnTo>
                      <a:lnTo>
                        <a:pt x="0" y="69"/>
                      </a:lnTo>
                      <a:lnTo>
                        <a:pt x="22" y="0"/>
                      </a:lnTo>
                      <a:moveTo>
                        <a:pt x="990" y="388"/>
                      </a:moveTo>
                      <a:lnTo>
                        <a:pt x="398" y="197"/>
                      </a:lnTo>
                      <a:cubicBezTo>
                        <a:pt x="394" y="167"/>
                        <a:pt x="383" y="139"/>
                        <a:pt x="366" y="111"/>
                      </a:cubicBezTo>
                      <a:lnTo>
                        <a:pt x="1003" y="316"/>
                      </a:lnTo>
                      <a:cubicBezTo>
                        <a:pt x="1000" y="340"/>
                        <a:pt x="996" y="364"/>
                        <a:pt x="990" y="388"/>
                      </a:cubicBezTo>
                      <a:close/>
                    </a:path>
                  </a:pathLst>
                </a:custGeom>
                <a:solidFill>
                  <a:srgbClr val="FDC25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30" name="Google Shape;130;p15"/>
                <p:cNvSpPr/>
                <p:nvPr/>
              </p:nvSpPr>
              <p:spPr>
                <a:xfrm flipH="1">
                  <a:off x="8491098" y="511207"/>
                  <a:ext cx="112905" cy="44221"/>
                </a:xfrm>
                <a:custGeom>
                  <a:rect b="b" l="l" r="r" t="t"/>
                  <a:pathLst>
                    <a:path extrusionOk="0" h="385" w="983">
                      <a:moveTo>
                        <a:pt x="22" y="0"/>
                      </a:moveTo>
                      <a:lnTo>
                        <a:pt x="983" y="310"/>
                      </a:lnTo>
                      <a:cubicBezTo>
                        <a:pt x="983" y="334"/>
                        <a:pt x="982" y="359"/>
                        <a:pt x="979" y="385"/>
                      </a:cubicBezTo>
                      <a:lnTo>
                        <a:pt x="333" y="177"/>
                      </a:lnTo>
                      <a:cubicBezTo>
                        <a:pt x="308" y="139"/>
                        <a:pt x="271" y="104"/>
                        <a:pt x="228" y="69"/>
                      </a:cubicBezTo>
                      <a:lnTo>
                        <a:pt x="206" y="136"/>
                      </a:lnTo>
                      <a:lnTo>
                        <a:pt x="0" y="69"/>
                      </a:lnTo>
                      <a:lnTo>
                        <a:pt x="22" y="0"/>
                      </a:lnTo>
                      <a:close/>
                    </a:path>
                  </a:pathLst>
                </a:custGeom>
                <a:solidFill>
                  <a:srgbClr val="FDC353"/>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31" name="Google Shape;131;p15"/>
                <p:cNvSpPr/>
                <p:nvPr/>
              </p:nvSpPr>
              <p:spPr>
                <a:xfrm flipH="1">
                  <a:off x="8491098" y="506728"/>
                  <a:ext cx="111527" cy="43991"/>
                </a:xfrm>
                <a:custGeom>
                  <a:rect b="b" l="l" r="r" t="t"/>
                  <a:pathLst>
                    <a:path extrusionOk="0" h="383" w="971">
                      <a:moveTo>
                        <a:pt x="23" y="0"/>
                      </a:moveTo>
                      <a:lnTo>
                        <a:pt x="968" y="305"/>
                      </a:lnTo>
                      <a:cubicBezTo>
                        <a:pt x="971" y="330"/>
                        <a:pt x="971" y="356"/>
                        <a:pt x="970" y="383"/>
                      </a:cubicBezTo>
                      <a:lnTo>
                        <a:pt x="272" y="158"/>
                      </a:lnTo>
                      <a:cubicBezTo>
                        <a:pt x="255" y="141"/>
                        <a:pt x="236" y="124"/>
                        <a:pt x="216" y="108"/>
                      </a:cubicBezTo>
                      <a:lnTo>
                        <a:pt x="206" y="136"/>
                      </a:lnTo>
                      <a:lnTo>
                        <a:pt x="0" y="70"/>
                      </a:lnTo>
                      <a:lnTo>
                        <a:pt x="23" y="0"/>
                      </a:lnTo>
                      <a:close/>
                    </a:path>
                  </a:pathLst>
                </a:custGeom>
                <a:solidFill>
                  <a:srgbClr val="FDC453"/>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32" name="Google Shape;132;p15"/>
                <p:cNvSpPr/>
                <p:nvPr/>
              </p:nvSpPr>
              <p:spPr>
                <a:xfrm flipH="1">
                  <a:off x="8491213" y="499607"/>
                  <a:ext cx="115662" cy="46174"/>
                </a:xfrm>
                <a:custGeom>
                  <a:rect b="b" l="l" r="r" t="t"/>
                  <a:pathLst>
                    <a:path extrusionOk="0" h="402" w="1007">
                      <a:moveTo>
                        <a:pt x="66" y="42"/>
                      </a:moveTo>
                      <a:cubicBezTo>
                        <a:pt x="45" y="28"/>
                        <a:pt x="22" y="14"/>
                        <a:pt x="0" y="0"/>
                      </a:cubicBezTo>
                      <a:lnTo>
                        <a:pt x="999" y="322"/>
                      </a:lnTo>
                      <a:cubicBezTo>
                        <a:pt x="1004" y="348"/>
                        <a:pt x="1007" y="374"/>
                        <a:pt x="1007" y="402"/>
                      </a:cubicBezTo>
                      <a:lnTo>
                        <a:pt x="50" y="93"/>
                      </a:lnTo>
                      <a:lnTo>
                        <a:pt x="66" y="42"/>
                      </a:lnTo>
                      <a:close/>
                    </a:path>
                  </a:pathLst>
                </a:custGeom>
                <a:solidFill>
                  <a:srgbClr val="FDC454"/>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33" name="Google Shape;133;p15"/>
                <p:cNvSpPr/>
                <p:nvPr/>
              </p:nvSpPr>
              <p:spPr>
                <a:xfrm flipH="1">
                  <a:off x="8491557" y="490073"/>
                  <a:ext cx="129674" cy="50653"/>
                </a:xfrm>
                <a:custGeom>
                  <a:rect b="b" l="l" r="r" t="t"/>
                  <a:pathLst>
                    <a:path extrusionOk="0" h="441" w="1129">
                      <a:moveTo>
                        <a:pt x="191" y="125"/>
                      </a:moveTo>
                      <a:cubicBezTo>
                        <a:pt x="129" y="85"/>
                        <a:pt x="63" y="44"/>
                        <a:pt x="0" y="0"/>
                      </a:cubicBezTo>
                      <a:lnTo>
                        <a:pt x="1114" y="359"/>
                      </a:lnTo>
                      <a:cubicBezTo>
                        <a:pt x="1121" y="385"/>
                        <a:pt x="1126" y="412"/>
                        <a:pt x="1129" y="441"/>
                      </a:cubicBezTo>
                      <a:lnTo>
                        <a:pt x="187" y="137"/>
                      </a:lnTo>
                      <a:lnTo>
                        <a:pt x="191" y="125"/>
                      </a:lnTo>
                      <a:close/>
                    </a:path>
                  </a:pathLst>
                </a:custGeom>
                <a:solidFill>
                  <a:srgbClr val="FDC555"/>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34" name="Google Shape;134;p15"/>
                <p:cNvSpPr/>
                <p:nvPr/>
              </p:nvSpPr>
              <p:spPr>
                <a:xfrm flipH="1">
                  <a:off x="8492361" y="481229"/>
                  <a:ext cx="140815" cy="54329"/>
                </a:xfrm>
                <a:custGeom>
                  <a:rect b="b" l="l" r="r" t="t"/>
                  <a:pathLst>
                    <a:path extrusionOk="0" h="473" w="1226">
                      <a:moveTo>
                        <a:pt x="0" y="0"/>
                      </a:moveTo>
                      <a:lnTo>
                        <a:pt x="1202" y="387"/>
                      </a:lnTo>
                      <a:cubicBezTo>
                        <a:pt x="1212" y="414"/>
                        <a:pt x="1221" y="443"/>
                        <a:pt x="1226" y="473"/>
                      </a:cubicBezTo>
                      <a:lnTo>
                        <a:pt x="201" y="142"/>
                      </a:lnTo>
                      <a:cubicBezTo>
                        <a:pt x="133" y="98"/>
                        <a:pt x="64" y="51"/>
                        <a:pt x="0" y="0"/>
                      </a:cubicBezTo>
                      <a:close/>
                    </a:path>
                  </a:pathLst>
                </a:custGeom>
                <a:solidFill>
                  <a:srgbClr val="FDC656"/>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35" name="Google Shape;135;p15"/>
                <p:cNvSpPr/>
                <p:nvPr/>
              </p:nvSpPr>
              <p:spPr>
                <a:xfrm flipH="1">
                  <a:off x="8493625" y="473419"/>
                  <a:ext cx="148626" cy="56741"/>
                </a:xfrm>
                <a:custGeom>
                  <a:rect b="b" l="l" r="r" t="t"/>
                  <a:pathLst>
                    <a:path extrusionOk="0" h="494" w="1294">
                      <a:moveTo>
                        <a:pt x="0" y="0"/>
                      </a:moveTo>
                      <a:lnTo>
                        <a:pt x="1259" y="406"/>
                      </a:lnTo>
                      <a:cubicBezTo>
                        <a:pt x="1273" y="434"/>
                        <a:pt x="1285" y="463"/>
                        <a:pt x="1294" y="494"/>
                      </a:cubicBezTo>
                      <a:lnTo>
                        <a:pt x="157" y="127"/>
                      </a:lnTo>
                      <a:cubicBezTo>
                        <a:pt x="102" y="88"/>
                        <a:pt x="48" y="46"/>
                        <a:pt x="0" y="0"/>
                      </a:cubicBezTo>
                      <a:close/>
                    </a:path>
                  </a:pathLst>
                </a:custGeom>
                <a:solidFill>
                  <a:srgbClr val="FDC656"/>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36" name="Google Shape;136;p15"/>
                <p:cNvSpPr/>
                <p:nvPr/>
              </p:nvSpPr>
              <p:spPr>
                <a:xfrm flipH="1">
                  <a:off x="8495577" y="466183"/>
                  <a:ext cx="153679" cy="58349"/>
                </a:xfrm>
                <a:custGeom>
                  <a:rect b="b" l="l" r="r" t="t"/>
                  <a:pathLst>
                    <a:path extrusionOk="0" h="508" w="1338">
                      <a:moveTo>
                        <a:pt x="0" y="0"/>
                      </a:moveTo>
                      <a:lnTo>
                        <a:pt x="1290" y="417"/>
                      </a:lnTo>
                      <a:cubicBezTo>
                        <a:pt x="1309" y="446"/>
                        <a:pt x="1325" y="476"/>
                        <a:pt x="1338" y="508"/>
                      </a:cubicBezTo>
                      <a:lnTo>
                        <a:pt x="122" y="117"/>
                      </a:lnTo>
                      <a:cubicBezTo>
                        <a:pt x="78" y="81"/>
                        <a:pt x="37" y="42"/>
                        <a:pt x="0" y="0"/>
                      </a:cubicBezTo>
                      <a:close/>
                    </a:path>
                  </a:pathLst>
                </a:custGeom>
                <a:solidFill>
                  <a:srgbClr val="FDC757"/>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37" name="Google Shape;137;p15"/>
                <p:cNvSpPr/>
                <p:nvPr/>
              </p:nvSpPr>
              <p:spPr>
                <a:xfrm flipH="1">
                  <a:off x="8498334" y="459636"/>
                  <a:ext cx="156206" cy="59153"/>
                </a:xfrm>
                <a:custGeom>
                  <a:rect b="b" l="l" r="r" t="t"/>
                  <a:pathLst>
                    <a:path extrusionOk="0" h="515" w="1360">
                      <a:moveTo>
                        <a:pt x="0" y="0"/>
                      </a:moveTo>
                      <a:lnTo>
                        <a:pt x="1297" y="418"/>
                      </a:lnTo>
                      <a:cubicBezTo>
                        <a:pt x="1321" y="449"/>
                        <a:pt x="1342" y="481"/>
                        <a:pt x="1360" y="515"/>
                      </a:cubicBezTo>
                      <a:lnTo>
                        <a:pt x="93" y="106"/>
                      </a:lnTo>
                      <a:cubicBezTo>
                        <a:pt x="59" y="73"/>
                        <a:pt x="27" y="38"/>
                        <a:pt x="0" y="0"/>
                      </a:cubicBezTo>
                      <a:close/>
                    </a:path>
                  </a:pathLst>
                </a:custGeom>
                <a:solidFill>
                  <a:srgbClr val="FDC858"/>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38" name="Google Shape;138;p15"/>
                <p:cNvSpPr/>
                <p:nvPr/>
              </p:nvSpPr>
              <p:spPr>
                <a:xfrm flipH="1">
                  <a:off x="8332480" y="237843"/>
                  <a:ext cx="493428" cy="493324"/>
                </a:xfrm>
                <a:custGeom>
                  <a:rect b="b" l="l" r="r" t="t"/>
                  <a:pathLst>
                    <a:path extrusionOk="0" h="4295" w="4296">
                      <a:moveTo>
                        <a:pt x="3667" y="629"/>
                      </a:moveTo>
                      <a:cubicBezTo>
                        <a:pt x="3934" y="895"/>
                        <a:pt x="4125" y="1228"/>
                        <a:pt x="4223" y="1592"/>
                      </a:cubicBezTo>
                      <a:cubicBezTo>
                        <a:pt x="4320" y="1957"/>
                        <a:pt x="4320" y="2339"/>
                        <a:pt x="4223" y="2703"/>
                      </a:cubicBezTo>
                      <a:cubicBezTo>
                        <a:pt x="4125" y="3068"/>
                        <a:pt x="3933" y="3400"/>
                        <a:pt x="3667" y="3666"/>
                      </a:cubicBezTo>
                      <a:cubicBezTo>
                        <a:pt x="3400" y="3933"/>
                        <a:pt x="3068" y="4125"/>
                        <a:pt x="2704" y="4222"/>
                      </a:cubicBezTo>
                      <a:cubicBezTo>
                        <a:pt x="2339" y="4320"/>
                        <a:pt x="1956" y="4320"/>
                        <a:pt x="1592" y="4222"/>
                      </a:cubicBezTo>
                      <a:cubicBezTo>
                        <a:pt x="1227" y="4125"/>
                        <a:pt x="895" y="3933"/>
                        <a:pt x="629" y="3666"/>
                      </a:cubicBezTo>
                      <a:cubicBezTo>
                        <a:pt x="362" y="3400"/>
                        <a:pt x="171" y="3068"/>
                        <a:pt x="74" y="2703"/>
                      </a:cubicBezTo>
                      <a:cubicBezTo>
                        <a:pt x="-24" y="2339"/>
                        <a:pt x="-24" y="1956"/>
                        <a:pt x="74" y="1592"/>
                      </a:cubicBezTo>
                      <a:cubicBezTo>
                        <a:pt x="171" y="1227"/>
                        <a:pt x="362" y="896"/>
                        <a:pt x="629" y="629"/>
                      </a:cubicBezTo>
                      <a:cubicBezTo>
                        <a:pt x="895" y="363"/>
                        <a:pt x="1228" y="170"/>
                        <a:pt x="1592" y="73"/>
                      </a:cubicBezTo>
                      <a:cubicBezTo>
                        <a:pt x="1957" y="-25"/>
                        <a:pt x="2340" y="-25"/>
                        <a:pt x="2704" y="73"/>
                      </a:cubicBezTo>
                      <a:cubicBezTo>
                        <a:pt x="3069" y="170"/>
                        <a:pt x="3401" y="362"/>
                        <a:pt x="3667" y="629"/>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39" name="Google Shape;139;p15"/>
                <p:cNvSpPr txBox="1"/>
                <p:nvPr/>
              </p:nvSpPr>
              <p:spPr>
                <a:xfrm>
                  <a:off x="8316399" y="231845"/>
                  <a:ext cx="517500" cy="517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2533"/>
                    <a:buFont typeface="Be Vietnam Pro"/>
                    <a:buNone/>
                  </a:pPr>
                  <a:r>
                    <a:rPr b="1" lang="en-US" sz="2533" strike="noStrike">
                      <a:solidFill>
                        <a:schemeClr val="dk1"/>
                      </a:solidFill>
                      <a:latin typeface="Be Vietnam Pro"/>
                      <a:ea typeface="Be Vietnam Pro"/>
                      <a:cs typeface="Be Vietnam Pro"/>
                      <a:sym typeface="Be Vietnam Pro"/>
                    </a:rPr>
                    <a:t>$</a:t>
                  </a:r>
                  <a:endParaRPr b="1" sz="2533" strike="noStrike">
                    <a:solidFill>
                      <a:schemeClr val="dk1"/>
                    </a:solidFill>
                    <a:latin typeface="Be Vietnam Pro"/>
                    <a:ea typeface="Be Vietnam Pro"/>
                    <a:cs typeface="Be Vietnam Pro"/>
                    <a:sym typeface="Be Vietnam Pro"/>
                  </a:endParaRPr>
                </a:p>
              </p:txBody>
            </p:sp>
          </p:grpSp>
          <p:sp>
            <p:nvSpPr>
              <p:cNvPr id="140" name="Google Shape;140;p15"/>
              <p:cNvSpPr/>
              <p:nvPr/>
            </p:nvSpPr>
            <p:spPr>
              <a:xfrm flipH="1">
                <a:off x="94971" y="4646357"/>
                <a:ext cx="751204" cy="66468"/>
              </a:xfrm>
              <a:custGeom>
                <a:rect b="b" l="l" r="r" t="t"/>
                <a:pathLst>
                  <a:path extrusionOk="0" h="227" w="5369">
                    <a:moveTo>
                      <a:pt x="5369" y="114"/>
                    </a:moveTo>
                    <a:cubicBezTo>
                      <a:pt x="5369" y="134"/>
                      <a:pt x="5245" y="154"/>
                      <a:pt x="5010" y="171"/>
                    </a:cubicBezTo>
                    <a:cubicBezTo>
                      <a:pt x="4774" y="189"/>
                      <a:pt x="4435" y="202"/>
                      <a:pt x="4027" y="212"/>
                    </a:cubicBezTo>
                    <a:cubicBezTo>
                      <a:pt x="3619" y="222"/>
                      <a:pt x="3155" y="227"/>
                      <a:pt x="2684" y="227"/>
                    </a:cubicBezTo>
                    <a:cubicBezTo>
                      <a:pt x="2212" y="227"/>
                      <a:pt x="1750" y="222"/>
                      <a:pt x="1342" y="212"/>
                    </a:cubicBezTo>
                    <a:cubicBezTo>
                      <a:pt x="934" y="202"/>
                      <a:pt x="594" y="189"/>
                      <a:pt x="359" y="171"/>
                    </a:cubicBezTo>
                    <a:cubicBezTo>
                      <a:pt x="123" y="154"/>
                      <a:pt x="0" y="134"/>
                      <a:pt x="0" y="114"/>
                    </a:cubicBezTo>
                    <a:cubicBezTo>
                      <a:pt x="0" y="94"/>
                      <a:pt x="124" y="74"/>
                      <a:pt x="359" y="57"/>
                    </a:cubicBezTo>
                    <a:cubicBezTo>
                      <a:pt x="595" y="40"/>
                      <a:pt x="934" y="25"/>
                      <a:pt x="1342" y="15"/>
                    </a:cubicBezTo>
                    <a:cubicBezTo>
                      <a:pt x="1750" y="5"/>
                      <a:pt x="2213" y="0"/>
                      <a:pt x="2684" y="0"/>
                    </a:cubicBezTo>
                    <a:cubicBezTo>
                      <a:pt x="3156" y="0"/>
                      <a:pt x="3619" y="5"/>
                      <a:pt x="4027" y="15"/>
                    </a:cubicBezTo>
                    <a:cubicBezTo>
                      <a:pt x="4435" y="25"/>
                      <a:pt x="4774" y="40"/>
                      <a:pt x="5010" y="57"/>
                    </a:cubicBezTo>
                    <a:cubicBezTo>
                      <a:pt x="5245" y="74"/>
                      <a:pt x="5369" y="94"/>
                      <a:pt x="5369" y="114"/>
                    </a:cubicBezTo>
                    <a:close/>
                  </a:path>
                </a:pathLst>
              </a:custGeom>
              <a:solidFill>
                <a:srgbClr val="61795F">
                  <a:alpha val="20000"/>
                </a:srgbClr>
              </a:solidFill>
              <a:ln>
                <a:noFill/>
              </a:ln>
            </p:spPr>
            <p:txBody>
              <a:bodyPr anchorCtr="1" anchor="ctr" bIns="36700" lIns="90000" spcFirstLastPara="1" rIns="90000" wrap="square" tIns="367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grpSp>
            <p:nvGrpSpPr>
              <p:cNvPr id="141" name="Google Shape;141;p15"/>
              <p:cNvGrpSpPr/>
              <p:nvPr/>
            </p:nvGrpSpPr>
            <p:grpSpPr>
              <a:xfrm>
                <a:off x="132262" y="4248579"/>
                <a:ext cx="650740" cy="416762"/>
                <a:chOff x="7504675" y="948450"/>
                <a:chExt cx="1903305" cy="1218960"/>
              </a:xfrm>
            </p:grpSpPr>
            <p:sp>
              <p:nvSpPr>
                <p:cNvPr id="142" name="Google Shape;142;p15"/>
                <p:cNvSpPr/>
                <p:nvPr/>
              </p:nvSpPr>
              <p:spPr>
                <a:xfrm>
                  <a:off x="7740108" y="1194690"/>
                  <a:ext cx="1447560" cy="248760"/>
                </a:xfrm>
                <a:custGeom>
                  <a:rect b="b" l="l" r="r" t="t"/>
                  <a:pathLst>
                    <a:path extrusionOk="0" h="691" w="4021">
                      <a:moveTo>
                        <a:pt x="0" y="0"/>
                      </a:moveTo>
                      <a:lnTo>
                        <a:pt x="4021" y="0"/>
                      </a:lnTo>
                      <a:lnTo>
                        <a:pt x="4021" y="691"/>
                      </a:lnTo>
                      <a:lnTo>
                        <a:pt x="0" y="69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grpSp>
              <p:nvGrpSpPr>
                <p:cNvPr id="143" name="Google Shape;143;p15"/>
                <p:cNvGrpSpPr/>
                <p:nvPr/>
              </p:nvGrpSpPr>
              <p:grpSpPr>
                <a:xfrm>
                  <a:off x="7849188" y="1194690"/>
                  <a:ext cx="1222560" cy="248760"/>
                  <a:chOff x="7849188" y="1194690"/>
                  <a:chExt cx="1222560" cy="248760"/>
                </a:xfrm>
              </p:grpSpPr>
              <p:sp>
                <p:nvSpPr>
                  <p:cNvPr id="144" name="Google Shape;144;p15"/>
                  <p:cNvSpPr/>
                  <p:nvPr/>
                </p:nvSpPr>
                <p:spPr>
                  <a:xfrm>
                    <a:off x="7849188" y="1194690"/>
                    <a:ext cx="78120" cy="248760"/>
                  </a:xfrm>
                  <a:custGeom>
                    <a:rect b="b" l="l" r="r" t="t"/>
                    <a:pathLst>
                      <a:path extrusionOk="0" h="691" w="217">
                        <a:moveTo>
                          <a:pt x="0" y="0"/>
                        </a:moveTo>
                        <a:lnTo>
                          <a:pt x="217" y="0"/>
                        </a:lnTo>
                        <a:lnTo>
                          <a:pt x="217" y="691"/>
                        </a:lnTo>
                        <a:lnTo>
                          <a:pt x="0" y="69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45" name="Google Shape;145;p15"/>
                  <p:cNvSpPr/>
                  <p:nvPr/>
                </p:nvSpPr>
                <p:spPr>
                  <a:xfrm>
                    <a:off x="8039628" y="1194690"/>
                    <a:ext cx="78480" cy="248760"/>
                  </a:xfrm>
                  <a:custGeom>
                    <a:rect b="b" l="l" r="r" t="t"/>
                    <a:pathLst>
                      <a:path extrusionOk="0" h="691" w="218">
                        <a:moveTo>
                          <a:pt x="0" y="0"/>
                        </a:moveTo>
                        <a:lnTo>
                          <a:pt x="218" y="0"/>
                        </a:lnTo>
                        <a:lnTo>
                          <a:pt x="218" y="691"/>
                        </a:lnTo>
                        <a:lnTo>
                          <a:pt x="0" y="69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46" name="Google Shape;146;p15"/>
                  <p:cNvSpPr/>
                  <p:nvPr/>
                </p:nvSpPr>
                <p:spPr>
                  <a:xfrm>
                    <a:off x="8230428" y="1194690"/>
                    <a:ext cx="78480" cy="248760"/>
                  </a:xfrm>
                  <a:custGeom>
                    <a:rect b="b" l="l" r="r" t="t"/>
                    <a:pathLst>
                      <a:path extrusionOk="0" h="691" w="218">
                        <a:moveTo>
                          <a:pt x="0" y="0"/>
                        </a:moveTo>
                        <a:lnTo>
                          <a:pt x="218" y="0"/>
                        </a:lnTo>
                        <a:lnTo>
                          <a:pt x="218" y="691"/>
                        </a:lnTo>
                        <a:lnTo>
                          <a:pt x="0" y="69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47" name="Google Shape;147;p15"/>
                  <p:cNvSpPr/>
                  <p:nvPr/>
                </p:nvSpPr>
                <p:spPr>
                  <a:xfrm>
                    <a:off x="8421228" y="1194690"/>
                    <a:ext cx="78480" cy="248760"/>
                  </a:xfrm>
                  <a:custGeom>
                    <a:rect b="b" l="l" r="r" t="t"/>
                    <a:pathLst>
                      <a:path extrusionOk="0" h="691" w="218">
                        <a:moveTo>
                          <a:pt x="0" y="0"/>
                        </a:moveTo>
                        <a:lnTo>
                          <a:pt x="218" y="0"/>
                        </a:lnTo>
                        <a:lnTo>
                          <a:pt x="218" y="691"/>
                        </a:lnTo>
                        <a:lnTo>
                          <a:pt x="0" y="69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48" name="Google Shape;148;p15"/>
                  <p:cNvSpPr/>
                  <p:nvPr/>
                </p:nvSpPr>
                <p:spPr>
                  <a:xfrm>
                    <a:off x="8612028" y="1194690"/>
                    <a:ext cx="78480" cy="248760"/>
                  </a:xfrm>
                  <a:custGeom>
                    <a:rect b="b" l="l" r="r" t="t"/>
                    <a:pathLst>
                      <a:path extrusionOk="0" h="691" w="218">
                        <a:moveTo>
                          <a:pt x="0" y="0"/>
                        </a:moveTo>
                        <a:lnTo>
                          <a:pt x="218" y="0"/>
                        </a:lnTo>
                        <a:lnTo>
                          <a:pt x="218" y="691"/>
                        </a:lnTo>
                        <a:lnTo>
                          <a:pt x="0" y="69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49" name="Google Shape;149;p15"/>
                  <p:cNvSpPr/>
                  <p:nvPr/>
                </p:nvSpPr>
                <p:spPr>
                  <a:xfrm>
                    <a:off x="8802828" y="1194690"/>
                    <a:ext cx="78120" cy="248760"/>
                  </a:xfrm>
                  <a:custGeom>
                    <a:rect b="b" l="l" r="r" t="t"/>
                    <a:pathLst>
                      <a:path extrusionOk="0" h="691" w="217">
                        <a:moveTo>
                          <a:pt x="0" y="0"/>
                        </a:moveTo>
                        <a:lnTo>
                          <a:pt x="217" y="0"/>
                        </a:lnTo>
                        <a:lnTo>
                          <a:pt x="217" y="691"/>
                        </a:lnTo>
                        <a:lnTo>
                          <a:pt x="0" y="69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50" name="Google Shape;150;p15"/>
                  <p:cNvSpPr/>
                  <p:nvPr/>
                </p:nvSpPr>
                <p:spPr>
                  <a:xfrm>
                    <a:off x="8993628" y="1194690"/>
                    <a:ext cx="78120" cy="248760"/>
                  </a:xfrm>
                  <a:custGeom>
                    <a:rect b="b" l="l" r="r" t="t"/>
                    <a:pathLst>
                      <a:path extrusionOk="0" h="691" w="217">
                        <a:moveTo>
                          <a:pt x="0" y="0"/>
                        </a:moveTo>
                        <a:lnTo>
                          <a:pt x="217" y="0"/>
                        </a:lnTo>
                        <a:lnTo>
                          <a:pt x="217" y="691"/>
                        </a:lnTo>
                        <a:lnTo>
                          <a:pt x="0" y="69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grpSp>
            <p:sp>
              <p:nvSpPr>
                <p:cNvPr id="151" name="Google Shape;151;p15"/>
                <p:cNvSpPr/>
                <p:nvPr/>
              </p:nvSpPr>
              <p:spPr>
                <a:xfrm>
                  <a:off x="7960420" y="948450"/>
                  <a:ext cx="1447560" cy="248760"/>
                </a:xfrm>
                <a:custGeom>
                  <a:rect b="b" l="l" r="r" t="t"/>
                  <a:pathLst>
                    <a:path extrusionOk="0" h="691" w="4021">
                      <a:moveTo>
                        <a:pt x="0" y="0"/>
                      </a:moveTo>
                      <a:lnTo>
                        <a:pt x="4021" y="0"/>
                      </a:lnTo>
                      <a:lnTo>
                        <a:pt x="4021" y="691"/>
                      </a:lnTo>
                      <a:lnTo>
                        <a:pt x="0" y="69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grpSp>
              <p:nvGrpSpPr>
                <p:cNvPr id="152" name="Google Shape;152;p15"/>
                <p:cNvGrpSpPr/>
                <p:nvPr/>
              </p:nvGrpSpPr>
              <p:grpSpPr>
                <a:xfrm>
                  <a:off x="8069500" y="948450"/>
                  <a:ext cx="1222920" cy="248760"/>
                  <a:chOff x="8069500" y="948450"/>
                  <a:chExt cx="1222920" cy="248760"/>
                </a:xfrm>
              </p:grpSpPr>
              <p:sp>
                <p:nvSpPr>
                  <p:cNvPr id="153" name="Google Shape;153;p15"/>
                  <p:cNvSpPr/>
                  <p:nvPr/>
                </p:nvSpPr>
                <p:spPr>
                  <a:xfrm>
                    <a:off x="8069500" y="948450"/>
                    <a:ext cx="78480" cy="248760"/>
                  </a:xfrm>
                  <a:custGeom>
                    <a:rect b="b" l="l" r="r" t="t"/>
                    <a:pathLst>
                      <a:path extrusionOk="0" h="691" w="218">
                        <a:moveTo>
                          <a:pt x="0" y="0"/>
                        </a:moveTo>
                        <a:lnTo>
                          <a:pt x="218" y="0"/>
                        </a:lnTo>
                        <a:lnTo>
                          <a:pt x="218" y="691"/>
                        </a:lnTo>
                        <a:lnTo>
                          <a:pt x="0" y="69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54" name="Google Shape;154;p15"/>
                  <p:cNvSpPr/>
                  <p:nvPr/>
                </p:nvSpPr>
                <p:spPr>
                  <a:xfrm>
                    <a:off x="8260300" y="948450"/>
                    <a:ext cx="78120" cy="248760"/>
                  </a:xfrm>
                  <a:custGeom>
                    <a:rect b="b" l="l" r="r" t="t"/>
                    <a:pathLst>
                      <a:path extrusionOk="0" h="691" w="217">
                        <a:moveTo>
                          <a:pt x="0" y="0"/>
                        </a:moveTo>
                        <a:lnTo>
                          <a:pt x="217" y="0"/>
                        </a:lnTo>
                        <a:lnTo>
                          <a:pt x="217" y="691"/>
                        </a:lnTo>
                        <a:lnTo>
                          <a:pt x="0" y="69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55" name="Google Shape;155;p15"/>
                  <p:cNvSpPr/>
                  <p:nvPr/>
                </p:nvSpPr>
                <p:spPr>
                  <a:xfrm>
                    <a:off x="8451100" y="948450"/>
                    <a:ext cx="78120" cy="248760"/>
                  </a:xfrm>
                  <a:custGeom>
                    <a:rect b="b" l="l" r="r" t="t"/>
                    <a:pathLst>
                      <a:path extrusionOk="0" h="691" w="217">
                        <a:moveTo>
                          <a:pt x="0" y="0"/>
                        </a:moveTo>
                        <a:lnTo>
                          <a:pt x="217" y="0"/>
                        </a:lnTo>
                        <a:lnTo>
                          <a:pt x="217" y="691"/>
                        </a:lnTo>
                        <a:lnTo>
                          <a:pt x="0" y="69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56" name="Google Shape;156;p15"/>
                  <p:cNvSpPr/>
                  <p:nvPr/>
                </p:nvSpPr>
                <p:spPr>
                  <a:xfrm>
                    <a:off x="8641900" y="948450"/>
                    <a:ext cx="78120" cy="248760"/>
                  </a:xfrm>
                  <a:custGeom>
                    <a:rect b="b" l="l" r="r" t="t"/>
                    <a:pathLst>
                      <a:path extrusionOk="0" h="691" w="217">
                        <a:moveTo>
                          <a:pt x="0" y="0"/>
                        </a:moveTo>
                        <a:lnTo>
                          <a:pt x="217" y="0"/>
                        </a:lnTo>
                        <a:lnTo>
                          <a:pt x="217" y="691"/>
                        </a:lnTo>
                        <a:lnTo>
                          <a:pt x="0" y="69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57" name="Google Shape;157;p15"/>
                  <p:cNvSpPr/>
                  <p:nvPr/>
                </p:nvSpPr>
                <p:spPr>
                  <a:xfrm>
                    <a:off x="8832340" y="948450"/>
                    <a:ext cx="78480" cy="248760"/>
                  </a:xfrm>
                  <a:custGeom>
                    <a:rect b="b" l="l" r="r" t="t"/>
                    <a:pathLst>
                      <a:path extrusionOk="0" h="691" w="218">
                        <a:moveTo>
                          <a:pt x="0" y="0"/>
                        </a:moveTo>
                        <a:lnTo>
                          <a:pt x="218" y="0"/>
                        </a:lnTo>
                        <a:lnTo>
                          <a:pt x="218" y="691"/>
                        </a:lnTo>
                        <a:lnTo>
                          <a:pt x="0" y="69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58" name="Google Shape;158;p15"/>
                  <p:cNvSpPr/>
                  <p:nvPr/>
                </p:nvSpPr>
                <p:spPr>
                  <a:xfrm>
                    <a:off x="9023140" y="948450"/>
                    <a:ext cx="78480" cy="248760"/>
                  </a:xfrm>
                  <a:custGeom>
                    <a:rect b="b" l="l" r="r" t="t"/>
                    <a:pathLst>
                      <a:path extrusionOk="0" h="691" w="218">
                        <a:moveTo>
                          <a:pt x="0" y="0"/>
                        </a:moveTo>
                        <a:lnTo>
                          <a:pt x="218" y="0"/>
                        </a:lnTo>
                        <a:lnTo>
                          <a:pt x="218" y="691"/>
                        </a:lnTo>
                        <a:lnTo>
                          <a:pt x="0" y="69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59" name="Google Shape;159;p15"/>
                  <p:cNvSpPr/>
                  <p:nvPr/>
                </p:nvSpPr>
                <p:spPr>
                  <a:xfrm>
                    <a:off x="9213940" y="948450"/>
                    <a:ext cx="78480" cy="248760"/>
                  </a:xfrm>
                  <a:custGeom>
                    <a:rect b="b" l="l" r="r" t="t"/>
                    <a:pathLst>
                      <a:path extrusionOk="0" h="691" w="218">
                        <a:moveTo>
                          <a:pt x="0" y="0"/>
                        </a:moveTo>
                        <a:lnTo>
                          <a:pt x="218" y="0"/>
                        </a:lnTo>
                        <a:lnTo>
                          <a:pt x="218" y="691"/>
                        </a:lnTo>
                        <a:lnTo>
                          <a:pt x="0" y="69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grpSp>
            <p:sp>
              <p:nvSpPr>
                <p:cNvPr id="160" name="Google Shape;160;p15"/>
                <p:cNvSpPr/>
                <p:nvPr/>
              </p:nvSpPr>
              <p:spPr>
                <a:xfrm>
                  <a:off x="7778268" y="1442010"/>
                  <a:ext cx="1447560" cy="248400"/>
                </a:xfrm>
                <a:custGeom>
                  <a:rect b="b" l="l" r="r" t="t"/>
                  <a:pathLst>
                    <a:path extrusionOk="0" h="690" w="4021">
                      <a:moveTo>
                        <a:pt x="0" y="0"/>
                      </a:moveTo>
                      <a:lnTo>
                        <a:pt x="4021" y="0"/>
                      </a:lnTo>
                      <a:lnTo>
                        <a:pt x="4021" y="690"/>
                      </a:lnTo>
                      <a:lnTo>
                        <a:pt x="0" y="690"/>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61" name="Google Shape;161;p15"/>
                <p:cNvSpPr/>
                <p:nvPr/>
              </p:nvSpPr>
              <p:spPr>
                <a:xfrm>
                  <a:off x="7504675" y="1678530"/>
                  <a:ext cx="1447560" cy="248760"/>
                </a:xfrm>
                <a:custGeom>
                  <a:rect b="b" l="l" r="r" t="t"/>
                  <a:pathLst>
                    <a:path extrusionOk="0" h="691" w="4021">
                      <a:moveTo>
                        <a:pt x="0" y="0"/>
                      </a:moveTo>
                      <a:lnTo>
                        <a:pt x="4021" y="0"/>
                      </a:lnTo>
                      <a:lnTo>
                        <a:pt x="4021" y="691"/>
                      </a:lnTo>
                      <a:lnTo>
                        <a:pt x="0" y="69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62" name="Google Shape;162;p15"/>
                <p:cNvSpPr/>
                <p:nvPr/>
              </p:nvSpPr>
              <p:spPr>
                <a:xfrm>
                  <a:off x="7778268" y="1919010"/>
                  <a:ext cx="1447560" cy="248400"/>
                </a:xfrm>
                <a:custGeom>
                  <a:rect b="b" l="l" r="r" t="t"/>
                  <a:pathLst>
                    <a:path extrusionOk="0" h="690" w="4021">
                      <a:moveTo>
                        <a:pt x="0" y="0"/>
                      </a:moveTo>
                      <a:lnTo>
                        <a:pt x="4021" y="0"/>
                      </a:lnTo>
                      <a:lnTo>
                        <a:pt x="4021" y="690"/>
                      </a:lnTo>
                      <a:lnTo>
                        <a:pt x="0" y="690"/>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grpSp>
              <p:nvGrpSpPr>
                <p:cNvPr id="163" name="Google Shape;163;p15"/>
                <p:cNvGrpSpPr/>
                <p:nvPr/>
              </p:nvGrpSpPr>
              <p:grpSpPr>
                <a:xfrm>
                  <a:off x="7613755" y="1442010"/>
                  <a:ext cx="1496513" cy="725400"/>
                  <a:chOff x="7613755" y="1442010"/>
                  <a:chExt cx="1496513" cy="725400"/>
                </a:xfrm>
              </p:grpSpPr>
              <p:sp>
                <p:nvSpPr>
                  <p:cNvPr id="164" name="Google Shape;164;p15"/>
                  <p:cNvSpPr/>
                  <p:nvPr/>
                </p:nvSpPr>
                <p:spPr>
                  <a:xfrm>
                    <a:off x="7887348" y="1442010"/>
                    <a:ext cx="78480" cy="248400"/>
                  </a:xfrm>
                  <a:custGeom>
                    <a:rect b="b" l="l" r="r" t="t"/>
                    <a:pathLst>
                      <a:path extrusionOk="0" h="690" w="218">
                        <a:moveTo>
                          <a:pt x="0" y="0"/>
                        </a:moveTo>
                        <a:lnTo>
                          <a:pt x="218" y="0"/>
                        </a:lnTo>
                        <a:lnTo>
                          <a:pt x="218" y="690"/>
                        </a:lnTo>
                        <a:lnTo>
                          <a:pt x="0" y="69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65" name="Google Shape;165;p15"/>
                  <p:cNvSpPr/>
                  <p:nvPr/>
                </p:nvSpPr>
                <p:spPr>
                  <a:xfrm>
                    <a:off x="8078148" y="1442010"/>
                    <a:ext cx="78480" cy="248400"/>
                  </a:xfrm>
                  <a:custGeom>
                    <a:rect b="b" l="l" r="r" t="t"/>
                    <a:pathLst>
                      <a:path extrusionOk="0" h="690" w="218">
                        <a:moveTo>
                          <a:pt x="0" y="0"/>
                        </a:moveTo>
                        <a:lnTo>
                          <a:pt x="218" y="0"/>
                        </a:lnTo>
                        <a:lnTo>
                          <a:pt x="218" y="690"/>
                        </a:lnTo>
                        <a:lnTo>
                          <a:pt x="0" y="69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66" name="Google Shape;166;p15"/>
                  <p:cNvSpPr/>
                  <p:nvPr/>
                </p:nvSpPr>
                <p:spPr>
                  <a:xfrm>
                    <a:off x="8268948" y="1442010"/>
                    <a:ext cx="78120" cy="248400"/>
                  </a:xfrm>
                  <a:custGeom>
                    <a:rect b="b" l="l" r="r" t="t"/>
                    <a:pathLst>
                      <a:path extrusionOk="0" h="690" w="217">
                        <a:moveTo>
                          <a:pt x="0" y="0"/>
                        </a:moveTo>
                        <a:lnTo>
                          <a:pt x="217" y="0"/>
                        </a:lnTo>
                        <a:lnTo>
                          <a:pt x="217" y="690"/>
                        </a:lnTo>
                        <a:lnTo>
                          <a:pt x="0" y="69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67" name="Google Shape;167;p15"/>
                  <p:cNvSpPr/>
                  <p:nvPr/>
                </p:nvSpPr>
                <p:spPr>
                  <a:xfrm>
                    <a:off x="8459748" y="1442010"/>
                    <a:ext cx="78120" cy="248400"/>
                  </a:xfrm>
                  <a:custGeom>
                    <a:rect b="b" l="l" r="r" t="t"/>
                    <a:pathLst>
                      <a:path extrusionOk="0" h="690" w="217">
                        <a:moveTo>
                          <a:pt x="0" y="0"/>
                        </a:moveTo>
                        <a:lnTo>
                          <a:pt x="217" y="0"/>
                        </a:lnTo>
                        <a:lnTo>
                          <a:pt x="217" y="690"/>
                        </a:lnTo>
                        <a:lnTo>
                          <a:pt x="0" y="69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68" name="Google Shape;168;p15"/>
                  <p:cNvSpPr/>
                  <p:nvPr/>
                </p:nvSpPr>
                <p:spPr>
                  <a:xfrm>
                    <a:off x="8650188" y="1442010"/>
                    <a:ext cx="78480" cy="248400"/>
                  </a:xfrm>
                  <a:custGeom>
                    <a:rect b="b" l="l" r="r" t="t"/>
                    <a:pathLst>
                      <a:path extrusionOk="0" h="690" w="218">
                        <a:moveTo>
                          <a:pt x="0" y="0"/>
                        </a:moveTo>
                        <a:lnTo>
                          <a:pt x="218" y="0"/>
                        </a:lnTo>
                        <a:lnTo>
                          <a:pt x="218" y="690"/>
                        </a:lnTo>
                        <a:lnTo>
                          <a:pt x="0" y="69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69" name="Google Shape;169;p15"/>
                  <p:cNvSpPr/>
                  <p:nvPr/>
                </p:nvSpPr>
                <p:spPr>
                  <a:xfrm>
                    <a:off x="8840988" y="1442010"/>
                    <a:ext cx="78480" cy="248400"/>
                  </a:xfrm>
                  <a:custGeom>
                    <a:rect b="b" l="l" r="r" t="t"/>
                    <a:pathLst>
                      <a:path extrusionOk="0" h="690" w="218">
                        <a:moveTo>
                          <a:pt x="0" y="0"/>
                        </a:moveTo>
                        <a:lnTo>
                          <a:pt x="218" y="0"/>
                        </a:lnTo>
                        <a:lnTo>
                          <a:pt x="218" y="690"/>
                        </a:lnTo>
                        <a:lnTo>
                          <a:pt x="0" y="69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70" name="Google Shape;170;p15"/>
                  <p:cNvSpPr/>
                  <p:nvPr/>
                </p:nvSpPr>
                <p:spPr>
                  <a:xfrm>
                    <a:off x="9031788" y="1442010"/>
                    <a:ext cx="78480" cy="248400"/>
                  </a:xfrm>
                  <a:custGeom>
                    <a:rect b="b" l="l" r="r" t="t"/>
                    <a:pathLst>
                      <a:path extrusionOk="0" h="690" w="218">
                        <a:moveTo>
                          <a:pt x="0" y="0"/>
                        </a:moveTo>
                        <a:lnTo>
                          <a:pt x="218" y="0"/>
                        </a:lnTo>
                        <a:lnTo>
                          <a:pt x="218" y="690"/>
                        </a:lnTo>
                        <a:lnTo>
                          <a:pt x="0" y="69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71" name="Google Shape;171;p15"/>
                  <p:cNvSpPr/>
                  <p:nvPr/>
                </p:nvSpPr>
                <p:spPr>
                  <a:xfrm>
                    <a:off x="7613755" y="1678530"/>
                    <a:ext cx="78120" cy="248760"/>
                  </a:xfrm>
                  <a:custGeom>
                    <a:rect b="b" l="l" r="r" t="t"/>
                    <a:pathLst>
                      <a:path extrusionOk="0" h="691" w="217">
                        <a:moveTo>
                          <a:pt x="0" y="0"/>
                        </a:moveTo>
                        <a:lnTo>
                          <a:pt x="217" y="0"/>
                        </a:lnTo>
                        <a:lnTo>
                          <a:pt x="217" y="691"/>
                        </a:lnTo>
                        <a:lnTo>
                          <a:pt x="0" y="69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72" name="Google Shape;172;p15"/>
                  <p:cNvSpPr/>
                  <p:nvPr/>
                </p:nvSpPr>
                <p:spPr>
                  <a:xfrm>
                    <a:off x="7804555" y="1678530"/>
                    <a:ext cx="78120" cy="248760"/>
                  </a:xfrm>
                  <a:custGeom>
                    <a:rect b="b" l="l" r="r" t="t"/>
                    <a:pathLst>
                      <a:path extrusionOk="0" h="691" w="217">
                        <a:moveTo>
                          <a:pt x="0" y="0"/>
                        </a:moveTo>
                        <a:lnTo>
                          <a:pt x="217" y="0"/>
                        </a:lnTo>
                        <a:lnTo>
                          <a:pt x="217" y="691"/>
                        </a:lnTo>
                        <a:lnTo>
                          <a:pt x="0" y="69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73" name="Google Shape;173;p15"/>
                  <p:cNvSpPr/>
                  <p:nvPr/>
                </p:nvSpPr>
                <p:spPr>
                  <a:xfrm>
                    <a:off x="7995355" y="1678530"/>
                    <a:ext cx="78120" cy="248760"/>
                  </a:xfrm>
                  <a:custGeom>
                    <a:rect b="b" l="l" r="r" t="t"/>
                    <a:pathLst>
                      <a:path extrusionOk="0" h="691" w="217">
                        <a:moveTo>
                          <a:pt x="0" y="0"/>
                        </a:moveTo>
                        <a:lnTo>
                          <a:pt x="217" y="0"/>
                        </a:lnTo>
                        <a:lnTo>
                          <a:pt x="217" y="691"/>
                        </a:lnTo>
                        <a:lnTo>
                          <a:pt x="0" y="69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74" name="Google Shape;174;p15"/>
                  <p:cNvSpPr/>
                  <p:nvPr/>
                </p:nvSpPr>
                <p:spPr>
                  <a:xfrm>
                    <a:off x="8185795" y="1678530"/>
                    <a:ext cx="78480" cy="248760"/>
                  </a:xfrm>
                  <a:custGeom>
                    <a:rect b="b" l="l" r="r" t="t"/>
                    <a:pathLst>
                      <a:path extrusionOk="0" h="691" w="218">
                        <a:moveTo>
                          <a:pt x="0" y="0"/>
                        </a:moveTo>
                        <a:lnTo>
                          <a:pt x="218" y="0"/>
                        </a:lnTo>
                        <a:lnTo>
                          <a:pt x="218" y="691"/>
                        </a:lnTo>
                        <a:lnTo>
                          <a:pt x="0" y="69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75" name="Google Shape;175;p15"/>
                  <p:cNvSpPr/>
                  <p:nvPr/>
                </p:nvSpPr>
                <p:spPr>
                  <a:xfrm>
                    <a:off x="8376595" y="1678530"/>
                    <a:ext cx="78480" cy="248760"/>
                  </a:xfrm>
                  <a:custGeom>
                    <a:rect b="b" l="l" r="r" t="t"/>
                    <a:pathLst>
                      <a:path extrusionOk="0" h="691" w="218">
                        <a:moveTo>
                          <a:pt x="0" y="0"/>
                        </a:moveTo>
                        <a:lnTo>
                          <a:pt x="218" y="0"/>
                        </a:lnTo>
                        <a:lnTo>
                          <a:pt x="218" y="691"/>
                        </a:lnTo>
                        <a:lnTo>
                          <a:pt x="0" y="69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76" name="Google Shape;176;p15"/>
                  <p:cNvSpPr/>
                  <p:nvPr/>
                </p:nvSpPr>
                <p:spPr>
                  <a:xfrm>
                    <a:off x="8567395" y="1678530"/>
                    <a:ext cx="78480" cy="248760"/>
                  </a:xfrm>
                  <a:custGeom>
                    <a:rect b="b" l="l" r="r" t="t"/>
                    <a:pathLst>
                      <a:path extrusionOk="0" h="691" w="218">
                        <a:moveTo>
                          <a:pt x="0" y="0"/>
                        </a:moveTo>
                        <a:lnTo>
                          <a:pt x="218" y="0"/>
                        </a:lnTo>
                        <a:lnTo>
                          <a:pt x="218" y="691"/>
                        </a:lnTo>
                        <a:lnTo>
                          <a:pt x="0" y="69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77" name="Google Shape;177;p15"/>
                  <p:cNvSpPr/>
                  <p:nvPr/>
                </p:nvSpPr>
                <p:spPr>
                  <a:xfrm>
                    <a:off x="8758195" y="1678530"/>
                    <a:ext cx="78480" cy="248760"/>
                  </a:xfrm>
                  <a:custGeom>
                    <a:rect b="b" l="l" r="r" t="t"/>
                    <a:pathLst>
                      <a:path extrusionOk="0" h="691" w="218">
                        <a:moveTo>
                          <a:pt x="0" y="0"/>
                        </a:moveTo>
                        <a:lnTo>
                          <a:pt x="218" y="0"/>
                        </a:lnTo>
                        <a:lnTo>
                          <a:pt x="218" y="691"/>
                        </a:lnTo>
                        <a:lnTo>
                          <a:pt x="0" y="69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78" name="Google Shape;178;p15"/>
                  <p:cNvSpPr/>
                  <p:nvPr/>
                </p:nvSpPr>
                <p:spPr>
                  <a:xfrm>
                    <a:off x="7887348" y="1919010"/>
                    <a:ext cx="78480" cy="248400"/>
                  </a:xfrm>
                  <a:custGeom>
                    <a:rect b="b" l="l" r="r" t="t"/>
                    <a:pathLst>
                      <a:path extrusionOk="0" h="690" w="218">
                        <a:moveTo>
                          <a:pt x="0" y="0"/>
                        </a:moveTo>
                        <a:lnTo>
                          <a:pt x="218" y="0"/>
                        </a:lnTo>
                        <a:lnTo>
                          <a:pt x="218" y="690"/>
                        </a:lnTo>
                        <a:lnTo>
                          <a:pt x="0" y="69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79" name="Google Shape;179;p15"/>
                  <p:cNvSpPr/>
                  <p:nvPr/>
                </p:nvSpPr>
                <p:spPr>
                  <a:xfrm>
                    <a:off x="8078148" y="1919010"/>
                    <a:ext cx="78480" cy="248400"/>
                  </a:xfrm>
                  <a:custGeom>
                    <a:rect b="b" l="l" r="r" t="t"/>
                    <a:pathLst>
                      <a:path extrusionOk="0" h="690" w="218">
                        <a:moveTo>
                          <a:pt x="0" y="0"/>
                        </a:moveTo>
                        <a:lnTo>
                          <a:pt x="218" y="0"/>
                        </a:lnTo>
                        <a:lnTo>
                          <a:pt x="218" y="690"/>
                        </a:lnTo>
                        <a:lnTo>
                          <a:pt x="0" y="69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80" name="Google Shape;180;p15"/>
                  <p:cNvSpPr/>
                  <p:nvPr/>
                </p:nvSpPr>
                <p:spPr>
                  <a:xfrm>
                    <a:off x="8268948" y="1919010"/>
                    <a:ext cx="78120" cy="248400"/>
                  </a:xfrm>
                  <a:custGeom>
                    <a:rect b="b" l="l" r="r" t="t"/>
                    <a:pathLst>
                      <a:path extrusionOk="0" h="690" w="217">
                        <a:moveTo>
                          <a:pt x="0" y="0"/>
                        </a:moveTo>
                        <a:lnTo>
                          <a:pt x="217" y="0"/>
                        </a:lnTo>
                        <a:lnTo>
                          <a:pt x="217" y="690"/>
                        </a:lnTo>
                        <a:lnTo>
                          <a:pt x="0" y="69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81" name="Google Shape;181;p15"/>
                  <p:cNvSpPr/>
                  <p:nvPr/>
                </p:nvSpPr>
                <p:spPr>
                  <a:xfrm>
                    <a:off x="8459748" y="1919010"/>
                    <a:ext cx="78120" cy="248400"/>
                  </a:xfrm>
                  <a:custGeom>
                    <a:rect b="b" l="l" r="r" t="t"/>
                    <a:pathLst>
                      <a:path extrusionOk="0" h="690" w="217">
                        <a:moveTo>
                          <a:pt x="0" y="0"/>
                        </a:moveTo>
                        <a:lnTo>
                          <a:pt x="217" y="0"/>
                        </a:lnTo>
                        <a:lnTo>
                          <a:pt x="217" y="690"/>
                        </a:lnTo>
                        <a:lnTo>
                          <a:pt x="0" y="69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82" name="Google Shape;182;p15"/>
                  <p:cNvSpPr/>
                  <p:nvPr/>
                </p:nvSpPr>
                <p:spPr>
                  <a:xfrm>
                    <a:off x="8650188" y="1919010"/>
                    <a:ext cx="78480" cy="248400"/>
                  </a:xfrm>
                  <a:custGeom>
                    <a:rect b="b" l="l" r="r" t="t"/>
                    <a:pathLst>
                      <a:path extrusionOk="0" h="690" w="218">
                        <a:moveTo>
                          <a:pt x="0" y="0"/>
                        </a:moveTo>
                        <a:lnTo>
                          <a:pt x="218" y="0"/>
                        </a:lnTo>
                        <a:lnTo>
                          <a:pt x="218" y="690"/>
                        </a:lnTo>
                        <a:lnTo>
                          <a:pt x="0" y="69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83" name="Google Shape;183;p15"/>
                  <p:cNvSpPr/>
                  <p:nvPr/>
                </p:nvSpPr>
                <p:spPr>
                  <a:xfrm>
                    <a:off x="8840988" y="1919010"/>
                    <a:ext cx="78480" cy="248400"/>
                  </a:xfrm>
                  <a:custGeom>
                    <a:rect b="b" l="l" r="r" t="t"/>
                    <a:pathLst>
                      <a:path extrusionOk="0" h="690" w="218">
                        <a:moveTo>
                          <a:pt x="0" y="0"/>
                        </a:moveTo>
                        <a:lnTo>
                          <a:pt x="218" y="0"/>
                        </a:lnTo>
                        <a:lnTo>
                          <a:pt x="218" y="690"/>
                        </a:lnTo>
                        <a:lnTo>
                          <a:pt x="0" y="69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84" name="Google Shape;184;p15"/>
                  <p:cNvSpPr/>
                  <p:nvPr/>
                </p:nvSpPr>
                <p:spPr>
                  <a:xfrm>
                    <a:off x="9031788" y="1919010"/>
                    <a:ext cx="78480" cy="248400"/>
                  </a:xfrm>
                  <a:custGeom>
                    <a:rect b="b" l="l" r="r" t="t"/>
                    <a:pathLst>
                      <a:path extrusionOk="0" h="690" w="218">
                        <a:moveTo>
                          <a:pt x="0" y="0"/>
                        </a:moveTo>
                        <a:lnTo>
                          <a:pt x="218" y="0"/>
                        </a:lnTo>
                        <a:lnTo>
                          <a:pt x="218" y="690"/>
                        </a:lnTo>
                        <a:lnTo>
                          <a:pt x="0" y="69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grpSp>
            <p:grpSp>
              <p:nvGrpSpPr>
                <p:cNvPr id="185" name="Google Shape;185;p15"/>
                <p:cNvGrpSpPr/>
                <p:nvPr/>
              </p:nvGrpSpPr>
              <p:grpSpPr>
                <a:xfrm>
                  <a:off x="7541395" y="1194690"/>
                  <a:ext cx="1683353" cy="772200"/>
                  <a:chOff x="7541395" y="1194690"/>
                  <a:chExt cx="1683353" cy="772200"/>
                </a:xfrm>
              </p:grpSpPr>
              <p:sp>
                <p:nvSpPr>
                  <p:cNvPr id="186" name="Google Shape;186;p15"/>
                  <p:cNvSpPr/>
                  <p:nvPr/>
                </p:nvSpPr>
                <p:spPr>
                  <a:xfrm>
                    <a:off x="7776828" y="1194690"/>
                    <a:ext cx="1409400" cy="48240"/>
                  </a:xfrm>
                  <a:custGeom>
                    <a:rect b="b" l="l" r="r" t="t"/>
                    <a:pathLst>
                      <a:path extrusionOk="0" h="134" w="3915">
                        <a:moveTo>
                          <a:pt x="0" y="0"/>
                        </a:moveTo>
                        <a:lnTo>
                          <a:pt x="3915" y="0"/>
                        </a:lnTo>
                        <a:lnTo>
                          <a:pt x="3915" y="134"/>
                        </a:lnTo>
                        <a:lnTo>
                          <a:pt x="0" y="134"/>
                        </a:lnTo>
                        <a:lnTo>
                          <a:pt x="0" y="0"/>
                        </a:lnTo>
                        <a:close/>
                      </a:path>
                    </a:pathLst>
                  </a:custGeom>
                  <a:solidFill>
                    <a:schemeClr val="dk1"/>
                  </a:solidFill>
                  <a:ln>
                    <a:noFill/>
                  </a:ln>
                </p:spPr>
                <p:txBody>
                  <a:bodyPr anchorCtr="1" anchor="ctr" bIns="3225" lIns="90000" spcFirstLastPara="1" rIns="90000" wrap="square" tIns="3225">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87" name="Google Shape;187;p15"/>
                  <p:cNvSpPr/>
                  <p:nvPr/>
                </p:nvSpPr>
                <p:spPr>
                  <a:xfrm>
                    <a:off x="7814988" y="1442010"/>
                    <a:ext cx="1409760" cy="47880"/>
                  </a:xfrm>
                  <a:custGeom>
                    <a:rect b="b" l="l" r="r" t="t"/>
                    <a:pathLst>
                      <a:path extrusionOk="0" h="133" w="3916">
                        <a:moveTo>
                          <a:pt x="0" y="0"/>
                        </a:moveTo>
                        <a:lnTo>
                          <a:pt x="3916" y="0"/>
                        </a:lnTo>
                        <a:lnTo>
                          <a:pt x="3916" y="133"/>
                        </a:lnTo>
                        <a:lnTo>
                          <a:pt x="0" y="133"/>
                        </a:lnTo>
                        <a:lnTo>
                          <a:pt x="0" y="0"/>
                        </a:lnTo>
                        <a:close/>
                      </a:path>
                    </a:pathLst>
                  </a:custGeom>
                  <a:solidFill>
                    <a:schemeClr val="dk1"/>
                  </a:solidFill>
                  <a:ln>
                    <a:noFill/>
                  </a:ln>
                </p:spPr>
                <p:txBody>
                  <a:bodyPr anchorCtr="1" anchor="ctr" bIns="2875" lIns="90000" spcFirstLastPara="1" rIns="90000" wrap="square" tIns="2875">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88" name="Google Shape;188;p15"/>
                  <p:cNvSpPr/>
                  <p:nvPr/>
                </p:nvSpPr>
                <p:spPr>
                  <a:xfrm>
                    <a:off x="7541395" y="1678530"/>
                    <a:ext cx="1409760" cy="48240"/>
                  </a:xfrm>
                  <a:custGeom>
                    <a:rect b="b" l="l" r="r" t="t"/>
                    <a:pathLst>
                      <a:path extrusionOk="0" h="134" w="3916">
                        <a:moveTo>
                          <a:pt x="0" y="0"/>
                        </a:moveTo>
                        <a:lnTo>
                          <a:pt x="3916" y="0"/>
                        </a:lnTo>
                        <a:lnTo>
                          <a:pt x="3916" y="134"/>
                        </a:lnTo>
                        <a:lnTo>
                          <a:pt x="0" y="134"/>
                        </a:lnTo>
                        <a:lnTo>
                          <a:pt x="0" y="0"/>
                        </a:lnTo>
                        <a:close/>
                      </a:path>
                    </a:pathLst>
                  </a:custGeom>
                  <a:solidFill>
                    <a:schemeClr val="dk1"/>
                  </a:solidFill>
                  <a:ln>
                    <a:noFill/>
                  </a:ln>
                </p:spPr>
                <p:txBody>
                  <a:bodyPr anchorCtr="1" anchor="ctr" bIns="3225" lIns="90000" spcFirstLastPara="1" rIns="90000" wrap="square" tIns="3225">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89" name="Google Shape;189;p15"/>
                  <p:cNvSpPr/>
                  <p:nvPr/>
                </p:nvSpPr>
                <p:spPr>
                  <a:xfrm>
                    <a:off x="7814988" y="1919010"/>
                    <a:ext cx="1409760" cy="47880"/>
                  </a:xfrm>
                  <a:custGeom>
                    <a:rect b="b" l="l" r="r" t="t"/>
                    <a:pathLst>
                      <a:path extrusionOk="0" h="133" w="3916">
                        <a:moveTo>
                          <a:pt x="0" y="0"/>
                        </a:moveTo>
                        <a:lnTo>
                          <a:pt x="3916" y="0"/>
                        </a:lnTo>
                        <a:lnTo>
                          <a:pt x="3916" y="133"/>
                        </a:lnTo>
                        <a:lnTo>
                          <a:pt x="0" y="133"/>
                        </a:lnTo>
                        <a:lnTo>
                          <a:pt x="0" y="0"/>
                        </a:lnTo>
                        <a:close/>
                      </a:path>
                    </a:pathLst>
                  </a:custGeom>
                  <a:solidFill>
                    <a:schemeClr val="dk1"/>
                  </a:solidFill>
                  <a:ln>
                    <a:noFill/>
                  </a:ln>
                </p:spPr>
                <p:txBody>
                  <a:bodyPr anchorCtr="1" anchor="ctr" bIns="2875" lIns="90000" spcFirstLastPara="1" rIns="90000" wrap="square" tIns="2875">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grpSp>
          </p:grpSp>
        </p:grpSp>
        <p:grpSp>
          <p:nvGrpSpPr>
            <p:cNvPr id="190" name="Google Shape;190;p15"/>
            <p:cNvGrpSpPr/>
            <p:nvPr/>
          </p:nvGrpSpPr>
          <p:grpSpPr>
            <a:xfrm>
              <a:off x="8544017" y="186671"/>
              <a:ext cx="497217" cy="497064"/>
              <a:chOff x="7329443" y="3322343"/>
              <a:chExt cx="777751" cy="777634"/>
            </a:xfrm>
          </p:grpSpPr>
          <p:sp>
            <p:nvSpPr>
              <p:cNvPr id="191" name="Google Shape;191;p15"/>
              <p:cNvSpPr/>
              <p:nvPr/>
            </p:nvSpPr>
            <p:spPr>
              <a:xfrm flipH="1">
                <a:off x="7329443" y="3322343"/>
                <a:ext cx="777751" cy="777634"/>
              </a:xfrm>
              <a:custGeom>
                <a:rect b="b" l="l" r="r" t="t"/>
                <a:pathLst>
                  <a:path extrusionOk="0" h="5392" w="5393">
                    <a:moveTo>
                      <a:pt x="4603" y="789"/>
                    </a:moveTo>
                    <a:cubicBezTo>
                      <a:pt x="4938" y="1124"/>
                      <a:pt x="5178" y="1541"/>
                      <a:pt x="5301" y="1998"/>
                    </a:cubicBezTo>
                    <a:cubicBezTo>
                      <a:pt x="5423" y="2455"/>
                      <a:pt x="5423" y="2936"/>
                      <a:pt x="5301" y="3393"/>
                    </a:cubicBezTo>
                    <a:cubicBezTo>
                      <a:pt x="5178" y="3850"/>
                      <a:pt x="4938" y="4267"/>
                      <a:pt x="4603" y="4602"/>
                    </a:cubicBezTo>
                    <a:cubicBezTo>
                      <a:pt x="4268" y="4937"/>
                      <a:pt x="3851" y="5178"/>
                      <a:pt x="3394" y="5300"/>
                    </a:cubicBezTo>
                    <a:cubicBezTo>
                      <a:pt x="2937" y="5423"/>
                      <a:pt x="2456" y="5423"/>
                      <a:pt x="1999" y="5300"/>
                    </a:cubicBezTo>
                    <a:cubicBezTo>
                      <a:pt x="1541" y="5178"/>
                      <a:pt x="1125" y="4937"/>
                      <a:pt x="790" y="4602"/>
                    </a:cubicBezTo>
                    <a:cubicBezTo>
                      <a:pt x="455" y="4267"/>
                      <a:pt x="215" y="3850"/>
                      <a:pt x="92" y="3393"/>
                    </a:cubicBezTo>
                    <a:cubicBezTo>
                      <a:pt x="-30" y="2936"/>
                      <a:pt x="-30" y="2455"/>
                      <a:pt x="92" y="1998"/>
                    </a:cubicBezTo>
                    <a:cubicBezTo>
                      <a:pt x="215" y="1541"/>
                      <a:pt x="455" y="1124"/>
                      <a:pt x="790" y="789"/>
                    </a:cubicBezTo>
                    <a:cubicBezTo>
                      <a:pt x="1125" y="454"/>
                      <a:pt x="1541" y="214"/>
                      <a:pt x="1999" y="91"/>
                    </a:cubicBezTo>
                    <a:cubicBezTo>
                      <a:pt x="2456" y="-31"/>
                      <a:pt x="2937" y="-31"/>
                      <a:pt x="3394" y="91"/>
                    </a:cubicBezTo>
                    <a:cubicBezTo>
                      <a:pt x="3851" y="214"/>
                      <a:pt x="4268" y="454"/>
                      <a:pt x="4603" y="789"/>
                    </a:cubicBez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92" name="Google Shape;192;p15"/>
              <p:cNvSpPr/>
              <p:nvPr/>
            </p:nvSpPr>
            <p:spPr>
              <a:xfrm flipH="1">
                <a:off x="7369679" y="3362581"/>
                <a:ext cx="697424" cy="697159"/>
              </a:xfrm>
              <a:custGeom>
                <a:rect b="b" l="l" r="r" t="t"/>
                <a:pathLst>
                  <a:path extrusionOk="0" h="4834" w="4836">
                    <a:moveTo>
                      <a:pt x="4128" y="707"/>
                    </a:moveTo>
                    <a:cubicBezTo>
                      <a:pt x="4428" y="1007"/>
                      <a:pt x="4644" y="1381"/>
                      <a:pt x="4754" y="1791"/>
                    </a:cubicBezTo>
                    <a:cubicBezTo>
                      <a:pt x="4864" y="2201"/>
                      <a:pt x="4864" y="2632"/>
                      <a:pt x="4754" y="3042"/>
                    </a:cubicBezTo>
                    <a:cubicBezTo>
                      <a:pt x="4644" y="3452"/>
                      <a:pt x="4428" y="3826"/>
                      <a:pt x="4128" y="4126"/>
                    </a:cubicBezTo>
                    <a:cubicBezTo>
                      <a:pt x="3828" y="4426"/>
                      <a:pt x="3454" y="4643"/>
                      <a:pt x="3044" y="4752"/>
                    </a:cubicBezTo>
                    <a:cubicBezTo>
                      <a:pt x="2634" y="4862"/>
                      <a:pt x="2203" y="4862"/>
                      <a:pt x="1793" y="4752"/>
                    </a:cubicBezTo>
                    <a:cubicBezTo>
                      <a:pt x="1383" y="4643"/>
                      <a:pt x="1009" y="4426"/>
                      <a:pt x="709" y="4126"/>
                    </a:cubicBezTo>
                    <a:cubicBezTo>
                      <a:pt x="409" y="3826"/>
                      <a:pt x="193" y="3452"/>
                      <a:pt x="83" y="3042"/>
                    </a:cubicBezTo>
                    <a:cubicBezTo>
                      <a:pt x="-27" y="2632"/>
                      <a:pt x="-27" y="2201"/>
                      <a:pt x="83" y="1791"/>
                    </a:cubicBezTo>
                    <a:cubicBezTo>
                      <a:pt x="193" y="1381"/>
                      <a:pt x="409" y="1007"/>
                      <a:pt x="709" y="707"/>
                    </a:cubicBezTo>
                    <a:cubicBezTo>
                      <a:pt x="1009" y="407"/>
                      <a:pt x="1383" y="191"/>
                      <a:pt x="1793" y="81"/>
                    </a:cubicBezTo>
                    <a:cubicBezTo>
                      <a:pt x="2203" y="-28"/>
                      <a:pt x="2634" y="-28"/>
                      <a:pt x="3044" y="81"/>
                    </a:cubicBezTo>
                    <a:cubicBezTo>
                      <a:pt x="3454" y="191"/>
                      <a:pt x="3828" y="407"/>
                      <a:pt x="4128" y="707"/>
                    </a:cubicBez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93" name="Google Shape;193;p15"/>
              <p:cNvSpPr/>
              <p:nvPr/>
            </p:nvSpPr>
            <p:spPr>
              <a:xfrm flipH="1">
                <a:off x="7408617" y="3401377"/>
                <a:ext cx="619548" cy="619425"/>
              </a:xfrm>
              <a:custGeom>
                <a:rect b="b" l="l" r="r" t="t"/>
                <a:pathLst>
                  <a:path extrusionOk="0" h="4295" w="4296">
                    <a:moveTo>
                      <a:pt x="3667" y="629"/>
                    </a:moveTo>
                    <a:cubicBezTo>
                      <a:pt x="3934" y="895"/>
                      <a:pt x="4125" y="1228"/>
                      <a:pt x="4223" y="1592"/>
                    </a:cubicBezTo>
                    <a:cubicBezTo>
                      <a:pt x="4320" y="1957"/>
                      <a:pt x="4320" y="2339"/>
                      <a:pt x="4223" y="2703"/>
                    </a:cubicBezTo>
                    <a:cubicBezTo>
                      <a:pt x="4125" y="3068"/>
                      <a:pt x="3933" y="3400"/>
                      <a:pt x="3667" y="3666"/>
                    </a:cubicBezTo>
                    <a:cubicBezTo>
                      <a:pt x="3400" y="3933"/>
                      <a:pt x="3068" y="4125"/>
                      <a:pt x="2704" y="4222"/>
                    </a:cubicBezTo>
                    <a:cubicBezTo>
                      <a:pt x="2339" y="4320"/>
                      <a:pt x="1956" y="4320"/>
                      <a:pt x="1592" y="4222"/>
                    </a:cubicBezTo>
                    <a:cubicBezTo>
                      <a:pt x="1227" y="4125"/>
                      <a:pt x="895" y="3933"/>
                      <a:pt x="629" y="3666"/>
                    </a:cubicBezTo>
                    <a:cubicBezTo>
                      <a:pt x="362" y="3400"/>
                      <a:pt x="171" y="3068"/>
                      <a:pt x="74" y="2703"/>
                    </a:cubicBezTo>
                    <a:cubicBezTo>
                      <a:pt x="-24" y="2339"/>
                      <a:pt x="-24" y="1956"/>
                      <a:pt x="74" y="1592"/>
                    </a:cubicBezTo>
                    <a:cubicBezTo>
                      <a:pt x="171" y="1227"/>
                      <a:pt x="362" y="896"/>
                      <a:pt x="629" y="629"/>
                    </a:cubicBezTo>
                    <a:cubicBezTo>
                      <a:pt x="895" y="363"/>
                      <a:pt x="1228" y="170"/>
                      <a:pt x="1592" y="73"/>
                    </a:cubicBezTo>
                    <a:cubicBezTo>
                      <a:pt x="1957" y="-25"/>
                      <a:pt x="2340" y="-25"/>
                      <a:pt x="2704" y="73"/>
                    </a:cubicBezTo>
                    <a:cubicBezTo>
                      <a:pt x="3069" y="170"/>
                      <a:pt x="3401" y="362"/>
                      <a:pt x="3667" y="629"/>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Clr>
                    <a:schemeClr val="dk1"/>
                  </a:buClr>
                  <a:buSzPts val="2400"/>
                  <a:buFont typeface="Calibri"/>
                  <a:buNone/>
                </a:pPr>
                <a:r>
                  <a:t/>
                </a:r>
                <a:endParaRPr b="0" sz="2400" strike="noStrike">
                  <a:solidFill>
                    <a:srgbClr val="000000"/>
                  </a:solidFill>
                  <a:latin typeface="Arial"/>
                  <a:ea typeface="Arial"/>
                  <a:cs typeface="Arial"/>
                  <a:sym typeface="Arial"/>
                </a:endParaRPr>
              </a:p>
            </p:txBody>
          </p:sp>
          <p:sp>
            <p:nvSpPr>
              <p:cNvPr id="194" name="Google Shape;194;p15"/>
              <p:cNvSpPr txBox="1"/>
              <p:nvPr/>
            </p:nvSpPr>
            <p:spPr>
              <a:xfrm>
                <a:off x="7388427" y="3393845"/>
                <a:ext cx="649800" cy="64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3333"/>
                  <a:buFont typeface="Be Vietnam Pro"/>
                  <a:buNone/>
                </a:pPr>
                <a:r>
                  <a:rPr b="1" lang="en-US" sz="3333" strike="noStrike">
                    <a:solidFill>
                      <a:schemeClr val="dk1"/>
                    </a:solidFill>
                    <a:latin typeface="Be Vietnam Pro"/>
                    <a:ea typeface="Be Vietnam Pro"/>
                    <a:cs typeface="Be Vietnam Pro"/>
                    <a:sym typeface="Be Vietnam Pro"/>
                  </a:rPr>
                  <a:t>$</a:t>
                </a:r>
                <a:endParaRPr b="1" sz="3333" strike="noStrike">
                  <a:solidFill>
                    <a:schemeClr val="dk1"/>
                  </a:solidFill>
                  <a:latin typeface="Be Vietnam Pro"/>
                  <a:ea typeface="Be Vietnam Pro"/>
                  <a:cs typeface="Be Vietnam Pro"/>
                  <a:sym typeface="Be Vietnam Pro"/>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jp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jp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jpg"/><Relationship Id="rId4" Type="http://schemas.openxmlformats.org/officeDocument/2006/relationships/image" Target="../media/image1.jp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
          <p:cNvSpPr txBox="1"/>
          <p:nvPr>
            <p:ph type="ctrTitle"/>
          </p:nvPr>
        </p:nvSpPr>
        <p:spPr>
          <a:xfrm>
            <a:off x="5969868" y="274320"/>
            <a:ext cx="5575688" cy="4875728"/>
          </a:xfrm>
          <a:prstGeom prst="rect">
            <a:avLst/>
          </a:prstGeom>
          <a:noFill/>
          <a:ln>
            <a:noFill/>
          </a:ln>
        </p:spPr>
        <p:txBody>
          <a:bodyPr anchorCtr="0" anchor="b" bIns="121900" lIns="121900" spcFirstLastPara="1" rIns="121900" wrap="square" tIns="121900">
            <a:noAutofit/>
          </a:bodyPr>
          <a:lstStyle/>
          <a:p>
            <a:pPr indent="0" lvl="0" marL="0" rtl="0" algn="l">
              <a:lnSpc>
                <a:spcPct val="90000"/>
              </a:lnSpc>
              <a:spcBef>
                <a:spcPts val="0"/>
              </a:spcBef>
              <a:spcAft>
                <a:spcPts val="0"/>
              </a:spcAft>
              <a:buSzPts val="5200"/>
              <a:buFont typeface="Helvetica Neue"/>
              <a:buNone/>
            </a:pPr>
            <a:r>
              <a:rPr b="1" lang="en-US" sz="4800">
                <a:solidFill>
                  <a:srgbClr val="000000"/>
                </a:solidFill>
                <a:latin typeface="Helvetica Neue"/>
                <a:ea typeface="Helvetica Neue"/>
                <a:cs typeface="Helvetica Neue"/>
                <a:sym typeface="Helvetica Neue"/>
              </a:rPr>
              <a:t>Central Banking</a:t>
            </a:r>
            <a:br>
              <a:rPr b="1" lang="en-US" sz="4800">
                <a:solidFill>
                  <a:srgbClr val="000000"/>
                </a:solidFill>
                <a:latin typeface="Helvetica Neue"/>
                <a:ea typeface="Helvetica Neue"/>
                <a:cs typeface="Helvetica Neue"/>
                <a:sym typeface="Helvetica Neue"/>
              </a:rPr>
            </a:br>
            <a:r>
              <a:rPr b="1" lang="en-US" sz="4800">
                <a:solidFill>
                  <a:srgbClr val="000000"/>
                </a:solidFill>
                <a:latin typeface="Helvetica Neue"/>
                <a:ea typeface="Helvetica Neue"/>
                <a:cs typeface="Helvetica Neue"/>
                <a:sym typeface="Helvetica Neue"/>
              </a:rPr>
              <a:t>System</a:t>
            </a:r>
            <a:br>
              <a:rPr b="1" lang="en-US" sz="4800">
                <a:solidFill>
                  <a:srgbClr val="000000"/>
                </a:solidFill>
                <a:latin typeface="Helvetica Neue"/>
                <a:ea typeface="Helvetica Neue"/>
                <a:cs typeface="Helvetica Neue"/>
                <a:sym typeface="Helvetica Neue"/>
              </a:rPr>
            </a:br>
            <a:br>
              <a:rPr lang="en-US" sz="5333"/>
            </a:br>
            <a:br>
              <a:rPr lang="en-US"/>
            </a:br>
            <a:endParaRPr/>
          </a:p>
        </p:txBody>
      </p:sp>
      <p:sp>
        <p:nvSpPr>
          <p:cNvPr id="200" name="Google Shape;200;p1"/>
          <p:cNvSpPr txBox="1"/>
          <p:nvPr>
            <p:ph idx="1" type="subTitle"/>
          </p:nvPr>
        </p:nvSpPr>
        <p:spPr>
          <a:xfrm>
            <a:off x="6096000" y="3054700"/>
            <a:ext cx="5010337" cy="3111186"/>
          </a:xfrm>
          <a:prstGeom prst="rect">
            <a:avLst/>
          </a:prstGeom>
          <a:solidFill>
            <a:srgbClr val="D9E5F8"/>
          </a:solidFill>
          <a:ln>
            <a:noFill/>
          </a:ln>
        </p:spPr>
        <p:txBody>
          <a:bodyPr anchorCtr="0" anchor="ctr" bIns="121900" lIns="121900" spcFirstLastPara="1" rIns="121900" wrap="square" tIns="121900">
            <a:noAutofit/>
          </a:bodyPr>
          <a:lstStyle/>
          <a:p>
            <a:pPr indent="-228600" lvl="0" marL="228600" rtl="0" algn="l">
              <a:lnSpc>
                <a:spcPct val="100000"/>
              </a:lnSpc>
              <a:spcBef>
                <a:spcPts val="0"/>
              </a:spcBef>
              <a:spcAft>
                <a:spcPts val="0"/>
              </a:spcAft>
              <a:buClr>
                <a:schemeClr val="dk1"/>
              </a:buClr>
              <a:buSzPts val="1200"/>
              <a:buFont typeface="Calibri"/>
              <a:buNone/>
            </a:pPr>
            <a:r>
              <a:t/>
            </a:r>
            <a:endParaRPr b="1" i="1" sz="2000"/>
          </a:p>
          <a:p>
            <a:pPr indent="-228600" lvl="0" marL="228600" rtl="0" algn="l">
              <a:lnSpc>
                <a:spcPct val="100000"/>
              </a:lnSpc>
              <a:spcBef>
                <a:spcPts val="0"/>
              </a:spcBef>
              <a:spcAft>
                <a:spcPts val="0"/>
              </a:spcAft>
              <a:buClr>
                <a:schemeClr val="dk1"/>
              </a:buClr>
              <a:buSzPts val="1200"/>
              <a:buFont typeface="Calibri"/>
              <a:buNone/>
            </a:pPr>
            <a:r>
              <a:t/>
            </a:r>
            <a:endParaRPr b="1" i="1" sz="2000"/>
          </a:p>
          <a:p>
            <a:pPr indent="-228600" lvl="0" marL="228600" rtl="0" algn="l">
              <a:lnSpc>
                <a:spcPct val="100000"/>
              </a:lnSpc>
              <a:spcBef>
                <a:spcPts val="0"/>
              </a:spcBef>
              <a:spcAft>
                <a:spcPts val="0"/>
              </a:spcAft>
              <a:buClr>
                <a:schemeClr val="dk1"/>
              </a:buClr>
              <a:buSzPts val="1200"/>
              <a:buFont typeface="Calibri"/>
              <a:buNone/>
            </a:pPr>
            <a:r>
              <a:t/>
            </a:r>
            <a:endParaRPr b="1" i="1" sz="2000"/>
          </a:p>
          <a:p>
            <a:pPr indent="-228600" lvl="0" marL="228600" rtl="0" algn="l">
              <a:lnSpc>
                <a:spcPct val="100000"/>
              </a:lnSpc>
              <a:spcBef>
                <a:spcPts val="0"/>
              </a:spcBef>
              <a:spcAft>
                <a:spcPts val="0"/>
              </a:spcAft>
              <a:buClr>
                <a:schemeClr val="dk1"/>
              </a:buClr>
              <a:buSzPts val="1200"/>
              <a:buFont typeface="Arial"/>
              <a:buNone/>
            </a:pPr>
            <a:r>
              <a:rPr b="1" i="1" lang="en-US" sz="2000">
                <a:latin typeface="Arial"/>
                <a:ea typeface="Arial"/>
                <a:cs typeface="Arial"/>
                <a:sym typeface="Arial"/>
              </a:rPr>
              <a:t>Presented by: Group 4</a:t>
            </a:r>
            <a:endParaRPr sz="2000">
              <a:latin typeface="Arial"/>
              <a:ea typeface="Arial"/>
              <a:cs typeface="Arial"/>
              <a:sym typeface="Arial"/>
            </a:endParaRPr>
          </a:p>
          <a:p>
            <a:pPr indent="-228600" lvl="0" marL="228600" rtl="0" algn="l">
              <a:lnSpc>
                <a:spcPct val="100000"/>
              </a:lnSpc>
              <a:spcBef>
                <a:spcPts val="0"/>
              </a:spcBef>
              <a:spcAft>
                <a:spcPts val="0"/>
              </a:spcAft>
              <a:buClr>
                <a:schemeClr val="dk1"/>
              </a:buClr>
              <a:buSzPts val="1200"/>
              <a:buFont typeface="Arial"/>
              <a:buNone/>
            </a:pPr>
            <a:r>
              <a:rPr b="1" lang="en-US" sz="1600">
                <a:latin typeface="Arial"/>
                <a:ea typeface="Arial"/>
                <a:cs typeface="Arial"/>
                <a:sym typeface="Arial"/>
              </a:rPr>
              <a:t>Md Fuad Anan (</a:t>
            </a:r>
            <a:r>
              <a:rPr lang="en-US" sz="1600">
                <a:latin typeface="Arial"/>
                <a:ea typeface="Arial"/>
                <a:cs typeface="Arial"/>
                <a:sym typeface="Arial"/>
              </a:rPr>
              <a:t>251014032</a:t>
            </a:r>
            <a:r>
              <a:rPr b="1" lang="en-US" sz="1600">
                <a:latin typeface="Arial"/>
                <a:ea typeface="Arial"/>
                <a:cs typeface="Arial"/>
                <a:sym typeface="Arial"/>
              </a:rPr>
              <a:t>)</a:t>
            </a:r>
            <a:endParaRPr sz="1600">
              <a:latin typeface="Arial"/>
              <a:ea typeface="Arial"/>
              <a:cs typeface="Arial"/>
              <a:sym typeface="Arial"/>
            </a:endParaRPr>
          </a:p>
          <a:p>
            <a:pPr indent="-228600" lvl="0" marL="228600" rtl="0" algn="l">
              <a:lnSpc>
                <a:spcPct val="100000"/>
              </a:lnSpc>
              <a:spcBef>
                <a:spcPts val="0"/>
              </a:spcBef>
              <a:spcAft>
                <a:spcPts val="0"/>
              </a:spcAft>
              <a:buClr>
                <a:schemeClr val="dk1"/>
              </a:buClr>
              <a:buSzPts val="1200"/>
              <a:buFont typeface="Arial"/>
              <a:buNone/>
            </a:pPr>
            <a:r>
              <a:rPr b="1" lang="en-US" sz="1600">
                <a:latin typeface="Arial"/>
                <a:ea typeface="Arial"/>
                <a:cs typeface="Arial"/>
                <a:sym typeface="Arial"/>
              </a:rPr>
              <a:t>Tapu Shikari (</a:t>
            </a:r>
            <a:r>
              <a:rPr lang="en-US" sz="1600">
                <a:latin typeface="Arial"/>
                <a:ea typeface="Arial"/>
                <a:cs typeface="Arial"/>
                <a:sym typeface="Arial"/>
              </a:rPr>
              <a:t>222014064</a:t>
            </a:r>
            <a:r>
              <a:rPr b="1" lang="en-US" sz="1600">
                <a:latin typeface="Arial"/>
                <a:ea typeface="Arial"/>
                <a:cs typeface="Arial"/>
                <a:sym typeface="Arial"/>
              </a:rPr>
              <a:t> )</a:t>
            </a:r>
            <a:endParaRPr sz="1600">
              <a:latin typeface="Arial"/>
              <a:ea typeface="Arial"/>
              <a:cs typeface="Arial"/>
              <a:sym typeface="Arial"/>
            </a:endParaRPr>
          </a:p>
          <a:p>
            <a:pPr indent="-228600" lvl="0" marL="228600" rtl="0" algn="l">
              <a:lnSpc>
                <a:spcPct val="100000"/>
              </a:lnSpc>
              <a:spcBef>
                <a:spcPts val="0"/>
              </a:spcBef>
              <a:spcAft>
                <a:spcPts val="0"/>
              </a:spcAft>
              <a:buClr>
                <a:schemeClr val="dk1"/>
              </a:buClr>
              <a:buSzPts val="1200"/>
              <a:buFont typeface="Arial"/>
              <a:buNone/>
            </a:pPr>
            <a:r>
              <a:rPr b="1" lang="en-US" sz="1600">
                <a:latin typeface="Arial"/>
                <a:ea typeface="Arial"/>
                <a:cs typeface="Arial"/>
                <a:sym typeface="Arial"/>
              </a:rPr>
              <a:t>Sithi Saha (</a:t>
            </a:r>
            <a:r>
              <a:rPr lang="en-US" sz="1600">
                <a:latin typeface="Arial"/>
                <a:ea typeface="Arial"/>
                <a:cs typeface="Arial"/>
                <a:sym typeface="Arial"/>
              </a:rPr>
              <a:t>242014064</a:t>
            </a:r>
            <a:r>
              <a:rPr b="1" lang="en-US" sz="1600">
                <a:latin typeface="Arial"/>
                <a:ea typeface="Arial"/>
                <a:cs typeface="Arial"/>
                <a:sym typeface="Arial"/>
              </a:rPr>
              <a:t> )</a:t>
            </a:r>
            <a:endParaRPr sz="1600">
              <a:latin typeface="Arial"/>
              <a:ea typeface="Arial"/>
              <a:cs typeface="Arial"/>
              <a:sym typeface="Arial"/>
            </a:endParaRPr>
          </a:p>
          <a:p>
            <a:pPr indent="-228600" lvl="0" marL="228600" rtl="0" algn="l">
              <a:lnSpc>
                <a:spcPct val="100000"/>
              </a:lnSpc>
              <a:spcBef>
                <a:spcPts val="0"/>
              </a:spcBef>
              <a:spcAft>
                <a:spcPts val="0"/>
              </a:spcAft>
              <a:buClr>
                <a:schemeClr val="dk1"/>
              </a:buClr>
              <a:buSzPts val="1200"/>
              <a:buFont typeface="Arial"/>
              <a:buNone/>
            </a:pPr>
            <a:r>
              <a:rPr b="1" lang="en-US" sz="1600">
                <a:latin typeface="Arial"/>
                <a:ea typeface="Arial"/>
                <a:cs typeface="Arial"/>
                <a:sym typeface="Arial"/>
              </a:rPr>
              <a:t>Jannatul Ferdous Lamia (</a:t>
            </a:r>
            <a:r>
              <a:rPr lang="en-US" sz="1600">
                <a:latin typeface="Arial"/>
                <a:ea typeface="Arial"/>
                <a:cs typeface="Arial"/>
                <a:sym typeface="Arial"/>
              </a:rPr>
              <a:t>242014001</a:t>
            </a:r>
            <a:r>
              <a:rPr b="1" lang="en-US" sz="1600">
                <a:latin typeface="Arial"/>
                <a:ea typeface="Arial"/>
                <a:cs typeface="Arial"/>
                <a:sym typeface="Arial"/>
              </a:rPr>
              <a:t>)</a:t>
            </a:r>
            <a:endParaRPr sz="1600">
              <a:latin typeface="Arial"/>
              <a:ea typeface="Arial"/>
              <a:cs typeface="Arial"/>
              <a:sym typeface="Arial"/>
            </a:endParaRPr>
          </a:p>
          <a:p>
            <a:pPr indent="-228600" lvl="0" marL="228600" rtl="0" algn="l">
              <a:lnSpc>
                <a:spcPct val="100000"/>
              </a:lnSpc>
              <a:spcBef>
                <a:spcPts val="0"/>
              </a:spcBef>
              <a:spcAft>
                <a:spcPts val="0"/>
              </a:spcAft>
              <a:buClr>
                <a:schemeClr val="dk1"/>
              </a:buClr>
              <a:buSzPts val="1200"/>
              <a:buFont typeface="Arial"/>
              <a:buNone/>
            </a:pPr>
            <a:r>
              <a:rPr b="1" lang="en-US" sz="1600">
                <a:latin typeface="Arial"/>
                <a:ea typeface="Arial"/>
                <a:cs typeface="Arial"/>
                <a:sym typeface="Arial"/>
              </a:rPr>
              <a:t>Maha Islam (</a:t>
            </a:r>
            <a:r>
              <a:rPr lang="en-US" sz="1600">
                <a:latin typeface="Arial"/>
                <a:ea typeface="Arial"/>
                <a:cs typeface="Arial"/>
                <a:sym typeface="Arial"/>
              </a:rPr>
              <a:t>252014045</a:t>
            </a:r>
            <a:r>
              <a:rPr b="1" lang="en-US" sz="1600">
                <a:latin typeface="Arial"/>
                <a:ea typeface="Arial"/>
                <a:cs typeface="Arial"/>
                <a:sym typeface="Arial"/>
              </a:rPr>
              <a:t> )</a:t>
            </a:r>
            <a:endParaRPr sz="1600">
              <a:latin typeface="Arial"/>
              <a:ea typeface="Arial"/>
              <a:cs typeface="Arial"/>
              <a:sym typeface="Arial"/>
            </a:endParaRPr>
          </a:p>
          <a:p>
            <a:pPr indent="-228600" lvl="0" marL="228600" rtl="0" algn="l">
              <a:lnSpc>
                <a:spcPct val="100000"/>
              </a:lnSpc>
              <a:spcBef>
                <a:spcPts val="0"/>
              </a:spcBef>
              <a:spcAft>
                <a:spcPts val="0"/>
              </a:spcAft>
              <a:buClr>
                <a:srgbClr val="000000"/>
              </a:buClr>
              <a:buSzPts val="1200"/>
              <a:buFont typeface="Arial"/>
              <a:buNone/>
            </a:pPr>
            <a:r>
              <a:rPr b="1" lang="en-US" sz="1800">
                <a:solidFill>
                  <a:srgbClr val="000000"/>
                </a:solidFill>
                <a:latin typeface="Arial"/>
                <a:ea typeface="Arial"/>
                <a:cs typeface="Arial"/>
                <a:sym typeface="Arial"/>
              </a:rPr>
              <a:t>Presented to:</a:t>
            </a:r>
            <a:endParaRPr/>
          </a:p>
          <a:p>
            <a:pPr indent="-228600" lvl="0" marL="228600" rtl="0" algn="l">
              <a:lnSpc>
                <a:spcPct val="100000"/>
              </a:lnSpc>
              <a:spcBef>
                <a:spcPts val="0"/>
              </a:spcBef>
              <a:spcAft>
                <a:spcPts val="0"/>
              </a:spcAft>
              <a:buClr>
                <a:srgbClr val="000000"/>
              </a:buClr>
              <a:buSzPts val="1200"/>
              <a:buFont typeface="Arial"/>
              <a:buNone/>
            </a:pPr>
            <a:r>
              <a:rPr b="1" lang="en-US" sz="1600">
                <a:solidFill>
                  <a:srgbClr val="000000"/>
                </a:solidFill>
                <a:latin typeface="Arial"/>
                <a:ea typeface="Arial"/>
                <a:cs typeface="Arial"/>
                <a:sym typeface="Arial"/>
              </a:rPr>
              <a:t>Md Al Amin Sheikh</a:t>
            </a:r>
            <a:r>
              <a:rPr lang="en-US" sz="1600">
                <a:solidFill>
                  <a:srgbClr val="000000"/>
                </a:solidFill>
                <a:latin typeface="Arial"/>
                <a:ea typeface="Arial"/>
                <a:cs typeface="Arial"/>
                <a:sym typeface="Arial"/>
              </a:rPr>
              <a:t>, </a:t>
            </a:r>
            <a:r>
              <a:rPr b="1" lang="en-US" sz="1600">
                <a:solidFill>
                  <a:srgbClr val="000000"/>
                </a:solidFill>
                <a:latin typeface="Arial"/>
                <a:ea typeface="Arial"/>
                <a:cs typeface="Arial"/>
                <a:sym typeface="Arial"/>
              </a:rPr>
              <a:t>Ph.D.</a:t>
            </a:r>
            <a:endParaRPr/>
          </a:p>
          <a:p>
            <a:pPr indent="-228600" lvl="0" marL="228600" rtl="0" algn="l">
              <a:lnSpc>
                <a:spcPct val="100000"/>
              </a:lnSpc>
              <a:spcBef>
                <a:spcPts val="0"/>
              </a:spcBef>
              <a:spcAft>
                <a:spcPts val="0"/>
              </a:spcAft>
              <a:buClr>
                <a:srgbClr val="000000"/>
              </a:buClr>
              <a:buSzPts val="1200"/>
              <a:buFont typeface="Arial"/>
              <a:buNone/>
            </a:pPr>
            <a:r>
              <a:rPr lang="en-US" sz="1600">
                <a:solidFill>
                  <a:srgbClr val="000000"/>
                </a:solidFill>
                <a:latin typeface="Arial"/>
                <a:ea typeface="Arial"/>
                <a:cs typeface="Arial"/>
                <a:sym typeface="Arial"/>
              </a:rPr>
              <a:t>Assistant Professor, Department of CSE</a:t>
            </a:r>
            <a:endParaRPr/>
          </a:p>
          <a:p>
            <a:pPr indent="-228600" lvl="0" marL="228600" rtl="0" algn="l">
              <a:lnSpc>
                <a:spcPct val="100000"/>
              </a:lnSpc>
              <a:spcBef>
                <a:spcPts val="0"/>
              </a:spcBef>
              <a:spcAft>
                <a:spcPts val="0"/>
              </a:spcAft>
              <a:buClr>
                <a:srgbClr val="000000"/>
              </a:buClr>
              <a:buSzPts val="1200"/>
              <a:buFont typeface="Arial"/>
              <a:buNone/>
            </a:pPr>
            <a:r>
              <a:rPr b="1" lang="en-US" sz="1600">
                <a:solidFill>
                  <a:srgbClr val="000000"/>
                </a:solidFill>
                <a:latin typeface="Arial"/>
                <a:ea typeface="Arial"/>
                <a:cs typeface="Arial"/>
                <a:sym typeface="Arial"/>
              </a:rPr>
              <a:t>University of Liberal Arts Bangladesh</a:t>
            </a:r>
            <a:endParaRPr/>
          </a:p>
          <a:p>
            <a:pPr indent="-228600" lvl="0" marL="228600" rtl="0" algn="l">
              <a:lnSpc>
                <a:spcPct val="100000"/>
              </a:lnSpc>
              <a:spcBef>
                <a:spcPts val="0"/>
              </a:spcBef>
              <a:spcAft>
                <a:spcPts val="0"/>
              </a:spcAft>
              <a:buClr>
                <a:srgbClr val="000000"/>
              </a:buClr>
              <a:buSzPts val="1200"/>
              <a:buFont typeface="Arial"/>
              <a:buNone/>
            </a:pPr>
            <a:r>
              <a:rPr lang="en-US" sz="1600">
                <a:solidFill>
                  <a:srgbClr val="000000"/>
                </a:solidFill>
                <a:latin typeface="Arial"/>
                <a:ea typeface="Arial"/>
                <a:cs typeface="Arial"/>
                <a:sym typeface="Arial"/>
              </a:rPr>
              <a:t>Report date: </a:t>
            </a:r>
            <a:r>
              <a:rPr b="1" lang="en-US" sz="1600">
                <a:solidFill>
                  <a:srgbClr val="000000"/>
                </a:solidFill>
                <a:latin typeface="Arial"/>
                <a:ea typeface="Arial"/>
                <a:cs typeface="Arial"/>
                <a:sym typeface="Arial"/>
              </a:rPr>
              <a:t>19 August 2026</a:t>
            </a:r>
            <a:endParaRPr/>
          </a:p>
          <a:p>
            <a:pPr indent="-228600" lvl="0" marL="228600" rtl="0" algn="l">
              <a:lnSpc>
                <a:spcPct val="100000"/>
              </a:lnSpc>
              <a:spcBef>
                <a:spcPts val="0"/>
              </a:spcBef>
              <a:spcAft>
                <a:spcPts val="0"/>
              </a:spcAft>
              <a:buClr>
                <a:schemeClr val="dk1"/>
              </a:buClr>
              <a:buSzPts val="1200"/>
              <a:buFont typeface="Calibri"/>
              <a:buNone/>
            </a:pPr>
            <a:r>
              <a:t/>
            </a:r>
            <a:endParaRPr sz="1600"/>
          </a:p>
          <a:p>
            <a:pPr indent="-228600" lvl="0" marL="228600" rtl="0" algn="l">
              <a:lnSpc>
                <a:spcPct val="100000"/>
              </a:lnSpc>
              <a:spcBef>
                <a:spcPts val="0"/>
              </a:spcBef>
              <a:spcAft>
                <a:spcPts val="0"/>
              </a:spcAft>
              <a:buClr>
                <a:schemeClr val="dk1"/>
              </a:buClr>
              <a:buSzPts val="1200"/>
              <a:buFont typeface="Calibri"/>
              <a:buNone/>
            </a:pPr>
            <a:r>
              <a:t/>
            </a:r>
            <a:endParaRPr b="1" i="1" sz="1600"/>
          </a:p>
          <a:p>
            <a:pPr indent="-228600" lvl="0" marL="228600" rtl="0" algn="l">
              <a:lnSpc>
                <a:spcPct val="100000"/>
              </a:lnSpc>
              <a:spcBef>
                <a:spcPts val="0"/>
              </a:spcBef>
              <a:spcAft>
                <a:spcPts val="0"/>
              </a:spcAft>
              <a:buClr>
                <a:schemeClr val="dk1"/>
              </a:buClr>
              <a:buSzPts val="1200"/>
              <a:buFont typeface="Calibri"/>
              <a:buNone/>
            </a:pPr>
            <a:r>
              <a:t/>
            </a:r>
            <a:endParaRPr sz="1600"/>
          </a:p>
          <a:p>
            <a:pPr indent="-228600" lvl="0" marL="228600" rtl="0" algn="l">
              <a:lnSpc>
                <a:spcPct val="100000"/>
              </a:lnSpc>
              <a:spcBef>
                <a:spcPts val="0"/>
              </a:spcBef>
              <a:spcAft>
                <a:spcPts val="0"/>
              </a:spcAft>
              <a:buClr>
                <a:schemeClr val="dk1"/>
              </a:buClr>
              <a:buSzPts val="1200"/>
              <a:buFont typeface="Calibri"/>
              <a:buNone/>
            </a:pPr>
            <a:r>
              <a:t/>
            </a:r>
            <a:endParaRPr>
              <a:solidFill>
                <a:srgbClr val="0C0C0C"/>
              </a:solidFill>
              <a:highlight>
                <a:srgbClr val="FFFF00"/>
              </a:highlight>
            </a:endParaRPr>
          </a:p>
        </p:txBody>
      </p:sp>
      <p:grpSp>
        <p:nvGrpSpPr>
          <p:cNvPr id="201" name="Google Shape;201;p1"/>
          <p:cNvGrpSpPr/>
          <p:nvPr/>
        </p:nvGrpSpPr>
        <p:grpSpPr>
          <a:xfrm>
            <a:off x="819133" y="761919"/>
            <a:ext cx="4854582" cy="5403967"/>
            <a:chOff x="591012" y="571439"/>
            <a:chExt cx="3640937" cy="4052975"/>
          </a:xfrm>
        </p:grpSpPr>
        <p:grpSp>
          <p:nvGrpSpPr>
            <p:cNvPr id="202" name="Google Shape;202;p1"/>
            <p:cNvGrpSpPr/>
            <p:nvPr/>
          </p:nvGrpSpPr>
          <p:grpSpPr>
            <a:xfrm>
              <a:off x="1338718" y="571439"/>
              <a:ext cx="2401872" cy="2737875"/>
              <a:chOff x="5430400" y="595400"/>
              <a:chExt cx="2519535" cy="2871997"/>
            </a:xfrm>
          </p:grpSpPr>
          <p:sp>
            <p:nvSpPr>
              <p:cNvPr id="203" name="Google Shape;203;p1"/>
              <p:cNvSpPr/>
              <p:nvPr/>
            </p:nvSpPr>
            <p:spPr>
              <a:xfrm>
                <a:off x="5430400" y="985197"/>
                <a:ext cx="2518200" cy="2482200"/>
              </a:xfrm>
              <a:prstGeom prst="rect">
                <a:avLst/>
              </a:prstGeom>
              <a:solidFill>
                <a:srgbClr val="FAE2D5"/>
              </a:solidFill>
              <a:ln>
                <a:noFill/>
              </a:ln>
            </p:spPr>
            <p:txBody>
              <a:bodyPr anchorCtr="0" anchor="ctr" bIns="121900" lIns="121900" spcFirstLastPara="1" rIns="121900" wrap="square" tIns="121900">
                <a:noAutofit/>
              </a:bodyPr>
              <a:lstStyle/>
              <a:p>
                <a:pPr indent="0" lvl="0" marL="0" marR="0" rtl="0" algn="ctr">
                  <a:spcBef>
                    <a:spcPts val="0"/>
                  </a:spcBef>
                  <a:spcAft>
                    <a:spcPts val="0"/>
                  </a:spcAft>
                  <a:buNone/>
                </a:pPr>
                <a:r>
                  <a:t/>
                </a:r>
                <a:endParaRPr sz="2400">
                  <a:solidFill>
                    <a:schemeClr val="dk1"/>
                  </a:solidFill>
                  <a:latin typeface="Open Sans"/>
                  <a:ea typeface="Open Sans"/>
                  <a:cs typeface="Open Sans"/>
                  <a:sym typeface="Open Sans"/>
                </a:endParaRPr>
              </a:p>
            </p:txBody>
          </p:sp>
          <p:grpSp>
            <p:nvGrpSpPr>
              <p:cNvPr id="204" name="Google Shape;204;p1"/>
              <p:cNvGrpSpPr/>
              <p:nvPr/>
            </p:nvGrpSpPr>
            <p:grpSpPr>
              <a:xfrm>
                <a:off x="5511489" y="1053781"/>
                <a:ext cx="2180885" cy="1639920"/>
                <a:chOff x="6107450" y="864000"/>
                <a:chExt cx="2450983" cy="1843021"/>
              </a:xfrm>
            </p:grpSpPr>
            <p:cxnSp>
              <p:nvCxnSpPr>
                <p:cNvPr id="205" name="Google Shape;205;p1"/>
                <p:cNvCxnSpPr/>
                <p:nvPr/>
              </p:nvCxnSpPr>
              <p:spPr>
                <a:xfrm>
                  <a:off x="6282520" y="864000"/>
                  <a:ext cx="0" cy="1770600"/>
                </a:xfrm>
                <a:prstGeom prst="straightConnector1">
                  <a:avLst/>
                </a:prstGeom>
                <a:noFill/>
                <a:ln cap="flat" cmpd="sng" w="9525">
                  <a:solidFill>
                    <a:schemeClr val="dk2"/>
                  </a:solidFill>
                  <a:prstDash val="solid"/>
                  <a:round/>
                  <a:headEnd len="sm" w="sm" type="none"/>
                  <a:tailEnd len="sm" w="sm" type="none"/>
                </a:ln>
              </p:spPr>
            </p:cxnSp>
            <p:cxnSp>
              <p:nvCxnSpPr>
                <p:cNvPr id="206" name="Google Shape;206;p1"/>
                <p:cNvCxnSpPr/>
                <p:nvPr/>
              </p:nvCxnSpPr>
              <p:spPr>
                <a:xfrm>
                  <a:off x="6107450" y="864000"/>
                  <a:ext cx="0" cy="1770600"/>
                </a:xfrm>
                <a:prstGeom prst="straightConnector1">
                  <a:avLst/>
                </a:prstGeom>
                <a:noFill/>
                <a:ln cap="flat" cmpd="sng" w="9525">
                  <a:solidFill>
                    <a:schemeClr val="dk2"/>
                  </a:solidFill>
                  <a:prstDash val="solid"/>
                  <a:round/>
                  <a:headEnd len="sm" w="sm" type="none"/>
                  <a:tailEnd len="sm" w="sm" type="none"/>
                </a:ln>
              </p:spPr>
            </p:cxnSp>
            <p:cxnSp>
              <p:nvCxnSpPr>
                <p:cNvPr id="207" name="Google Shape;207;p1"/>
                <p:cNvCxnSpPr/>
                <p:nvPr/>
              </p:nvCxnSpPr>
              <p:spPr>
                <a:xfrm>
                  <a:off x="6457590" y="864000"/>
                  <a:ext cx="0" cy="1770600"/>
                </a:xfrm>
                <a:prstGeom prst="straightConnector1">
                  <a:avLst/>
                </a:prstGeom>
                <a:noFill/>
                <a:ln cap="flat" cmpd="sng" w="9525">
                  <a:solidFill>
                    <a:schemeClr val="dk2"/>
                  </a:solidFill>
                  <a:prstDash val="solid"/>
                  <a:round/>
                  <a:headEnd len="sm" w="sm" type="none"/>
                  <a:tailEnd len="sm" w="sm" type="none"/>
                </a:ln>
              </p:spPr>
            </p:cxnSp>
            <p:cxnSp>
              <p:nvCxnSpPr>
                <p:cNvPr id="208" name="Google Shape;208;p1"/>
                <p:cNvCxnSpPr/>
                <p:nvPr/>
              </p:nvCxnSpPr>
              <p:spPr>
                <a:xfrm>
                  <a:off x="6632661" y="864000"/>
                  <a:ext cx="0" cy="1770600"/>
                </a:xfrm>
                <a:prstGeom prst="straightConnector1">
                  <a:avLst/>
                </a:prstGeom>
                <a:noFill/>
                <a:ln cap="flat" cmpd="sng" w="9525">
                  <a:solidFill>
                    <a:schemeClr val="dk2"/>
                  </a:solidFill>
                  <a:prstDash val="solid"/>
                  <a:round/>
                  <a:headEnd len="sm" w="sm" type="none"/>
                  <a:tailEnd len="sm" w="sm" type="none"/>
                </a:ln>
              </p:spPr>
            </p:cxnSp>
            <p:cxnSp>
              <p:nvCxnSpPr>
                <p:cNvPr id="209" name="Google Shape;209;p1"/>
                <p:cNvCxnSpPr/>
                <p:nvPr/>
              </p:nvCxnSpPr>
              <p:spPr>
                <a:xfrm>
                  <a:off x="6830031" y="936421"/>
                  <a:ext cx="0" cy="1770600"/>
                </a:xfrm>
                <a:prstGeom prst="straightConnector1">
                  <a:avLst/>
                </a:prstGeom>
                <a:noFill/>
                <a:ln cap="flat" cmpd="sng" w="9525">
                  <a:solidFill>
                    <a:schemeClr val="dk2"/>
                  </a:solidFill>
                  <a:prstDash val="solid"/>
                  <a:round/>
                  <a:headEnd len="sm" w="sm" type="none"/>
                  <a:tailEnd len="sm" w="sm" type="none"/>
                </a:ln>
              </p:spPr>
            </p:cxnSp>
            <p:cxnSp>
              <p:nvCxnSpPr>
                <p:cNvPr id="210" name="Google Shape;210;p1"/>
                <p:cNvCxnSpPr/>
                <p:nvPr/>
              </p:nvCxnSpPr>
              <p:spPr>
                <a:xfrm>
                  <a:off x="7157871" y="864000"/>
                  <a:ext cx="0" cy="1770600"/>
                </a:xfrm>
                <a:prstGeom prst="straightConnector1">
                  <a:avLst/>
                </a:prstGeom>
                <a:noFill/>
                <a:ln cap="flat" cmpd="sng" w="9525">
                  <a:solidFill>
                    <a:schemeClr val="dk2"/>
                  </a:solidFill>
                  <a:prstDash val="solid"/>
                  <a:round/>
                  <a:headEnd len="sm" w="sm" type="none"/>
                  <a:tailEnd len="sm" w="sm" type="none"/>
                </a:ln>
              </p:spPr>
            </p:cxnSp>
            <p:cxnSp>
              <p:nvCxnSpPr>
                <p:cNvPr id="211" name="Google Shape;211;p1"/>
                <p:cNvCxnSpPr/>
                <p:nvPr/>
              </p:nvCxnSpPr>
              <p:spPr>
                <a:xfrm>
                  <a:off x="6982801" y="864000"/>
                  <a:ext cx="0" cy="1770600"/>
                </a:xfrm>
                <a:prstGeom prst="straightConnector1">
                  <a:avLst/>
                </a:prstGeom>
                <a:noFill/>
                <a:ln cap="flat" cmpd="sng" w="9525">
                  <a:solidFill>
                    <a:schemeClr val="dk2"/>
                  </a:solidFill>
                  <a:prstDash val="solid"/>
                  <a:round/>
                  <a:headEnd len="sm" w="sm" type="none"/>
                  <a:tailEnd len="sm" w="sm" type="none"/>
                </a:ln>
              </p:spPr>
            </p:cxnSp>
            <p:cxnSp>
              <p:nvCxnSpPr>
                <p:cNvPr id="212" name="Google Shape;212;p1"/>
                <p:cNvCxnSpPr/>
                <p:nvPr/>
              </p:nvCxnSpPr>
              <p:spPr>
                <a:xfrm>
                  <a:off x="7332942" y="864000"/>
                  <a:ext cx="0" cy="1770600"/>
                </a:xfrm>
                <a:prstGeom prst="straightConnector1">
                  <a:avLst/>
                </a:prstGeom>
                <a:noFill/>
                <a:ln cap="flat" cmpd="sng" w="9525">
                  <a:solidFill>
                    <a:schemeClr val="dk2"/>
                  </a:solidFill>
                  <a:prstDash val="solid"/>
                  <a:round/>
                  <a:headEnd len="sm" w="sm" type="none"/>
                  <a:tailEnd len="sm" w="sm" type="none"/>
                </a:ln>
              </p:spPr>
            </p:cxnSp>
            <p:cxnSp>
              <p:nvCxnSpPr>
                <p:cNvPr id="213" name="Google Shape;213;p1"/>
                <p:cNvCxnSpPr/>
                <p:nvPr/>
              </p:nvCxnSpPr>
              <p:spPr>
                <a:xfrm>
                  <a:off x="7508012" y="864000"/>
                  <a:ext cx="0" cy="1770600"/>
                </a:xfrm>
                <a:prstGeom prst="straightConnector1">
                  <a:avLst/>
                </a:prstGeom>
                <a:noFill/>
                <a:ln cap="flat" cmpd="sng" w="9525">
                  <a:solidFill>
                    <a:schemeClr val="dk2"/>
                  </a:solidFill>
                  <a:prstDash val="solid"/>
                  <a:round/>
                  <a:headEnd len="sm" w="sm" type="none"/>
                  <a:tailEnd len="sm" w="sm" type="none"/>
                </a:ln>
              </p:spPr>
            </p:cxnSp>
            <p:cxnSp>
              <p:nvCxnSpPr>
                <p:cNvPr id="214" name="Google Shape;214;p1"/>
                <p:cNvCxnSpPr/>
                <p:nvPr/>
              </p:nvCxnSpPr>
              <p:spPr>
                <a:xfrm>
                  <a:off x="7683082" y="864000"/>
                  <a:ext cx="0" cy="1770600"/>
                </a:xfrm>
                <a:prstGeom prst="straightConnector1">
                  <a:avLst/>
                </a:prstGeom>
                <a:noFill/>
                <a:ln cap="flat" cmpd="sng" w="9525">
                  <a:solidFill>
                    <a:schemeClr val="dk2"/>
                  </a:solidFill>
                  <a:prstDash val="solid"/>
                  <a:round/>
                  <a:headEnd len="sm" w="sm" type="none"/>
                  <a:tailEnd len="sm" w="sm" type="none"/>
                </a:ln>
              </p:spPr>
            </p:cxnSp>
            <p:cxnSp>
              <p:nvCxnSpPr>
                <p:cNvPr id="215" name="Google Shape;215;p1"/>
                <p:cNvCxnSpPr/>
                <p:nvPr/>
              </p:nvCxnSpPr>
              <p:spPr>
                <a:xfrm>
                  <a:off x="7858152" y="864000"/>
                  <a:ext cx="0" cy="1770600"/>
                </a:xfrm>
                <a:prstGeom prst="straightConnector1">
                  <a:avLst/>
                </a:prstGeom>
                <a:noFill/>
                <a:ln cap="flat" cmpd="sng" w="9525">
                  <a:solidFill>
                    <a:schemeClr val="dk2"/>
                  </a:solidFill>
                  <a:prstDash val="solid"/>
                  <a:round/>
                  <a:headEnd len="sm" w="sm" type="none"/>
                  <a:tailEnd len="sm" w="sm" type="none"/>
                </a:ln>
              </p:spPr>
            </p:cxnSp>
            <p:cxnSp>
              <p:nvCxnSpPr>
                <p:cNvPr id="216" name="Google Shape;216;p1"/>
                <p:cNvCxnSpPr/>
                <p:nvPr/>
              </p:nvCxnSpPr>
              <p:spPr>
                <a:xfrm>
                  <a:off x="8208293" y="864000"/>
                  <a:ext cx="0" cy="1770600"/>
                </a:xfrm>
                <a:prstGeom prst="straightConnector1">
                  <a:avLst/>
                </a:prstGeom>
                <a:noFill/>
                <a:ln cap="flat" cmpd="sng" w="9525">
                  <a:solidFill>
                    <a:schemeClr val="dk2"/>
                  </a:solidFill>
                  <a:prstDash val="solid"/>
                  <a:round/>
                  <a:headEnd len="sm" w="sm" type="none"/>
                  <a:tailEnd len="sm" w="sm" type="none"/>
                </a:ln>
              </p:spPr>
            </p:cxnSp>
            <p:cxnSp>
              <p:nvCxnSpPr>
                <p:cNvPr id="217" name="Google Shape;217;p1"/>
                <p:cNvCxnSpPr/>
                <p:nvPr/>
              </p:nvCxnSpPr>
              <p:spPr>
                <a:xfrm>
                  <a:off x="8033223" y="864000"/>
                  <a:ext cx="0" cy="1770600"/>
                </a:xfrm>
                <a:prstGeom prst="straightConnector1">
                  <a:avLst/>
                </a:prstGeom>
                <a:noFill/>
                <a:ln cap="flat" cmpd="sng" w="9525">
                  <a:solidFill>
                    <a:schemeClr val="dk2"/>
                  </a:solidFill>
                  <a:prstDash val="solid"/>
                  <a:round/>
                  <a:headEnd len="sm" w="sm" type="none"/>
                  <a:tailEnd len="sm" w="sm" type="none"/>
                </a:ln>
              </p:spPr>
            </p:cxnSp>
            <p:cxnSp>
              <p:nvCxnSpPr>
                <p:cNvPr id="218" name="Google Shape;218;p1"/>
                <p:cNvCxnSpPr/>
                <p:nvPr/>
              </p:nvCxnSpPr>
              <p:spPr>
                <a:xfrm>
                  <a:off x="8383363" y="864000"/>
                  <a:ext cx="0" cy="1770600"/>
                </a:xfrm>
                <a:prstGeom prst="straightConnector1">
                  <a:avLst/>
                </a:prstGeom>
                <a:noFill/>
                <a:ln cap="flat" cmpd="sng" w="9525">
                  <a:solidFill>
                    <a:schemeClr val="dk2"/>
                  </a:solidFill>
                  <a:prstDash val="solid"/>
                  <a:round/>
                  <a:headEnd len="sm" w="sm" type="none"/>
                  <a:tailEnd len="sm" w="sm" type="none"/>
                </a:ln>
              </p:spPr>
            </p:cxnSp>
            <p:cxnSp>
              <p:nvCxnSpPr>
                <p:cNvPr id="219" name="Google Shape;219;p1"/>
                <p:cNvCxnSpPr/>
                <p:nvPr/>
              </p:nvCxnSpPr>
              <p:spPr>
                <a:xfrm>
                  <a:off x="8558433" y="864000"/>
                  <a:ext cx="0" cy="1770600"/>
                </a:xfrm>
                <a:prstGeom prst="straightConnector1">
                  <a:avLst/>
                </a:prstGeom>
                <a:noFill/>
                <a:ln cap="flat" cmpd="sng" w="9525">
                  <a:solidFill>
                    <a:schemeClr val="dk2"/>
                  </a:solidFill>
                  <a:prstDash val="solid"/>
                  <a:round/>
                  <a:headEnd len="sm" w="sm" type="none"/>
                  <a:tailEnd len="sm" w="sm" type="none"/>
                </a:ln>
              </p:spPr>
            </p:cxnSp>
          </p:grpSp>
          <p:sp>
            <p:nvSpPr>
              <p:cNvPr id="220" name="Google Shape;220;p1"/>
              <p:cNvSpPr/>
              <p:nvPr/>
            </p:nvSpPr>
            <p:spPr>
              <a:xfrm>
                <a:off x="5431735" y="796509"/>
                <a:ext cx="2518200" cy="192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ctr">
                  <a:spcBef>
                    <a:spcPts val="0"/>
                  </a:spcBef>
                  <a:spcAft>
                    <a:spcPts val="0"/>
                  </a:spcAft>
                  <a:buNone/>
                </a:pPr>
                <a:r>
                  <a:t/>
                </a:r>
                <a:endParaRPr sz="2400">
                  <a:solidFill>
                    <a:schemeClr val="dk1"/>
                  </a:solidFill>
                  <a:latin typeface="Open Sans"/>
                  <a:ea typeface="Open Sans"/>
                  <a:cs typeface="Open Sans"/>
                  <a:sym typeface="Open Sans"/>
                </a:endParaRPr>
              </a:p>
            </p:txBody>
          </p:sp>
          <p:sp>
            <p:nvSpPr>
              <p:cNvPr id="221" name="Google Shape;221;p1"/>
              <p:cNvSpPr/>
              <p:nvPr/>
            </p:nvSpPr>
            <p:spPr>
              <a:xfrm>
                <a:off x="5508531" y="1514447"/>
                <a:ext cx="2324049" cy="1339651"/>
              </a:xfrm>
              <a:custGeom>
                <a:rect b="b" l="l" r="r" t="t"/>
                <a:pathLst>
                  <a:path extrusionOk="0" fill="none" h="4182" w="7255">
                    <a:moveTo>
                      <a:pt x="0" y="3367"/>
                    </a:moveTo>
                    <a:cubicBezTo>
                      <a:pt x="18" y="3367"/>
                      <a:pt x="48" y="3360"/>
                      <a:pt x="65" y="3368"/>
                    </a:cubicBezTo>
                    <a:cubicBezTo>
                      <a:pt x="87" y="3378"/>
                      <a:pt x="92" y="3414"/>
                      <a:pt x="105" y="3432"/>
                    </a:cubicBezTo>
                    <a:cubicBezTo>
                      <a:pt x="113" y="3444"/>
                      <a:pt x="127" y="3451"/>
                      <a:pt x="135" y="3464"/>
                    </a:cubicBezTo>
                    <a:cubicBezTo>
                      <a:pt x="144" y="3477"/>
                      <a:pt x="147" y="3488"/>
                      <a:pt x="158" y="3501"/>
                    </a:cubicBezTo>
                    <a:cubicBezTo>
                      <a:pt x="170" y="3514"/>
                      <a:pt x="174" y="3522"/>
                      <a:pt x="181" y="3540"/>
                    </a:cubicBezTo>
                    <a:cubicBezTo>
                      <a:pt x="191" y="3566"/>
                      <a:pt x="203" y="3572"/>
                      <a:pt x="225" y="3586"/>
                    </a:cubicBezTo>
                    <a:cubicBezTo>
                      <a:pt x="243" y="3597"/>
                      <a:pt x="261" y="3619"/>
                      <a:pt x="281" y="3625"/>
                    </a:cubicBezTo>
                    <a:cubicBezTo>
                      <a:pt x="303" y="3632"/>
                      <a:pt x="325" y="3625"/>
                      <a:pt x="346" y="3637"/>
                    </a:cubicBezTo>
                    <a:cubicBezTo>
                      <a:pt x="369" y="3649"/>
                      <a:pt x="376" y="3660"/>
                      <a:pt x="404" y="3659"/>
                    </a:cubicBezTo>
                    <a:cubicBezTo>
                      <a:pt x="433" y="3659"/>
                      <a:pt x="459" y="3659"/>
                      <a:pt x="487" y="3654"/>
                    </a:cubicBezTo>
                    <a:cubicBezTo>
                      <a:pt x="520" y="3647"/>
                      <a:pt x="527" y="3645"/>
                      <a:pt x="551" y="3621"/>
                    </a:cubicBezTo>
                    <a:cubicBezTo>
                      <a:pt x="564" y="3608"/>
                      <a:pt x="573" y="3587"/>
                      <a:pt x="587" y="3574"/>
                    </a:cubicBezTo>
                    <a:cubicBezTo>
                      <a:pt x="592" y="3570"/>
                      <a:pt x="600" y="3571"/>
                      <a:pt x="605" y="3566"/>
                    </a:cubicBezTo>
                    <a:cubicBezTo>
                      <a:pt x="607" y="3564"/>
                      <a:pt x="612" y="3552"/>
                      <a:pt x="614" y="3549"/>
                    </a:cubicBezTo>
                    <a:cubicBezTo>
                      <a:pt x="625" y="3525"/>
                      <a:pt x="636" y="3518"/>
                      <a:pt x="658" y="3505"/>
                    </a:cubicBezTo>
                    <a:cubicBezTo>
                      <a:pt x="674" y="3495"/>
                      <a:pt x="692" y="3484"/>
                      <a:pt x="709" y="3475"/>
                    </a:cubicBezTo>
                    <a:cubicBezTo>
                      <a:pt x="723" y="3467"/>
                      <a:pt x="740" y="3452"/>
                      <a:pt x="756" y="3451"/>
                    </a:cubicBezTo>
                    <a:cubicBezTo>
                      <a:pt x="757" y="3445"/>
                      <a:pt x="759" y="3440"/>
                      <a:pt x="759" y="3434"/>
                    </a:cubicBezTo>
                    <a:cubicBezTo>
                      <a:pt x="787" y="3420"/>
                      <a:pt x="827" y="3440"/>
                      <a:pt x="856" y="3432"/>
                    </a:cubicBezTo>
                    <a:cubicBezTo>
                      <a:pt x="870" y="3428"/>
                      <a:pt x="872" y="3423"/>
                      <a:pt x="887" y="3421"/>
                    </a:cubicBezTo>
                    <a:cubicBezTo>
                      <a:pt x="902" y="3419"/>
                      <a:pt x="921" y="3419"/>
                      <a:pt x="936" y="3420"/>
                    </a:cubicBezTo>
                    <a:cubicBezTo>
                      <a:pt x="961" y="3421"/>
                      <a:pt x="977" y="3437"/>
                      <a:pt x="1001" y="3442"/>
                    </a:cubicBezTo>
                    <a:cubicBezTo>
                      <a:pt x="1014" y="3445"/>
                      <a:pt x="1026" y="3442"/>
                      <a:pt x="1039" y="3445"/>
                    </a:cubicBezTo>
                    <a:cubicBezTo>
                      <a:pt x="1052" y="3448"/>
                      <a:pt x="1065" y="3455"/>
                      <a:pt x="1077" y="3459"/>
                    </a:cubicBezTo>
                    <a:cubicBezTo>
                      <a:pt x="1100" y="3466"/>
                      <a:pt x="1106" y="3478"/>
                      <a:pt x="1126" y="3489"/>
                    </a:cubicBezTo>
                    <a:cubicBezTo>
                      <a:pt x="1155" y="3506"/>
                      <a:pt x="1176" y="3508"/>
                      <a:pt x="1194" y="3540"/>
                    </a:cubicBezTo>
                    <a:cubicBezTo>
                      <a:pt x="1202" y="3554"/>
                      <a:pt x="1208" y="3568"/>
                      <a:pt x="1211" y="3584"/>
                    </a:cubicBezTo>
                    <a:cubicBezTo>
                      <a:pt x="1216" y="3609"/>
                      <a:pt x="1218" y="3614"/>
                      <a:pt x="1235" y="3632"/>
                    </a:cubicBezTo>
                    <a:cubicBezTo>
                      <a:pt x="1242" y="3640"/>
                      <a:pt x="1250" y="3649"/>
                      <a:pt x="1256" y="3659"/>
                    </a:cubicBezTo>
                    <a:cubicBezTo>
                      <a:pt x="1264" y="3671"/>
                      <a:pt x="1265" y="3685"/>
                      <a:pt x="1273" y="3697"/>
                    </a:cubicBezTo>
                    <a:cubicBezTo>
                      <a:pt x="1292" y="3728"/>
                      <a:pt x="1322" y="3755"/>
                      <a:pt x="1341" y="3785"/>
                    </a:cubicBezTo>
                    <a:cubicBezTo>
                      <a:pt x="1363" y="3819"/>
                      <a:pt x="1379" y="3867"/>
                      <a:pt x="1410" y="3897"/>
                    </a:cubicBezTo>
                    <a:cubicBezTo>
                      <a:pt x="1430" y="3917"/>
                      <a:pt x="1453" y="3921"/>
                      <a:pt x="1472" y="3940"/>
                    </a:cubicBezTo>
                    <a:cubicBezTo>
                      <a:pt x="1484" y="3952"/>
                      <a:pt x="1503" y="3964"/>
                      <a:pt x="1514" y="3976"/>
                    </a:cubicBezTo>
                    <a:cubicBezTo>
                      <a:pt x="1520" y="3982"/>
                      <a:pt x="1523" y="3997"/>
                      <a:pt x="1529" y="4005"/>
                    </a:cubicBezTo>
                    <a:cubicBezTo>
                      <a:pt x="1546" y="4030"/>
                      <a:pt x="1555" y="4057"/>
                      <a:pt x="1572" y="4082"/>
                    </a:cubicBezTo>
                    <a:cubicBezTo>
                      <a:pt x="1592" y="4110"/>
                      <a:pt x="1620" y="4132"/>
                      <a:pt x="1644" y="4158"/>
                    </a:cubicBezTo>
                    <a:cubicBezTo>
                      <a:pt x="1666" y="4182"/>
                      <a:pt x="1685" y="4188"/>
                      <a:pt x="1722" y="4174"/>
                    </a:cubicBezTo>
                    <a:cubicBezTo>
                      <a:pt x="1767" y="4157"/>
                      <a:pt x="1797" y="4128"/>
                      <a:pt x="1837" y="4104"/>
                    </a:cubicBezTo>
                    <a:cubicBezTo>
                      <a:pt x="1875" y="4081"/>
                      <a:pt x="1903" y="4060"/>
                      <a:pt x="1918" y="4018"/>
                    </a:cubicBezTo>
                    <a:cubicBezTo>
                      <a:pt x="1936" y="3969"/>
                      <a:pt x="1968" y="3919"/>
                      <a:pt x="1980" y="3870"/>
                    </a:cubicBezTo>
                    <a:cubicBezTo>
                      <a:pt x="1984" y="3855"/>
                      <a:pt x="1991" y="3837"/>
                      <a:pt x="1993" y="3821"/>
                    </a:cubicBezTo>
                    <a:cubicBezTo>
                      <a:pt x="1995" y="3807"/>
                      <a:pt x="1989" y="3797"/>
                      <a:pt x="1998" y="3784"/>
                    </a:cubicBezTo>
                    <a:cubicBezTo>
                      <a:pt x="2007" y="3773"/>
                      <a:pt x="2018" y="3770"/>
                      <a:pt x="2027" y="3757"/>
                    </a:cubicBezTo>
                    <a:cubicBezTo>
                      <a:pt x="2042" y="3735"/>
                      <a:pt x="2058" y="3712"/>
                      <a:pt x="2071" y="3688"/>
                    </a:cubicBezTo>
                    <a:cubicBezTo>
                      <a:pt x="2115" y="3609"/>
                      <a:pt x="2152" y="3530"/>
                      <a:pt x="2166" y="3443"/>
                    </a:cubicBezTo>
                    <a:cubicBezTo>
                      <a:pt x="2172" y="3399"/>
                      <a:pt x="2206" y="3379"/>
                      <a:pt x="2226" y="3342"/>
                    </a:cubicBezTo>
                    <a:cubicBezTo>
                      <a:pt x="2235" y="3326"/>
                      <a:pt x="2238" y="3300"/>
                      <a:pt x="2244" y="3283"/>
                    </a:cubicBezTo>
                    <a:cubicBezTo>
                      <a:pt x="2253" y="3259"/>
                      <a:pt x="2248" y="3236"/>
                      <a:pt x="2254" y="3213"/>
                    </a:cubicBezTo>
                    <a:cubicBezTo>
                      <a:pt x="2259" y="3193"/>
                      <a:pt x="2270" y="3175"/>
                      <a:pt x="2275" y="3154"/>
                    </a:cubicBezTo>
                    <a:cubicBezTo>
                      <a:pt x="2280" y="3134"/>
                      <a:pt x="2281" y="3114"/>
                      <a:pt x="2284" y="3094"/>
                    </a:cubicBezTo>
                    <a:cubicBezTo>
                      <a:pt x="2292" y="3048"/>
                      <a:pt x="2311" y="2990"/>
                      <a:pt x="2343" y="2956"/>
                    </a:cubicBezTo>
                    <a:cubicBezTo>
                      <a:pt x="2377" y="2921"/>
                      <a:pt x="2404" y="2894"/>
                      <a:pt x="2414" y="2848"/>
                    </a:cubicBezTo>
                    <a:cubicBezTo>
                      <a:pt x="2421" y="2816"/>
                      <a:pt x="2440" y="2788"/>
                      <a:pt x="2447" y="2756"/>
                    </a:cubicBezTo>
                    <a:cubicBezTo>
                      <a:pt x="2455" y="2722"/>
                      <a:pt x="2458" y="2692"/>
                      <a:pt x="2458" y="2657"/>
                    </a:cubicBezTo>
                    <a:cubicBezTo>
                      <a:pt x="2458" y="2626"/>
                      <a:pt x="2452" y="2586"/>
                      <a:pt x="2458" y="2556"/>
                    </a:cubicBezTo>
                    <a:cubicBezTo>
                      <a:pt x="2468" y="2514"/>
                      <a:pt x="2502" y="2470"/>
                      <a:pt x="2527" y="2437"/>
                    </a:cubicBezTo>
                    <a:cubicBezTo>
                      <a:pt x="2559" y="2397"/>
                      <a:pt x="2580" y="2356"/>
                      <a:pt x="2596" y="2306"/>
                    </a:cubicBezTo>
                    <a:cubicBezTo>
                      <a:pt x="2607" y="2273"/>
                      <a:pt x="2605" y="2236"/>
                      <a:pt x="2619" y="2204"/>
                    </a:cubicBezTo>
                    <a:cubicBezTo>
                      <a:pt x="2635" y="2167"/>
                      <a:pt x="2678" y="2143"/>
                      <a:pt x="2708" y="2114"/>
                    </a:cubicBezTo>
                    <a:cubicBezTo>
                      <a:pt x="2751" y="2071"/>
                      <a:pt x="2843" y="1989"/>
                      <a:pt x="2913" y="2015"/>
                    </a:cubicBezTo>
                    <a:cubicBezTo>
                      <a:pt x="2937" y="2024"/>
                      <a:pt x="2949" y="2055"/>
                      <a:pt x="2971" y="2069"/>
                    </a:cubicBezTo>
                    <a:cubicBezTo>
                      <a:pt x="2984" y="2078"/>
                      <a:pt x="2994" y="2085"/>
                      <a:pt x="3006" y="2095"/>
                    </a:cubicBezTo>
                    <a:cubicBezTo>
                      <a:pt x="3013" y="2102"/>
                      <a:pt x="3024" y="2109"/>
                      <a:pt x="3031" y="2117"/>
                    </a:cubicBezTo>
                    <a:cubicBezTo>
                      <a:pt x="3043" y="2130"/>
                      <a:pt x="3037" y="2131"/>
                      <a:pt x="3044" y="2146"/>
                    </a:cubicBezTo>
                    <a:cubicBezTo>
                      <a:pt x="3053" y="2165"/>
                      <a:pt x="3079" y="2189"/>
                      <a:pt x="3095" y="2199"/>
                    </a:cubicBezTo>
                    <a:cubicBezTo>
                      <a:pt x="3106" y="2207"/>
                      <a:pt x="3115" y="2206"/>
                      <a:pt x="3129" y="2214"/>
                    </a:cubicBezTo>
                    <a:cubicBezTo>
                      <a:pt x="3137" y="2218"/>
                      <a:pt x="3138" y="2229"/>
                      <a:pt x="3148" y="2232"/>
                    </a:cubicBezTo>
                    <a:cubicBezTo>
                      <a:pt x="3165" y="2239"/>
                      <a:pt x="3197" y="2230"/>
                      <a:pt x="3213" y="2227"/>
                    </a:cubicBezTo>
                    <a:cubicBezTo>
                      <a:pt x="3255" y="2218"/>
                      <a:pt x="3308" y="2181"/>
                      <a:pt x="3344" y="2160"/>
                    </a:cubicBezTo>
                    <a:cubicBezTo>
                      <a:pt x="3373" y="2142"/>
                      <a:pt x="3400" y="2133"/>
                      <a:pt x="3431" y="2122"/>
                    </a:cubicBezTo>
                    <a:cubicBezTo>
                      <a:pt x="3435" y="2093"/>
                      <a:pt x="3433" y="2067"/>
                      <a:pt x="3449" y="2042"/>
                    </a:cubicBezTo>
                    <a:cubicBezTo>
                      <a:pt x="3466" y="2016"/>
                      <a:pt x="3489" y="1992"/>
                      <a:pt x="3508" y="1968"/>
                    </a:cubicBezTo>
                    <a:cubicBezTo>
                      <a:pt x="3527" y="1943"/>
                      <a:pt x="3545" y="1918"/>
                      <a:pt x="3574" y="1904"/>
                    </a:cubicBezTo>
                    <a:cubicBezTo>
                      <a:pt x="3581" y="1901"/>
                      <a:pt x="3600" y="1899"/>
                      <a:pt x="3605" y="1893"/>
                    </a:cubicBezTo>
                    <a:cubicBezTo>
                      <a:pt x="3609" y="1887"/>
                      <a:pt x="3603" y="1879"/>
                      <a:pt x="3605" y="1874"/>
                    </a:cubicBezTo>
                    <a:cubicBezTo>
                      <a:pt x="3622" y="1831"/>
                      <a:pt x="3616" y="1788"/>
                      <a:pt x="3616" y="1743"/>
                    </a:cubicBezTo>
                    <a:cubicBezTo>
                      <a:pt x="3617" y="1662"/>
                      <a:pt x="3672" y="1623"/>
                      <a:pt x="3730" y="1573"/>
                    </a:cubicBezTo>
                    <a:cubicBezTo>
                      <a:pt x="3785" y="1526"/>
                      <a:pt x="3845" y="1476"/>
                      <a:pt x="3882" y="1413"/>
                    </a:cubicBezTo>
                    <a:cubicBezTo>
                      <a:pt x="3893" y="1393"/>
                      <a:pt x="3899" y="1371"/>
                      <a:pt x="3909" y="1351"/>
                    </a:cubicBezTo>
                    <a:cubicBezTo>
                      <a:pt x="3922" y="1323"/>
                      <a:pt x="3941" y="1296"/>
                      <a:pt x="3950" y="1267"/>
                    </a:cubicBezTo>
                    <a:cubicBezTo>
                      <a:pt x="3967" y="1212"/>
                      <a:pt x="4002" y="1167"/>
                      <a:pt x="4034" y="1120"/>
                    </a:cubicBezTo>
                    <a:cubicBezTo>
                      <a:pt x="4061" y="1081"/>
                      <a:pt x="4061" y="1061"/>
                      <a:pt x="4061" y="1015"/>
                    </a:cubicBezTo>
                    <a:cubicBezTo>
                      <a:pt x="4061" y="940"/>
                      <a:pt x="4046" y="863"/>
                      <a:pt x="4111" y="810"/>
                    </a:cubicBezTo>
                    <a:cubicBezTo>
                      <a:pt x="4126" y="797"/>
                      <a:pt x="4145" y="789"/>
                      <a:pt x="4161" y="777"/>
                    </a:cubicBezTo>
                    <a:cubicBezTo>
                      <a:pt x="4182" y="761"/>
                      <a:pt x="4207" y="756"/>
                      <a:pt x="4228" y="742"/>
                    </a:cubicBezTo>
                    <a:cubicBezTo>
                      <a:pt x="4239" y="735"/>
                      <a:pt x="4248" y="722"/>
                      <a:pt x="4260" y="717"/>
                    </a:cubicBezTo>
                    <a:cubicBezTo>
                      <a:pt x="4275" y="711"/>
                      <a:pt x="4294" y="715"/>
                      <a:pt x="4309" y="710"/>
                    </a:cubicBezTo>
                    <a:cubicBezTo>
                      <a:pt x="4358" y="696"/>
                      <a:pt x="4385" y="689"/>
                      <a:pt x="4438" y="699"/>
                    </a:cubicBezTo>
                    <a:cubicBezTo>
                      <a:pt x="4454" y="701"/>
                      <a:pt x="4472" y="704"/>
                      <a:pt x="4487" y="711"/>
                    </a:cubicBezTo>
                    <a:cubicBezTo>
                      <a:pt x="4511" y="722"/>
                      <a:pt x="4519" y="722"/>
                      <a:pt x="4543" y="725"/>
                    </a:cubicBezTo>
                    <a:cubicBezTo>
                      <a:pt x="4581" y="731"/>
                      <a:pt x="4630" y="773"/>
                      <a:pt x="4652" y="803"/>
                    </a:cubicBezTo>
                    <a:cubicBezTo>
                      <a:pt x="4669" y="827"/>
                      <a:pt x="4688" y="849"/>
                      <a:pt x="4705" y="873"/>
                    </a:cubicBezTo>
                    <a:cubicBezTo>
                      <a:pt x="4721" y="895"/>
                      <a:pt x="4718" y="909"/>
                      <a:pt x="4742" y="919"/>
                    </a:cubicBezTo>
                    <a:cubicBezTo>
                      <a:pt x="4805" y="948"/>
                      <a:pt x="4885" y="965"/>
                      <a:pt x="4955" y="973"/>
                    </a:cubicBezTo>
                    <a:cubicBezTo>
                      <a:pt x="5016" y="980"/>
                      <a:pt x="5068" y="965"/>
                      <a:pt x="5100" y="1023"/>
                    </a:cubicBezTo>
                    <a:cubicBezTo>
                      <a:pt x="5118" y="1056"/>
                      <a:pt x="5137" y="1088"/>
                      <a:pt x="5160" y="1118"/>
                    </a:cubicBezTo>
                    <a:cubicBezTo>
                      <a:pt x="5168" y="1130"/>
                      <a:pt x="5179" y="1140"/>
                      <a:pt x="5187" y="1152"/>
                    </a:cubicBezTo>
                    <a:cubicBezTo>
                      <a:pt x="5197" y="1166"/>
                      <a:pt x="5199" y="1184"/>
                      <a:pt x="5212" y="1196"/>
                    </a:cubicBezTo>
                    <a:cubicBezTo>
                      <a:pt x="5258" y="1237"/>
                      <a:pt x="5329" y="1217"/>
                      <a:pt x="5379" y="1242"/>
                    </a:cubicBezTo>
                    <a:cubicBezTo>
                      <a:pt x="5397" y="1252"/>
                      <a:pt x="5396" y="1266"/>
                      <a:pt x="5408" y="1282"/>
                    </a:cubicBezTo>
                    <a:cubicBezTo>
                      <a:pt x="5413" y="1289"/>
                      <a:pt x="5421" y="1293"/>
                      <a:pt x="5426" y="1300"/>
                    </a:cubicBezTo>
                    <a:cubicBezTo>
                      <a:pt x="5432" y="1309"/>
                      <a:pt x="5432" y="1318"/>
                      <a:pt x="5437" y="1327"/>
                    </a:cubicBezTo>
                    <a:cubicBezTo>
                      <a:pt x="5452" y="1354"/>
                      <a:pt x="5478" y="1360"/>
                      <a:pt x="5508" y="1353"/>
                    </a:cubicBezTo>
                    <a:cubicBezTo>
                      <a:pt x="5535" y="1346"/>
                      <a:pt x="5569" y="1327"/>
                      <a:pt x="5588" y="1306"/>
                    </a:cubicBezTo>
                    <a:cubicBezTo>
                      <a:pt x="5598" y="1294"/>
                      <a:pt x="5601" y="1278"/>
                      <a:pt x="5610" y="1265"/>
                    </a:cubicBezTo>
                    <a:cubicBezTo>
                      <a:pt x="5618" y="1254"/>
                      <a:pt x="5634" y="1249"/>
                      <a:pt x="5641" y="1239"/>
                    </a:cubicBezTo>
                    <a:cubicBezTo>
                      <a:pt x="5644" y="1234"/>
                      <a:pt x="5645" y="1225"/>
                      <a:pt x="5648" y="1219"/>
                    </a:cubicBezTo>
                    <a:cubicBezTo>
                      <a:pt x="5654" y="1207"/>
                      <a:pt x="5666" y="1197"/>
                      <a:pt x="5673" y="1187"/>
                    </a:cubicBezTo>
                    <a:cubicBezTo>
                      <a:pt x="5696" y="1157"/>
                      <a:pt x="5721" y="1125"/>
                      <a:pt x="5740" y="1093"/>
                    </a:cubicBezTo>
                    <a:cubicBezTo>
                      <a:pt x="5755" y="1065"/>
                      <a:pt x="5766" y="1035"/>
                      <a:pt x="5784" y="1008"/>
                    </a:cubicBezTo>
                    <a:cubicBezTo>
                      <a:pt x="5806" y="976"/>
                      <a:pt x="5835" y="936"/>
                      <a:pt x="5869" y="916"/>
                    </a:cubicBezTo>
                    <a:cubicBezTo>
                      <a:pt x="5882" y="908"/>
                      <a:pt x="5895" y="903"/>
                      <a:pt x="5911" y="900"/>
                    </a:cubicBezTo>
                    <a:cubicBezTo>
                      <a:pt x="5913" y="900"/>
                      <a:pt x="5940" y="901"/>
                      <a:pt x="5946" y="897"/>
                    </a:cubicBezTo>
                    <a:cubicBezTo>
                      <a:pt x="5950" y="894"/>
                      <a:pt x="5952" y="887"/>
                      <a:pt x="5957" y="884"/>
                    </a:cubicBezTo>
                    <a:cubicBezTo>
                      <a:pt x="5964" y="879"/>
                      <a:pt x="5974" y="876"/>
                      <a:pt x="5982" y="871"/>
                    </a:cubicBezTo>
                    <a:cubicBezTo>
                      <a:pt x="5997" y="861"/>
                      <a:pt x="5996" y="852"/>
                      <a:pt x="6002" y="836"/>
                    </a:cubicBezTo>
                    <a:cubicBezTo>
                      <a:pt x="6017" y="793"/>
                      <a:pt x="6050" y="754"/>
                      <a:pt x="6074" y="713"/>
                    </a:cubicBezTo>
                    <a:cubicBezTo>
                      <a:pt x="6090" y="686"/>
                      <a:pt x="6107" y="649"/>
                      <a:pt x="6135" y="632"/>
                    </a:cubicBezTo>
                    <a:cubicBezTo>
                      <a:pt x="6181" y="603"/>
                      <a:pt x="6259" y="595"/>
                      <a:pt x="6312" y="584"/>
                    </a:cubicBezTo>
                    <a:cubicBezTo>
                      <a:pt x="6365" y="574"/>
                      <a:pt x="6431" y="552"/>
                      <a:pt x="6485" y="564"/>
                    </a:cubicBezTo>
                    <a:cubicBezTo>
                      <a:pt x="6535" y="575"/>
                      <a:pt x="6569" y="627"/>
                      <a:pt x="6620" y="628"/>
                    </a:cubicBezTo>
                    <a:cubicBezTo>
                      <a:pt x="6678" y="631"/>
                      <a:pt x="6714" y="636"/>
                      <a:pt x="6746" y="582"/>
                    </a:cubicBezTo>
                    <a:cubicBezTo>
                      <a:pt x="6759" y="562"/>
                      <a:pt x="6781" y="535"/>
                      <a:pt x="6788" y="512"/>
                    </a:cubicBezTo>
                    <a:cubicBezTo>
                      <a:pt x="6794" y="491"/>
                      <a:pt x="6789" y="479"/>
                      <a:pt x="6800" y="460"/>
                    </a:cubicBezTo>
                    <a:cubicBezTo>
                      <a:pt x="6818" y="430"/>
                      <a:pt x="6803" y="404"/>
                      <a:pt x="6838" y="380"/>
                    </a:cubicBezTo>
                    <a:cubicBezTo>
                      <a:pt x="6860" y="365"/>
                      <a:pt x="6879" y="370"/>
                      <a:pt x="6906" y="369"/>
                    </a:cubicBezTo>
                    <a:cubicBezTo>
                      <a:pt x="6934" y="368"/>
                      <a:pt x="6963" y="361"/>
                      <a:pt x="6991" y="356"/>
                    </a:cubicBezTo>
                    <a:cubicBezTo>
                      <a:pt x="7081" y="341"/>
                      <a:pt x="7082" y="223"/>
                      <a:pt x="7128" y="163"/>
                    </a:cubicBezTo>
                    <a:cubicBezTo>
                      <a:pt x="7147" y="138"/>
                      <a:pt x="7166" y="117"/>
                      <a:pt x="7185" y="92"/>
                    </a:cubicBezTo>
                    <a:cubicBezTo>
                      <a:pt x="7195" y="78"/>
                      <a:pt x="7212" y="64"/>
                      <a:pt x="7221" y="49"/>
                    </a:cubicBezTo>
                    <a:cubicBezTo>
                      <a:pt x="7230" y="31"/>
                      <a:pt x="7223" y="2"/>
                      <a:pt x="7255" y="0"/>
                    </a:cubicBezTo>
                  </a:path>
                </a:pathLst>
              </a:custGeom>
              <a:noFill/>
              <a:ln cap="flat" cmpd="sng" w="25550">
                <a:solidFill>
                  <a:schemeClr val="accent1"/>
                </a:solidFill>
                <a:prstDash val="solid"/>
                <a:miter lim="80"/>
                <a:headEnd len="sm" w="sm" type="none"/>
                <a:tailEnd len="sm" w="sm" type="none"/>
              </a:ln>
            </p:spPr>
            <p:txBody>
              <a:bodyPr anchorCtr="1" anchor="ctr" bIns="76800" lIns="136800" spcFirstLastPara="1" rIns="136800" wrap="square" tIns="768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22" name="Google Shape;222;p1"/>
              <p:cNvSpPr/>
              <p:nvPr/>
            </p:nvSpPr>
            <p:spPr>
              <a:xfrm>
                <a:off x="5506289" y="1511564"/>
                <a:ext cx="2326291" cy="1787163"/>
              </a:xfrm>
              <a:custGeom>
                <a:rect b="b" l="l" r="r" t="t"/>
                <a:pathLst>
                  <a:path extrusionOk="0" h="5579" w="7262">
                    <a:moveTo>
                      <a:pt x="7256" y="0"/>
                    </a:moveTo>
                    <a:cubicBezTo>
                      <a:pt x="7279" y="23"/>
                      <a:pt x="7231" y="31"/>
                      <a:pt x="7221" y="49"/>
                    </a:cubicBezTo>
                    <a:cubicBezTo>
                      <a:pt x="7213" y="64"/>
                      <a:pt x="7196" y="78"/>
                      <a:pt x="7185" y="92"/>
                    </a:cubicBezTo>
                    <a:cubicBezTo>
                      <a:pt x="7166" y="117"/>
                      <a:pt x="7147" y="138"/>
                      <a:pt x="7128" y="163"/>
                    </a:cubicBezTo>
                    <a:cubicBezTo>
                      <a:pt x="7082" y="223"/>
                      <a:pt x="7081" y="341"/>
                      <a:pt x="6991" y="356"/>
                    </a:cubicBezTo>
                    <a:cubicBezTo>
                      <a:pt x="6963" y="361"/>
                      <a:pt x="6934" y="367"/>
                      <a:pt x="6906" y="369"/>
                    </a:cubicBezTo>
                    <a:cubicBezTo>
                      <a:pt x="6879" y="370"/>
                      <a:pt x="6860" y="365"/>
                      <a:pt x="6838" y="380"/>
                    </a:cubicBezTo>
                    <a:cubicBezTo>
                      <a:pt x="6804" y="404"/>
                      <a:pt x="6818" y="430"/>
                      <a:pt x="6801" y="460"/>
                    </a:cubicBezTo>
                    <a:cubicBezTo>
                      <a:pt x="6789" y="479"/>
                      <a:pt x="6794" y="491"/>
                      <a:pt x="6788" y="512"/>
                    </a:cubicBezTo>
                    <a:cubicBezTo>
                      <a:pt x="6782" y="535"/>
                      <a:pt x="6759" y="562"/>
                      <a:pt x="6747" y="582"/>
                    </a:cubicBezTo>
                    <a:cubicBezTo>
                      <a:pt x="6714" y="636"/>
                      <a:pt x="6678" y="631"/>
                      <a:pt x="6621" y="628"/>
                    </a:cubicBezTo>
                    <a:cubicBezTo>
                      <a:pt x="6570" y="627"/>
                      <a:pt x="6535" y="575"/>
                      <a:pt x="6486" y="564"/>
                    </a:cubicBezTo>
                    <a:cubicBezTo>
                      <a:pt x="6431" y="552"/>
                      <a:pt x="6365" y="574"/>
                      <a:pt x="6313" y="584"/>
                    </a:cubicBezTo>
                    <a:cubicBezTo>
                      <a:pt x="6259" y="595"/>
                      <a:pt x="6182" y="603"/>
                      <a:pt x="6135" y="632"/>
                    </a:cubicBezTo>
                    <a:cubicBezTo>
                      <a:pt x="6108" y="649"/>
                      <a:pt x="6090" y="686"/>
                      <a:pt x="6075" y="713"/>
                    </a:cubicBezTo>
                    <a:cubicBezTo>
                      <a:pt x="6051" y="754"/>
                      <a:pt x="6017" y="793"/>
                      <a:pt x="6002" y="836"/>
                    </a:cubicBezTo>
                    <a:cubicBezTo>
                      <a:pt x="5996" y="852"/>
                      <a:pt x="5997" y="861"/>
                      <a:pt x="5982" y="871"/>
                    </a:cubicBezTo>
                    <a:cubicBezTo>
                      <a:pt x="5974" y="876"/>
                      <a:pt x="5965" y="879"/>
                      <a:pt x="5957" y="884"/>
                    </a:cubicBezTo>
                    <a:cubicBezTo>
                      <a:pt x="5953" y="887"/>
                      <a:pt x="5951" y="894"/>
                      <a:pt x="5946" y="897"/>
                    </a:cubicBezTo>
                    <a:cubicBezTo>
                      <a:pt x="5940" y="901"/>
                      <a:pt x="5914" y="900"/>
                      <a:pt x="5911" y="900"/>
                    </a:cubicBezTo>
                    <a:cubicBezTo>
                      <a:pt x="5896" y="903"/>
                      <a:pt x="5883" y="908"/>
                      <a:pt x="5869" y="916"/>
                    </a:cubicBezTo>
                    <a:cubicBezTo>
                      <a:pt x="5835" y="936"/>
                      <a:pt x="5806" y="976"/>
                      <a:pt x="5784" y="1008"/>
                    </a:cubicBezTo>
                    <a:cubicBezTo>
                      <a:pt x="5766" y="1035"/>
                      <a:pt x="5756" y="1065"/>
                      <a:pt x="5740" y="1093"/>
                    </a:cubicBezTo>
                    <a:cubicBezTo>
                      <a:pt x="5721" y="1125"/>
                      <a:pt x="5696" y="1157"/>
                      <a:pt x="5674" y="1187"/>
                    </a:cubicBezTo>
                    <a:cubicBezTo>
                      <a:pt x="5666" y="1197"/>
                      <a:pt x="5655" y="1208"/>
                      <a:pt x="5648" y="1219"/>
                    </a:cubicBezTo>
                    <a:cubicBezTo>
                      <a:pt x="5645" y="1225"/>
                      <a:pt x="5645" y="1234"/>
                      <a:pt x="5641" y="1239"/>
                    </a:cubicBezTo>
                    <a:cubicBezTo>
                      <a:pt x="5634" y="1249"/>
                      <a:pt x="5619" y="1254"/>
                      <a:pt x="5610" y="1265"/>
                    </a:cubicBezTo>
                    <a:cubicBezTo>
                      <a:pt x="5601" y="1278"/>
                      <a:pt x="5598" y="1294"/>
                      <a:pt x="5588" y="1306"/>
                    </a:cubicBezTo>
                    <a:cubicBezTo>
                      <a:pt x="5570" y="1327"/>
                      <a:pt x="5536" y="1346"/>
                      <a:pt x="5508" y="1353"/>
                    </a:cubicBezTo>
                    <a:cubicBezTo>
                      <a:pt x="5478" y="1360"/>
                      <a:pt x="5452" y="1354"/>
                      <a:pt x="5437" y="1327"/>
                    </a:cubicBezTo>
                    <a:cubicBezTo>
                      <a:pt x="5432" y="1318"/>
                      <a:pt x="5433" y="1309"/>
                      <a:pt x="5426" y="1300"/>
                    </a:cubicBezTo>
                    <a:cubicBezTo>
                      <a:pt x="5422" y="1293"/>
                      <a:pt x="5414" y="1289"/>
                      <a:pt x="5409" y="1282"/>
                    </a:cubicBezTo>
                    <a:cubicBezTo>
                      <a:pt x="5396" y="1266"/>
                      <a:pt x="5397" y="1252"/>
                      <a:pt x="5379" y="1242"/>
                    </a:cubicBezTo>
                    <a:cubicBezTo>
                      <a:pt x="5330" y="1217"/>
                      <a:pt x="5258" y="1237"/>
                      <a:pt x="5213" y="1196"/>
                    </a:cubicBezTo>
                    <a:cubicBezTo>
                      <a:pt x="5200" y="1184"/>
                      <a:pt x="5198" y="1166"/>
                      <a:pt x="5187" y="1152"/>
                    </a:cubicBezTo>
                    <a:cubicBezTo>
                      <a:pt x="5179" y="1140"/>
                      <a:pt x="5169" y="1130"/>
                      <a:pt x="5160" y="1119"/>
                    </a:cubicBezTo>
                    <a:cubicBezTo>
                      <a:pt x="5137" y="1088"/>
                      <a:pt x="5118" y="1057"/>
                      <a:pt x="5100" y="1023"/>
                    </a:cubicBezTo>
                    <a:cubicBezTo>
                      <a:pt x="5069" y="965"/>
                      <a:pt x="5016" y="980"/>
                      <a:pt x="4955" y="973"/>
                    </a:cubicBezTo>
                    <a:cubicBezTo>
                      <a:pt x="4886" y="965"/>
                      <a:pt x="4806" y="948"/>
                      <a:pt x="4742" y="920"/>
                    </a:cubicBezTo>
                    <a:cubicBezTo>
                      <a:pt x="4718" y="909"/>
                      <a:pt x="4721" y="895"/>
                      <a:pt x="4705" y="873"/>
                    </a:cubicBezTo>
                    <a:cubicBezTo>
                      <a:pt x="4688" y="849"/>
                      <a:pt x="4669" y="827"/>
                      <a:pt x="4652" y="803"/>
                    </a:cubicBezTo>
                    <a:cubicBezTo>
                      <a:pt x="4630" y="773"/>
                      <a:pt x="4582" y="731"/>
                      <a:pt x="4543" y="725"/>
                    </a:cubicBezTo>
                    <a:cubicBezTo>
                      <a:pt x="4519" y="722"/>
                      <a:pt x="4511" y="722"/>
                      <a:pt x="4487" y="711"/>
                    </a:cubicBezTo>
                    <a:cubicBezTo>
                      <a:pt x="4473" y="704"/>
                      <a:pt x="4455" y="702"/>
                      <a:pt x="4438" y="699"/>
                    </a:cubicBezTo>
                    <a:cubicBezTo>
                      <a:pt x="4385" y="689"/>
                      <a:pt x="4359" y="696"/>
                      <a:pt x="4310" y="710"/>
                    </a:cubicBezTo>
                    <a:cubicBezTo>
                      <a:pt x="4294" y="715"/>
                      <a:pt x="4276" y="711"/>
                      <a:pt x="4261" y="717"/>
                    </a:cubicBezTo>
                    <a:cubicBezTo>
                      <a:pt x="4249" y="722"/>
                      <a:pt x="4239" y="735"/>
                      <a:pt x="4229" y="742"/>
                    </a:cubicBezTo>
                    <a:cubicBezTo>
                      <a:pt x="4207" y="756"/>
                      <a:pt x="4182" y="761"/>
                      <a:pt x="4161" y="777"/>
                    </a:cubicBezTo>
                    <a:cubicBezTo>
                      <a:pt x="4145" y="789"/>
                      <a:pt x="4127" y="797"/>
                      <a:pt x="4111" y="810"/>
                    </a:cubicBezTo>
                    <a:cubicBezTo>
                      <a:pt x="4046" y="863"/>
                      <a:pt x="4061" y="940"/>
                      <a:pt x="4061" y="1015"/>
                    </a:cubicBezTo>
                    <a:cubicBezTo>
                      <a:pt x="4061" y="1061"/>
                      <a:pt x="4062" y="1081"/>
                      <a:pt x="4034" y="1120"/>
                    </a:cubicBezTo>
                    <a:cubicBezTo>
                      <a:pt x="4002" y="1167"/>
                      <a:pt x="3967" y="1212"/>
                      <a:pt x="3950" y="1267"/>
                    </a:cubicBezTo>
                    <a:cubicBezTo>
                      <a:pt x="3941" y="1296"/>
                      <a:pt x="3923" y="1324"/>
                      <a:pt x="3909" y="1351"/>
                    </a:cubicBezTo>
                    <a:cubicBezTo>
                      <a:pt x="3899" y="1371"/>
                      <a:pt x="3893" y="1394"/>
                      <a:pt x="3882" y="1413"/>
                    </a:cubicBezTo>
                    <a:cubicBezTo>
                      <a:pt x="3845" y="1476"/>
                      <a:pt x="3785" y="1526"/>
                      <a:pt x="3731" y="1573"/>
                    </a:cubicBezTo>
                    <a:cubicBezTo>
                      <a:pt x="3673" y="1623"/>
                      <a:pt x="3618" y="1662"/>
                      <a:pt x="3617" y="1743"/>
                    </a:cubicBezTo>
                    <a:cubicBezTo>
                      <a:pt x="3616" y="1788"/>
                      <a:pt x="3623" y="1832"/>
                      <a:pt x="3606" y="1874"/>
                    </a:cubicBezTo>
                    <a:cubicBezTo>
                      <a:pt x="3604" y="1879"/>
                      <a:pt x="3610" y="1887"/>
                      <a:pt x="3605" y="1893"/>
                    </a:cubicBezTo>
                    <a:cubicBezTo>
                      <a:pt x="3600" y="1899"/>
                      <a:pt x="3582" y="1901"/>
                      <a:pt x="3575" y="1904"/>
                    </a:cubicBezTo>
                    <a:cubicBezTo>
                      <a:pt x="3546" y="1918"/>
                      <a:pt x="3527" y="1943"/>
                      <a:pt x="3508" y="1968"/>
                    </a:cubicBezTo>
                    <a:cubicBezTo>
                      <a:pt x="3490" y="1992"/>
                      <a:pt x="3466" y="2016"/>
                      <a:pt x="3449" y="2042"/>
                    </a:cubicBezTo>
                    <a:cubicBezTo>
                      <a:pt x="3433" y="2067"/>
                      <a:pt x="3435" y="2093"/>
                      <a:pt x="3432" y="2122"/>
                    </a:cubicBezTo>
                    <a:cubicBezTo>
                      <a:pt x="3400" y="2134"/>
                      <a:pt x="3374" y="2143"/>
                      <a:pt x="3344" y="2160"/>
                    </a:cubicBezTo>
                    <a:cubicBezTo>
                      <a:pt x="3308" y="2182"/>
                      <a:pt x="3256" y="2218"/>
                      <a:pt x="3214" y="2227"/>
                    </a:cubicBezTo>
                    <a:cubicBezTo>
                      <a:pt x="3198" y="2230"/>
                      <a:pt x="3165" y="2239"/>
                      <a:pt x="3148" y="2232"/>
                    </a:cubicBezTo>
                    <a:cubicBezTo>
                      <a:pt x="3139" y="2229"/>
                      <a:pt x="3138" y="2218"/>
                      <a:pt x="3130" y="2214"/>
                    </a:cubicBezTo>
                    <a:cubicBezTo>
                      <a:pt x="3116" y="2207"/>
                      <a:pt x="3107" y="2207"/>
                      <a:pt x="3095" y="2199"/>
                    </a:cubicBezTo>
                    <a:cubicBezTo>
                      <a:pt x="3079" y="2189"/>
                      <a:pt x="3053" y="2165"/>
                      <a:pt x="3045" y="2147"/>
                    </a:cubicBezTo>
                    <a:cubicBezTo>
                      <a:pt x="3037" y="2131"/>
                      <a:pt x="3043" y="2130"/>
                      <a:pt x="3032" y="2117"/>
                    </a:cubicBezTo>
                    <a:cubicBezTo>
                      <a:pt x="3025" y="2109"/>
                      <a:pt x="3014" y="2102"/>
                      <a:pt x="3006" y="2095"/>
                    </a:cubicBezTo>
                    <a:cubicBezTo>
                      <a:pt x="2995" y="2085"/>
                      <a:pt x="2985" y="2078"/>
                      <a:pt x="2972" y="2069"/>
                    </a:cubicBezTo>
                    <a:cubicBezTo>
                      <a:pt x="2950" y="2055"/>
                      <a:pt x="2937" y="2024"/>
                      <a:pt x="2913" y="2015"/>
                    </a:cubicBezTo>
                    <a:cubicBezTo>
                      <a:pt x="2843" y="1990"/>
                      <a:pt x="2751" y="2072"/>
                      <a:pt x="2708" y="2114"/>
                    </a:cubicBezTo>
                    <a:cubicBezTo>
                      <a:pt x="2679" y="2143"/>
                      <a:pt x="2635" y="2167"/>
                      <a:pt x="2619" y="2204"/>
                    </a:cubicBezTo>
                    <a:cubicBezTo>
                      <a:pt x="2605" y="2236"/>
                      <a:pt x="2607" y="2273"/>
                      <a:pt x="2597" y="2306"/>
                    </a:cubicBezTo>
                    <a:cubicBezTo>
                      <a:pt x="2581" y="2356"/>
                      <a:pt x="2559" y="2397"/>
                      <a:pt x="2527" y="2438"/>
                    </a:cubicBezTo>
                    <a:cubicBezTo>
                      <a:pt x="2502" y="2470"/>
                      <a:pt x="2468" y="2515"/>
                      <a:pt x="2459" y="2556"/>
                    </a:cubicBezTo>
                    <a:cubicBezTo>
                      <a:pt x="2452" y="2586"/>
                      <a:pt x="2458" y="2626"/>
                      <a:pt x="2458" y="2657"/>
                    </a:cubicBezTo>
                    <a:cubicBezTo>
                      <a:pt x="2458" y="2693"/>
                      <a:pt x="2455" y="2722"/>
                      <a:pt x="2447" y="2756"/>
                    </a:cubicBezTo>
                    <a:cubicBezTo>
                      <a:pt x="2440" y="2788"/>
                      <a:pt x="2421" y="2817"/>
                      <a:pt x="2415" y="2848"/>
                    </a:cubicBezTo>
                    <a:cubicBezTo>
                      <a:pt x="2405" y="2894"/>
                      <a:pt x="2377" y="2921"/>
                      <a:pt x="2344" y="2956"/>
                    </a:cubicBezTo>
                    <a:cubicBezTo>
                      <a:pt x="2312" y="2990"/>
                      <a:pt x="2292" y="3048"/>
                      <a:pt x="2285" y="3094"/>
                    </a:cubicBezTo>
                    <a:cubicBezTo>
                      <a:pt x="2282" y="3114"/>
                      <a:pt x="2281" y="3134"/>
                      <a:pt x="2276" y="3154"/>
                    </a:cubicBezTo>
                    <a:cubicBezTo>
                      <a:pt x="2271" y="3175"/>
                      <a:pt x="2260" y="3193"/>
                      <a:pt x="2254" y="3213"/>
                    </a:cubicBezTo>
                    <a:cubicBezTo>
                      <a:pt x="2248" y="3237"/>
                      <a:pt x="2253" y="3259"/>
                      <a:pt x="2245" y="3283"/>
                    </a:cubicBezTo>
                    <a:cubicBezTo>
                      <a:pt x="2239" y="3300"/>
                      <a:pt x="2235" y="3326"/>
                      <a:pt x="2227" y="3342"/>
                    </a:cubicBezTo>
                    <a:cubicBezTo>
                      <a:pt x="2207" y="3380"/>
                      <a:pt x="2173" y="3399"/>
                      <a:pt x="2166" y="3443"/>
                    </a:cubicBezTo>
                    <a:cubicBezTo>
                      <a:pt x="2153" y="3530"/>
                      <a:pt x="2116" y="3609"/>
                      <a:pt x="2071" y="3689"/>
                    </a:cubicBezTo>
                    <a:cubicBezTo>
                      <a:pt x="2058" y="3712"/>
                      <a:pt x="2043" y="3735"/>
                      <a:pt x="2027" y="3758"/>
                    </a:cubicBezTo>
                    <a:cubicBezTo>
                      <a:pt x="2019" y="3770"/>
                      <a:pt x="2007" y="3774"/>
                      <a:pt x="1999" y="3785"/>
                    </a:cubicBezTo>
                    <a:cubicBezTo>
                      <a:pt x="1989" y="3797"/>
                      <a:pt x="1995" y="3807"/>
                      <a:pt x="1993" y="3821"/>
                    </a:cubicBezTo>
                    <a:cubicBezTo>
                      <a:pt x="1991" y="3837"/>
                      <a:pt x="1985" y="3855"/>
                      <a:pt x="1981" y="3870"/>
                    </a:cubicBezTo>
                    <a:cubicBezTo>
                      <a:pt x="1968" y="3920"/>
                      <a:pt x="1936" y="3969"/>
                      <a:pt x="1919" y="4018"/>
                    </a:cubicBezTo>
                    <a:cubicBezTo>
                      <a:pt x="1904" y="4060"/>
                      <a:pt x="1875" y="4081"/>
                      <a:pt x="1837" y="4104"/>
                    </a:cubicBezTo>
                    <a:cubicBezTo>
                      <a:pt x="1797" y="4128"/>
                      <a:pt x="1767" y="4157"/>
                      <a:pt x="1722" y="4174"/>
                    </a:cubicBezTo>
                    <a:cubicBezTo>
                      <a:pt x="1686" y="4188"/>
                      <a:pt x="1667" y="4182"/>
                      <a:pt x="1644" y="4158"/>
                    </a:cubicBezTo>
                    <a:cubicBezTo>
                      <a:pt x="1621" y="4132"/>
                      <a:pt x="1592" y="4110"/>
                      <a:pt x="1573" y="4082"/>
                    </a:cubicBezTo>
                    <a:cubicBezTo>
                      <a:pt x="1556" y="4057"/>
                      <a:pt x="1546" y="4030"/>
                      <a:pt x="1529" y="4005"/>
                    </a:cubicBezTo>
                    <a:cubicBezTo>
                      <a:pt x="1524" y="3997"/>
                      <a:pt x="1520" y="3982"/>
                      <a:pt x="1514" y="3976"/>
                    </a:cubicBezTo>
                    <a:cubicBezTo>
                      <a:pt x="1504" y="3964"/>
                      <a:pt x="1485" y="3952"/>
                      <a:pt x="1473" y="3940"/>
                    </a:cubicBezTo>
                    <a:cubicBezTo>
                      <a:pt x="1453" y="3921"/>
                      <a:pt x="1430" y="3917"/>
                      <a:pt x="1410" y="3897"/>
                    </a:cubicBezTo>
                    <a:cubicBezTo>
                      <a:pt x="1379" y="3867"/>
                      <a:pt x="1364" y="3819"/>
                      <a:pt x="1342" y="3785"/>
                    </a:cubicBezTo>
                    <a:cubicBezTo>
                      <a:pt x="1322" y="3755"/>
                      <a:pt x="1293" y="3728"/>
                      <a:pt x="1273" y="3697"/>
                    </a:cubicBezTo>
                    <a:cubicBezTo>
                      <a:pt x="1266" y="3685"/>
                      <a:pt x="1264" y="3672"/>
                      <a:pt x="1257" y="3659"/>
                    </a:cubicBezTo>
                    <a:cubicBezTo>
                      <a:pt x="1251" y="3649"/>
                      <a:pt x="1243" y="3640"/>
                      <a:pt x="1235" y="3632"/>
                    </a:cubicBezTo>
                    <a:cubicBezTo>
                      <a:pt x="1218" y="3615"/>
                      <a:pt x="1217" y="3610"/>
                      <a:pt x="1212" y="3584"/>
                    </a:cubicBezTo>
                    <a:cubicBezTo>
                      <a:pt x="1208" y="3568"/>
                      <a:pt x="1202" y="3555"/>
                      <a:pt x="1194" y="3540"/>
                    </a:cubicBezTo>
                    <a:cubicBezTo>
                      <a:pt x="1176" y="3508"/>
                      <a:pt x="1155" y="3506"/>
                      <a:pt x="1126" y="3489"/>
                    </a:cubicBezTo>
                    <a:cubicBezTo>
                      <a:pt x="1107" y="3478"/>
                      <a:pt x="1100" y="3466"/>
                      <a:pt x="1078" y="3459"/>
                    </a:cubicBezTo>
                    <a:cubicBezTo>
                      <a:pt x="1065" y="3455"/>
                      <a:pt x="1052" y="3448"/>
                      <a:pt x="1040" y="3445"/>
                    </a:cubicBezTo>
                    <a:cubicBezTo>
                      <a:pt x="1027" y="3442"/>
                      <a:pt x="1014" y="3445"/>
                      <a:pt x="1001" y="3442"/>
                    </a:cubicBezTo>
                    <a:cubicBezTo>
                      <a:pt x="977" y="3437"/>
                      <a:pt x="962" y="3421"/>
                      <a:pt x="936" y="3420"/>
                    </a:cubicBezTo>
                    <a:cubicBezTo>
                      <a:pt x="921" y="3420"/>
                      <a:pt x="902" y="3419"/>
                      <a:pt x="888" y="3421"/>
                    </a:cubicBezTo>
                    <a:cubicBezTo>
                      <a:pt x="872" y="3423"/>
                      <a:pt x="870" y="3429"/>
                      <a:pt x="856" y="3432"/>
                    </a:cubicBezTo>
                    <a:cubicBezTo>
                      <a:pt x="827" y="3441"/>
                      <a:pt x="787" y="3420"/>
                      <a:pt x="760" y="3434"/>
                    </a:cubicBezTo>
                    <a:cubicBezTo>
                      <a:pt x="759" y="3440"/>
                      <a:pt x="758" y="3446"/>
                      <a:pt x="756" y="3451"/>
                    </a:cubicBezTo>
                    <a:cubicBezTo>
                      <a:pt x="741" y="3452"/>
                      <a:pt x="723" y="3468"/>
                      <a:pt x="710" y="3475"/>
                    </a:cubicBezTo>
                    <a:cubicBezTo>
                      <a:pt x="692" y="3485"/>
                      <a:pt x="675" y="3495"/>
                      <a:pt x="658" y="3505"/>
                    </a:cubicBezTo>
                    <a:cubicBezTo>
                      <a:pt x="636" y="3518"/>
                      <a:pt x="626" y="3525"/>
                      <a:pt x="614" y="3549"/>
                    </a:cubicBezTo>
                    <a:cubicBezTo>
                      <a:pt x="612" y="3553"/>
                      <a:pt x="608" y="3564"/>
                      <a:pt x="606" y="3566"/>
                    </a:cubicBezTo>
                    <a:cubicBezTo>
                      <a:pt x="601" y="3571"/>
                      <a:pt x="593" y="3570"/>
                      <a:pt x="587" y="3574"/>
                    </a:cubicBezTo>
                    <a:cubicBezTo>
                      <a:pt x="573" y="3587"/>
                      <a:pt x="565" y="3608"/>
                      <a:pt x="551" y="3621"/>
                    </a:cubicBezTo>
                    <a:cubicBezTo>
                      <a:pt x="528" y="3645"/>
                      <a:pt x="521" y="3648"/>
                      <a:pt x="488" y="3654"/>
                    </a:cubicBezTo>
                    <a:cubicBezTo>
                      <a:pt x="459" y="3659"/>
                      <a:pt x="434" y="3659"/>
                      <a:pt x="405" y="3659"/>
                    </a:cubicBezTo>
                    <a:cubicBezTo>
                      <a:pt x="377" y="3660"/>
                      <a:pt x="369" y="3650"/>
                      <a:pt x="347" y="3637"/>
                    </a:cubicBezTo>
                    <a:cubicBezTo>
                      <a:pt x="326" y="3625"/>
                      <a:pt x="303" y="3632"/>
                      <a:pt x="282" y="3625"/>
                    </a:cubicBezTo>
                    <a:cubicBezTo>
                      <a:pt x="261" y="3619"/>
                      <a:pt x="243" y="3598"/>
                      <a:pt x="225" y="3586"/>
                    </a:cubicBezTo>
                    <a:cubicBezTo>
                      <a:pt x="203" y="3572"/>
                      <a:pt x="191" y="3566"/>
                      <a:pt x="181" y="3540"/>
                    </a:cubicBezTo>
                    <a:cubicBezTo>
                      <a:pt x="174" y="3522"/>
                      <a:pt x="170" y="3514"/>
                      <a:pt x="158" y="3501"/>
                    </a:cubicBezTo>
                    <a:cubicBezTo>
                      <a:pt x="147" y="3488"/>
                      <a:pt x="144" y="3477"/>
                      <a:pt x="136" y="3464"/>
                    </a:cubicBezTo>
                    <a:cubicBezTo>
                      <a:pt x="127" y="3451"/>
                      <a:pt x="114" y="3445"/>
                      <a:pt x="105" y="3432"/>
                    </a:cubicBezTo>
                    <a:cubicBezTo>
                      <a:pt x="93" y="3414"/>
                      <a:pt x="87" y="3378"/>
                      <a:pt x="65" y="3368"/>
                    </a:cubicBezTo>
                    <a:cubicBezTo>
                      <a:pt x="49" y="3361"/>
                      <a:pt x="19" y="3367"/>
                      <a:pt x="0" y="3367"/>
                    </a:cubicBezTo>
                    <a:lnTo>
                      <a:pt x="0" y="5579"/>
                    </a:lnTo>
                    <a:lnTo>
                      <a:pt x="7255" y="5579"/>
                    </a:lnTo>
                    <a:cubicBezTo>
                      <a:pt x="7256" y="5579"/>
                      <a:pt x="7237" y="-18"/>
                      <a:pt x="7256" y="0"/>
                    </a:cubicBezTo>
                    <a:close/>
                  </a:path>
                </a:pathLst>
              </a:custGeom>
              <a:solidFill>
                <a:schemeClr val="lt2"/>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23" name="Google Shape;223;p1"/>
              <p:cNvSpPr/>
              <p:nvPr/>
            </p:nvSpPr>
            <p:spPr>
              <a:xfrm>
                <a:off x="5493725" y="2146475"/>
                <a:ext cx="2339429" cy="1173726"/>
              </a:xfrm>
              <a:custGeom>
                <a:rect b="b" l="l" r="r" t="t"/>
                <a:pathLst>
                  <a:path extrusionOk="0" h="3664" w="7117">
                    <a:moveTo>
                      <a:pt x="0" y="396"/>
                    </a:moveTo>
                    <a:cubicBezTo>
                      <a:pt x="0" y="396"/>
                      <a:pt x="62" y="350"/>
                      <a:pt x="76" y="341"/>
                    </a:cubicBezTo>
                    <a:cubicBezTo>
                      <a:pt x="95" y="330"/>
                      <a:pt x="118" y="314"/>
                      <a:pt x="139" y="309"/>
                    </a:cubicBezTo>
                    <a:cubicBezTo>
                      <a:pt x="182" y="301"/>
                      <a:pt x="218" y="290"/>
                      <a:pt x="258" y="314"/>
                    </a:cubicBezTo>
                    <a:cubicBezTo>
                      <a:pt x="295" y="336"/>
                      <a:pt x="330" y="346"/>
                      <a:pt x="360" y="377"/>
                    </a:cubicBezTo>
                    <a:cubicBezTo>
                      <a:pt x="382" y="399"/>
                      <a:pt x="404" y="416"/>
                      <a:pt x="428" y="438"/>
                    </a:cubicBezTo>
                    <a:cubicBezTo>
                      <a:pt x="443" y="452"/>
                      <a:pt x="446" y="473"/>
                      <a:pt x="460" y="486"/>
                    </a:cubicBezTo>
                    <a:cubicBezTo>
                      <a:pt x="474" y="499"/>
                      <a:pt x="498" y="510"/>
                      <a:pt x="515" y="519"/>
                    </a:cubicBezTo>
                    <a:cubicBezTo>
                      <a:pt x="559" y="541"/>
                      <a:pt x="598" y="537"/>
                      <a:pt x="646" y="537"/>
                    </a:cubicBezTo>
                    <a:cubicBezTo>
                      <a:pt x="708" y="538"/>
                      <a:pt x="757" y="513"/>
                      <a:pt x="816" y="496"/>
                    </a:cubicBezTo>
                    <a:cubicBezTo>
                      <a:pt x="848" y="487"/>
                      <a:pt x="882" y="490"/>
                      <a:pt x="913" y="481"/>
                    </a:cubicBezTo>
                    <a:cubicBezTo>
                      <a:pt x="934" y="475"/>
                      <a:pt x="950" y="463"/>
                      <a:pt x="972" y="461"/>
                    </a:cubicBezTo>
                    <a:cubicBezTo>
                      <a:pt x="1008" y="458"/>
                      <a:pt x="1040" y="462"/>
                      <a:pt x="1071" y="479"/>
                    </a:cubicBezTo>
                    <a:cubicBezTo>
                      <a:pt x="1098" y="495"/>
                      <a:pt x="1105" y="507"/>
                      <a:pt x="1137" y="516"/>
                    </a:cubicBezTo>
                    <a:cubicBezTo>
                      <a:pt x="1151" y="520"/>
                      <a:pt x="1180" y="519"/>
                      <a:pt x="1192" y="528"/>
                    </a:cubicBezTo>
                    <a:cubicBezTo>
                      <a:pt x="1203" y="538"/>
                      <a:pt x="1214" y="568"/>
                      <a:pt x="1224" y="582"/>
                    </a:cubicBezTo>
                    <a:cubicBezTo>
                      <a:pt x="1230" y="590"/>
                      <a:pt x="1237" y="600"/>
                      <a:pt x="1244" y="609"/>
                    </a:cubicBezTo>
                    <a:cubicBezTo>
                      <a:pt x="1259" y="626"/>
                      <a:pt x="1270" y="645"/>
                      <a:pt x="1278" y="665"/>
                    </a:cubicBezTo>
                    <a:cubicBezTo>
                      <a:pt x="1287" y="691"/>
                      <a:pt x="1290" y="701"/>
                      <a:pt x="1310" y="719"/>
                    </a:cubicBezTo>
                    <a:cubicBezTo>
                      <a:pt x="1315" y="723"/>
                      <a:pt x="1327" y="731"/>
                      <a:pt x="1330" y="736"/>
                    </a:cubicBezTo>
                    <a:cubicBezTo>
                      <a:pt x="1333" y="741"/>
                      <a:pt x="1331" y="751"/>
                      <a:pt x="1334" y="755"/>
                    </a:cubicBezTo>
                    <a:cubicBezTo>
                      <a:pt x="1350" y="777"/>
                      <a:pt x="1375" y="780"/>
                      <a:pt x="1397" y="793"/>
                    </a:cubicBezTo>
                    <a:cubicBezTo>
                      <a:pt x="1418" y="805"/>
                      <a:pt x="1444" y="811"/>
                      <a:pt x="1464" y="823"/>
                    </a:cubicBezTo>
                    <a:cubicBezTo>
                      <a:pt x="1487" y="837"/>
                      <a:pt x="1506" y="864"/>
                      <a:pt x="1520" y="886"/>
                    </a:cubicBezTo>
                    <a:cubicBezTo>
                      <a:pt x="1529" y="902"/>
                      <a:pt x="1545" y="914"/>
                      <a:pt x="1553" y="930"/>
                    </a:cubicBezTo>
                    <a:cubicBezTo>
                      <a:pt x="1568" y="955"/>
                      <a:pt x="1562" y="962"/>
                      <a:pt x="1585" y="984"/>
                    </a:cubicBezTo>
                    <a:cubicBezTo>
                      <a:pt x="1625" y="1021"/>
                      <a:pt x="1660" y="1062"/>
                      <a:pt x="1693" y="1103"/>
                    </a:cubicBezTo>
                    <a:cubicBezTo>
                      <a:pt x="1715" y="1130"/>
                      <a:pt x="1744" y="1137"/>
                      <a:pt x="1767" y="1160"/>
                    </a:cubicBezTo>
                    <a:cubicBezTo>
                      <a:pt x="1783" y="1174"/>
                      <a:pt x="1794" y="1197"/>
                      <a:pt x="1806" y="1215"/>
                    </a:cubicBezTo>
                    <a:cubicBezTo>
                      <a:pt x="1830" y="1251"/>
                      <a:pt x="1839" y="1290"/>
                      <a:pt x="1874" y="1313"/>
                    </a:cubicBezTo>
                    <a:cubicBezTo>
                      <a:pt x="1889" y="1322"/>
                      <a:pt x="1903" y="1335"/>
                      <a:pt x="1920" y="1341"/>
                    </a:cubicBezTo>
                    <a:cubicBezTo>
                      <a:pt x="1939" y="1346"/>
                      <a:pt x="1957" y="1342"/>
                      <a:pt x="1975" y="1350"/>
                    </a:cubicBezTo>
                    <a:cubicBezTo>
                      <a:pt x="1996" y="1360"/>
                      <a:pt x="2001" y="1377"/>
                      <a:pt x="2018" y="1389"/>
                    </a:cubicBezTo>
                    <a:cubicBezTo>
                      <a:pt x="2035" y="1402"/>
                      <a:pt x="2059" y="1413"/>
                      <a:pt x="2079" y="1422"/>
                    </a:cubicBezTo>
                    <a:cubicBezTo>
                      <a:pt x="2121" y="1441"/>
                      <a:pt x="2158" y="1458"/>
                      <a:pt x="2204" y="1468"/>
                    </a:cubicBezTo>
                    <a:cubicBezTo>
                      <a:pt x="2233" y="1474"/>
                      <a:pt x="2263" y="1483"/>
                      <a:pt x="2293" y="1485"/>
                    </a:cubicBezTo>
                    <a:cubicBezTo>
                      <a:pt x="2321" y="1487"/>
                      <a:pt x="2344" y="1483"/>
                      <a:pt x="2370" y="1477"/>
                    </a:cubicBezTo>
                    <a:cubicBezTo>
                      <a:pt x="2422" y="1466"/>
                      <a:pt x="2475" y="1454"/>
                      <a:pt x="2526" y="1440"/>
                    </a:cubicBezTo>
                    <a:cubicBezTo>
                      <a:pt x="2587" y="1422"/>
                      <a:pt x="2651" y="1406"/>
                      <a:pt x="2712" y="1386"/>
                    </a:cubicBezTo>
                    <a:cubicBezTo>
                      <a:pt x="2747" y="1374"/>
                      <a:pt x="2761" y="1370"/>
                      <a:pt x="2788" y="1346"/>
                    </a:cubicBezTo>
                    <a:cubicBezTo>
                      <a:pt x="2856" y="1287"/>
                      <a:pt x="2944" y="1254"/>
                      <a:pt x="3010" y="1191"/>
                    </a:cubicBezTo>
                    <a:cubicBezTo>
                      <a:pt x="3032" y="1170"/>
                      <a:pt x="3036" y="1161"/>
                      <a:pt x="3067" y="1158"/>
                    </a:cubicBezTo>
                    <a:cubicBezTo>
                      <a:pt x="3106" y="1155"/>
                      <a:pt x="3130" y="1150"/>
                      <a:pt x="3164" y="1127"/>
                    </a:cubicBezTo>
                    <a:cubicBezTo>
                      <a:pt x="3206" y="1097"/>
                      <a:pt x="3262" y="1082"/>
                      <a:pt x="3299" y="1045"/>
                    </a:cubicBezTo>
                    <a:cubicBezTo>
                      <a:pt x="3332" y="1013"/>
                      <a:pt x="3362" y="965"/>
                      <a:pt x="3372" y="919"/>
                    </a:cubicBezTo>
                    <a:cubicBezTo>
                      <a:pt x="3387" y="852"/>
                      <a:pt x="3434" y="805"/>
                      <a:pt x="3500" y="785"/>
                    </a:cubicBezTo>
                    <a:cubicBezTo>
                      <a:pt x="3534" y="774"/>
                      <a:pt x="3571" y="778"/>
                      <a:pt x="3606" y="770"/>
                    </a:cubicBezTo>
                    <a:cubicBezTo>
                      <a:pt x="3656" y="757"/>
                      <a:pt x="3703" y="730"/>
                      <a:pt x="3750" y="710"/>
                    </a:cubicBezTo>
                    <a:cubicBezTo>
                      <a:pt x="3804" y="687"/>
                      <a:pt x="3848" y="643"/>
                      <a:pt x="3903" y="627"/>
                    </a:cubicBezTo>
                    <a:cubicBezTo>
                      <a:pt x="3932" y="618"/>
                      <a:pt x="3961" y="613"/>
                      <a:pt x="3991" y="613"/>
                    </a:cubicBezTo>
                    <a:cubicBezTo>
                      <a:pt x="4036" y="613"/>
                      <a:pt x="4057" y="628"/>
                      <a:pt x="4094" y="655"/>
                    </a:cubicBezTo>
                    <a:cubicBezTo>
                      <a:pt x="4127" y="678"/>
                      <a:pt x="4158" y="692"/>
                      <a:pt x="4196" y="704"/>
                    </a:cubicBezTo>
                    <a:cubicBezTo>
                      <a:pt x="4215" y="710"/>
                      <a:pt x="4230" y="710"/>
                      <a:pt x="4243" y="722"/>
                    </a:cubicBezTo>
                    <a:cubicBezTo>
                      <a:pt x="4273" y="748"/>
                      <a:pt x="4291" y="778"/>
                      <a:pt x="4333" y="792"/>
                    </a:cubicBezTo>
                    <a:cubicBezTo>
                      <a:pt x="4361" y="801"/>
                      <a:pt x="4389" y="798"/>
                      <a:pt x="4416" y="811"/>
                    </a:cubicBezTo>
                    <a:cubicBezTo>
                      <a:pt x="4436" y="820"/>
                      <a:pt x="4455" y="838"/>
                      <a:pt x="4471" y="853"/>
                    </a:cubicBezTo>
                    <a:cubicBezTo>
                      <a:pt x="4504" y="887"/>
                      <a:pt x="4536" y="936"/>
                      <a:pt x="4578" y="958"/>
                    </a:cubicBezTo>
                    <a:cubicBezTo>
                      <a:pt x="4625" y="982"/>
                      <a:pt x="4664" y="979"/>
                      <a:pt x="4708" y="953"/>
                    </a:cubicBezTo>
                    <a:cubicBezTo>
                      <a:pt x="4779" y="912"/>
                      <a:pt x="4855" y="868"/>
                      <a:pt x="4913" y="809"/>
                    </a:cubicBezTo>
                    <a:cubicBezTo>
                      <a:pt x="4980" y="742"/>
                      <a:pt x="5021" y="660"/>
                      <a:pt x="5108" y="613"/>
                    </a:cubicBezTo>
                    <a:cubicBezTo>
                      <a:pt x="5158" y="586"/>
                      <a:pt x="5217" y="513"/>
                      <a:pt x="5278" y="526"/>
                    </a:cubicBezTo>
                    <a:cubicBezTo>
                      <a:pt x="5308" y="532"/>
                      <a:pt x="5328" y="559"/>
                      <a:pt x="5361" y="560"/>
                    </a:cubicBezTo>
                    <a:cubicBezTo>
                      <a:pt x="5378" y="561"/>
                      <a:pt x="5386" y="556"/>
                      <a:pt x="5401" y="549"/>
                    </a:cubicBezTo>
                    <a:cubicBezTo>
                      <a:pt x="5459" y="522"/>
                      <a:pt x="5511" y="481"/>
                      <a:pt x="5564" y="446"/>
                    </a:cubicBezTo>
                    <a:cubicBezTo>
                      <a:pt x="5608" y="417"/>
                      <a:pt x="5652" y="385"/>
                      <a:pt x="5699" y="360"/>
                    </a:cubicBezTo>
                    <a:cubicBezTo>
                      <a:pt x="5746" y="334"/>
                      <a:pt x="5792" y="312"/>
                      <a:pt x="5834" y="277"/>
                    </a:cubicBezTo>
                    <a:cubicBezTo>
                      <a:pt x="5943" y="187"/>
                      <a:pt x="6063" y="96"/>
                      <a:pt x="6195" y="43"/>
                    </a:cubicBezTo>
                    <a:cubicBezTo>
                      <a:pt x="6262" y="15"/>
                      <a:pt x="6337" y="5"/>
                      <a:pt x="6409" y="3"/>
                    </a:cubicBezTo>
                    <a:cubicBezTo>
                      <a:pt x="6476" y="0"/>
                      <a:pt x="6555" y="-7"/>
                      <a:pt x="6607" y="44"/>
                    </a:cubicBezTo>
                    <a:cubicBezTo>
                      <a:pt x="6666" y="103"/>
                      <a:pt x="6710" y="177"/>
                      <a:pt x="6770" y="235"/>
                    </a:cubicBezTo>
                    <a:cubicBezTo>
                      <a:pt x="6792" y="257"/>
                      <a:pt x="6817" y="261"/>
                      <a:pt x="6848" y="252"/>
                    </a:cubicBezTo>
                    <a:cubicBezTo>
                      <a:pt x="6864" y="248"/>
                      <a:pt x="6879" y="237"/>
                      <a:pt x="6897" y="232"/>
                    </a:cubicBezTo>
                    <a:cubicBezTo>
                      <a:pt x="6913" y="228"/>
                      <a:pt x="6930" y="226"/>
                      <a:pt x="6946" y="222"/>
                    </a:cubicBezTo>
                    <a:cubicBezTo>
                      <a:pt x="6987" y="211"/>
                      <a:pt x="7080" y="174"/>
                      <a:pt x="7117" y="211"/>
                    </a:cubicBezTo>
                    <a:lnTo>
                      <a:pt x="7117" y="3664"/>
                    </a:lnTo>
                    <a:lnTo>
                      <a:pt x="0" y="3664"/>
                    </a:lnTo>
                    <a:lnTo>
                      <a:pt x="0" y="396"/>
                    </a:lnTo>
                    <a:close/>
                  </a:path>
                </a:pathLst>
              </a:custGeom>
              <a:solidFill>
                <a:srgbClr val="0B769F"/>
              </a:solidFill>
              <a:ln cap="flat" cmpd="sng" w="9525">
                <a:solidFill>
                  <a:srgbClr val="D8F2CF"/>
                </a:solidFill>
                <a:prstDash val="solid"/>
                <a:round/>
                <a:headEnd len="sm" w="sm" type="none"/>
                <a:tailEnd len="sm" w="sm" type="none"/>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24" name="Google Shape;224;p1"/>
              <p:cNvSpPr/>
              <p:nvPr/>
            </p:nvSpPr>
            <p:spPr>
              <a:xfrm>
                <a:off x="5497650" y="2132050"/>
                <a:ext cx="2339426" cy="498453"/>
              </a:xfrm>
              <a:custGeom>
                <a:rect b="b" l="l" r="r" t="t"/>
                <a:pathLst>
                  <a:path extrusionOk="0" h="1556" w="7165">
                    <a:moveTo>
                      <a:pt x="2330" y="1556"/>
                    </a:moveTo>
                    <a:cubicBezTo>
                      <a:pt x="2324" y="1556"/>
                      <a:pt x="2319" y="1556"/>
                      <a:pt x="2313" y="1555"/>
                    </a:cubicBezTo>
                    <a:cubicBezTo>
                      <a:pt x="2287" y="1553"/>
                      <a:pt x="2261" y="1547"/>
                      <a:pt x="2237" y="1541"/>
                    </a:cubicBezTo>
                    <a:cubicBezTo>
                      <a:pt x="2231" y="1540"/>
                      <a:pt x="2225" y="1539"/>
                      <a:pt x="2219" y="1537"/>
                    </a:cubicBezTo>
                    <a:cubicBezTo>
                      <a:pt x="2171" y="1527"/>
                      <a:pt x="2132" y="1509"/>
                      <a:pt x="2091" y="1491"/>
                    </a:cubicBezTo>
                    <a:lnTo>
                      <a:pt x="2087" y="1489"/>
                    </a:lnTo>
                    <a:cubicBezTo>
                      <a:pt x="2065" y="1479"/>
                      <a:pt x="2039" y="1467"/>
                      <a:pt x="2019" y="1452"/>
                    </a:cubicBezTo>
                    <a:cubicBezTo>
                      <a:pt x="2009" y="1445"/>
                      <a:pt x="2002" y="1437"/>
                      <a:pt x="1997" y="1430"/>
                    </a:cubicBezTo>
                    <a:cubicBezTo>
                      <a:pt x="1991" y="1423"/>
                      <a:pt x="1988" y="1420"/>
                      <a:pt x="1983" y="1417"/>
                    </a:cubicBezTo>
                    <a:cubicBezTo>
                      <a:pt x="1979" y="1415"/>
                      <a:pt x="1973" y="1415"/>
                      <a:pt x="1964" y="1414"/>
                    </a:cubicBezTo>
                    <a:cubicBezTo>
                      <a:pt x="1955" y="1414"/>
                      <a:pt x="1944" y="1413"/>
                      <a:pt x="1932" y="1409"/>
                    </a:cubicBezTo>
                    <a:cubicBezTo>
                      <a:pt x="1914" y="1404"/>
                      <a:pt x="1900" y="1393"/>
                      <a:pt x="1888" y="1385"/>
                    </a:cubicBezTo>
                    <a:cubicBezTo>
                      <a:pt x="1884" y="1382"/>
                      <a:pt x="1881" y="1379"/>
                      <a:pt x="1877" y="1377"/>
                    </a:cubicBezTo>
                    <a:cubicBezTo>
                      <a:pt x="1845" y="1356"/>
                      <a:pt x="1830" y="1326"/>
                      <a:pt x="1816" y="1300"/>
                    </a:cubicBezTo>
                    <a:cubicBezTo>
                      <a:pt x="1811" y="1289"/>
                      <a:pt x="1805" y="1279"/>
                      <a:pt x="1799" y="1269"/>
                    </a:cubicBezTo>
                    <a:cubicBezTo>
                      <a:pt x="1795" y="1264"/>
                      <a:pt x="1792" y="1259"/>
                      <a:pt x="1789" y="1253"/>
                    </a:cubicBezTo>
                    <a:cubicBezTo>
                      <a:pt x="1781" y="1240"/>
                      <a:pt x="1773" y="1227"/>
                      <a:pt x="1765" y="1220"/>
                    </a:cubicBezTo>
                    <a:cubicBezTo>
                      <a:pt x="1758" y="1213"/>
                      <a:pt x="1749" y="1207"/>
                      <a:pt x="1739" y="1201"/>
                    </a:cubicBezTo>
                    <a:cubicBezTo>
                      <a:pt x="1723" y="1191"/>
                      <a:pt x="1704" y="1180"/>
                      <a:pt x="1688" y="1160"/>
                    </a:cubicBezTo>
                    <a:cubicBezTo>
                      <a:pt x="1659" y="1124"/>
                      <a:pt x="1624" y="1082"/>
                      <a:pt x="1584" y="1045"/>
                    </a:cubicBezTo>
                    <a:cubicBezTo>
                      <a:pt x="1564" y="1027"/>
                      <a:pt x="1558" y="1014"/>
                      <a:pt x="1552" y="998"/>
                    </a:cubicBezTo>
                    <a:cubicBezTo>
                      <a:pt x="1550" y="993"/>
                      <a:pt x="1549" y="988"/>
                      <a:pt x="1545" y="982"/>
                    </a:cubicBezTo>
                    <a:cubicBezTo>
                      <a:pt x="1542" y="977"/>
                      <a:pt x="1537" y="971"/>
                      <a:pt x="1532" y="965"/>
                    </a:cubicBezTo>
                    <a:cubicBezTo>
                      <a:pt x="1526" y="958"/>
                      <a:pt x="1518" y="950"/>
                      <a:pt x="1512" y="939"/>
                    </a:cubicBezTo>
                    <a:cubicBezTo>
                      <a:pt x="1498" y="915"/>
                      <a:pt x="1481" y="897"/>
                      <a:pt x="1468" y="888"/>
                    </a:cubicBezTo>
                    <a:cubicBezTo>
                      <a:pt x="1460" y="884"/>
                      <a:pt x="1450" y="880"/>
                      <a:pt x="1440" y="876"/>
                    </a:cubicBezTo>
                    <a:cubicBezTo>
                      <a:pt x="1428" y="871"/>
                      <a:pt x="1415" y="866"/>
                      <a:pt x="1402" y="859"/>
                    </a:cubicBezTo>
                    <a:cubicBezTo>
                      <a:pt x="1396" y="855"/>
                      <a:pt x="1390" y="853"/>
                      <a:pt x="1383" y="850"/>
                    </a:cubicBezTo>
                    <a:cubicBezTo>
                      <a:pt x="1366" y="843"/>
                      <a:pt x="1344" y="834"/>
                      <a:pt x="1328" y="811"/>
                    </a:cubicBezTo>
                    <a:cubicBezTo>
                      <a:pt x="1322" y="803"/>
                      <a:pt x="1320" y="795"/>
                      <a:pt x="1319" y="788"/>
                    </a:cubicBezTo>
                    <a:cubicBezTo>
                      <a:pt x="1318" y="787"/>
                      <a:pt x="1317" y="787"/>
                      <a:pt x="1316" y="786"/>
                    </a:cubicBezTo>
                    <a:cubicBezTo>
                      <a:pt x="1313" y="784"/>
                      <a:pt x="1311" y="781"/>
                      <a:pt x="1309" y="780"/>
                    </a:cubicBezTo>
                    <a:cubicBezTo>
                      <a:pt x="1283" y="756"/>
                      <a:pt x="1277" y="740"/>
                      <a:pt x="1268" y="715"/>
                    </a:cubicBezTo>
                    <a:lnTo>
                      <a:pt x="1267" y="712"/>
                    </a:lnTo>
                    <a:cubicBezTo>
                      <a:pt x="1261" y="696"/>
                      <a:pt x="1252" y="681"/>
                      <a:pt x="1240" y="667"/>
                    </a:cubicBezTo>
                    <a:cubicBezTo>
                      <a:pt x="1234" y="659"/>
                      <a:pt x="1228" y="652"/>
                      <a:pt x="1223" y="645"/>
                    </a:cubicBezTo>
                    <a:cubicBezTo>
                      <a:pt x="1222" y="643"/>
                      <a:pt x="1220" y="640"/>
                      <a:pt x="1218" y="638"/>
                    </a:cubicBezTo>
                    <a:cubicBezTo>
                      <a:pt x="1212" y="630"/>
                      <a:pt x="1207" y="620"/>
                      <a:pt x="1202" y="610"/>
                    </a:cubicBezTo>
                    <a:cubicBezTo>
                      <a:pt x="1199" y="605"/>
                      <a:pt x="1195" y="596"/>
                      <a:pt x="1192" y="592"/>
                    </a:cubicBezTo>
                    <a:cubicBezTo>
                      <a:pt x="1188" y="591"/>
                      <a:pt x="1179" y="590"/>
                      <a:pt x="1174" y="589"/>
                    </a:cubicBezTo>
                    <a:cubicBezTo>
                      <a:pt x="1166" y="588"/>
                      <a:pt x="1157" y="587"/>
                      <a:pt x="1149" y="585"/>
                    </a:cubicBezTo>
                    <a:cubicBezTo>
                      <a:pt x="1123" y="577"/>
                      <a:pt x="1109" y="567"/>
                      <a:pt x="1095" y="558"/>
                    </a:cubicBezTo>
                    <a:cubicBezTo>
                      <a:pt x="1089" y="554"/>
                      <a:pt x="1083" y="550"/>
                      <a:pt x="1076" y="545"/>
                    </a:cubicBezTo>
                    <a:cubicBezTo>
                      <a:pt x="1054" y="533"/>
                      <a:pt x="1030" y="529"/>
                      <a:pt x="997" y="531"/>
                    </a:cubicBezTo>
                    <a:cubicBezTo>
                      <a:pt x="990" y="532"/>
                      <a:pt x="982" y="535"/>
                      <a:pt x="973" y="539"/>
                    </a:cubicBezTo>
                    <a:cubicBezTo>
                      <a:pt x="965" y="543"/>
                      <a:pt x="956" y="547"/>
                      <a:pt x="945" y="550"/>
                    </a:cubicBezTo>
                    <a:cubicBezTo>
                      <a:pt x="927" y="555"/>
                      <a:pt x="909" y="557"/>
                      <a:pt x="892" y="558"/>
                    </a:cubicBezTo>
                    <a:cubicBezTo>
                      <a:pt x="876" y="560"/>
                      <a:pt x="861" y="561"/>
                      <a:pt x="848" y="565"/>
                    </a:cubicBezTo>
                    <a:cubicBezTo>
                      <a:pt x="833" y="570"/>
                      <a:pt x="818" y="575"/>
                      <a:pt x="804" y="579"/>
                    </a:cubicBezTo>
                    <a:cubicBezTo>
                      <a:pt x="762" y="593"/>
                      <a:pt x="720" y="608"/>
                      <a:pt x="669" y="608"/>
                    </a:cubicBezTo>
                    <a:cubicBezTo>
                      <a:pt x="668" y="608"/>
                      <a:pt x="667" y="608"/>
                      <a:pt x="665" y="608"/>
                    </a:cubicBezTo>
                    <a:cubicBezTo>
                      <a:pt x="660" y="608"/>
                      <a:pt x="656" y="608"/>
                      <a:pt x="651" y="608"/>
                    </a:cubicBezTo>
                    <a:cubicBezTo>
                      <a:pt x="608" y="608"/>
                      <a:pt x="568" y="608"/>
                      <a:pt x="522" y="585"/>
                    </a:cubicBezTo>
                    <a:lnTo>
                      <a:pt x="515" y="582"/>
                    </a:lnTo>
                    <a:cubicBezTo>
                      <a:pt x="497" y="573"/>
                      <a:pt x="475" y="562"/>
                      <a:pt x="459" y="547"/>
                    </a:cubicBezTo>
                    <a:cubicBezTo>
                      <a:pt x="447" y="537"/>
                      <a:pt x="440" y="524"/>
                      <a:pt x="435" y="514"/>
                    </a:cubicBezTo>
                    <a:cubicBezTo>
                      <a:pt x="432" y="508"/>
                      <a:pt x="429" y="502"/>
                      <a:pt x="426" y="499"/>
                    </a:cubicBezTo>
                    <a:cubicBezTo>
                      <a:pt x="417" y="491"/>
                      <a:pt x="408" y="483"/>
                      <a:pt x="400" y="476"/>
                    </a:cubicBezTo>
                    <a:cubicBezTo>
                      <a:pt x="386" y="464"/>
                      <a:pt x="371" y="451"/>
                      <a:pt x="357" y="437"/>
                    </a:cubicBezTo>
                    <a:cubicBezTo>
                      <a:pt x="340" y="420"/>
                      <a:pt x="321" y="410"/>
                      <a:pt x="299" y="399"/>
                    </a:cubicBezTo>
                    <a:cubicBezTo>
                      <a:pt x="287" y="393"/>
                      <a:pt x="275" y="387"/>
                      <a:pt x="263" y="379"/>
                    </a:cubicBezTo>
                    <a:cubicBezTo>
                      <a:pt x="240" y="366"/>
                      <a:pt x="220" y="369"/>
                      <a:pt x="183" y="376"/>
                    </a:cubicBezTo>
                    <a:cubicBezTo>
                      <a:pt x="178" y="377"/>
                      <a:pt x="173" y="378"/>
                      <a:pt x="168" y="379"/>
                    </a:cubicBezTo>
                    <a:cubicBezTo>
                      <a:pt x="156" y="382"/>
                      <a:pt x="138" y="393"/>
                      <a:pt x="124" y="402"/>
                    </a:cubicBezTo>
                    <a:lnTo>
                      <a:pt x="118" y="406"/>
                    </a:lnTo>
                    <a:cubicBezTo>
                      <a:pt x="114" y="408"/>
                      <a:pt x="110" y="411"/>
                      <a:pt x="105" y="413"/>
                    </a:cubicBezTo>
                    <a:cubicBezTo>
                      <a:pt x="97" y="418"/>
                      <a:pt x="74" y="431"/>
                      <a:pt x="69" y="437"/>
                    </a:cubicBezTo>
                    <a:cubicBezTo>
                      <a:pt x="70" y="436"/>
                      <a:pt x="72" y="432"/>
                      <a:pt x="71" y="427"/>
                    </a:cubicBezTo>
                    <a:lnTo>
                      <a:pt x="1" y="435"/>
                    </a:lnTo>
                    <a:cubicBezTo>
                      <a:pt x="-4" y="393"/>
                      <a:pt x="41" y="368"/>
                      <a:pt x="71" y="351"/>
                    </a:cubicBezTo>
                    <a:cubicBezTo>
                      <a:pt x="74" y="349"/>
                      <a:pt x="78" y="348"/>
                      <a:pt x="80" y="346"/>
                    </a:cubicBezTo>
                    <a:lnTo>
                      <a:pt x="86" y="342"/>
                    </a:lnTo>
                    <a:cubicBezTo>
                      <a:pt x="105" y="330"/>
                      <a:pt x="129" y="315"/>
                      <a:pt x="155" y="310"/>
                    </a:cubicBezTo>
                    <a:cubicBezTo>
                      <a:pt x="160" y="309"/>
                      <a:pt x="164" y="308"/>
                      <a:pt x="169" y="307"/>
                    </a:cubicBezTo>
                    <a:cubicBezTo>
                      <a:pt x="208" y="299"/>
                      <a:pt x="252" y="290"/>
                      <a:pt x="299" y="318"/>
                    </a:cubicBezTo>
                    <a:cubicBezTo>
                      <a:pt x="310" y="325"/>
                      <a:pt x="321" y="330"/>
                      <a:pt x="331" y="335"/>
                    </a:cubicBezTo>
                    <a:cubicBezTo>
                      <a:pt x="357" y="348"/>
                      <a:pt x="383" y="362"/>
                      <a:pt x="407" y="387"/>
                    </a:cubicBezTo>
                    <a:cubicBezTo>
                      <a:pt x="420" y="400"/>
                      <a:pt x="433" y="411"/>
                      <a:pt x="446" y="422"/>
                    </a:cubicBezTo>
                    <a:cubicBezTo>
                      <a:pt x="455" y="430"/>
                      <a:pt x="465" y="438"/>
                      <a:pt x="474" y="447"/>
                    </a:cubicBezTo>
                    <a:cubicBezTo>
                      <a:pt x="487" y="458"/>
                      <a:pt x="493" y="471"/>
                      <a:pt x="498" y="481"/>
                    </a:cubicBezTo>
                    <a:cubicBezTo>
                      <a:pt x="501" y="487"/>
                      <a:pt x="504" y="493"/>
                      <a:pt x="506" y="495"/>
                    </a:cubicBezTo>
                    <a:cubicBezTo>
                      <a:pt x="515" y="503"/>
                      <a:pt x="534" y="512"/>
                      <a:pt x="547" y="519"/>
                    </a:cubicBezTo>
                    <a:lnTo>
                      <a:pt x="554" y="522"/>
                    </a:lnTo>
                    <a:cubicBezTo>
                      <a:pt x="584" y="537"/>
                      <a:pt x="612" y="537"/>
                      <a:pt x="651" y="537"/>
                    </a:cubicBezTo>
                    <a:cubicBezTo>
                      <a:pt x="657" y="537"/>
                      <a:pt x="663" y="537"/>
                      <a:pt x="669" y="537"/>
                    </a:cubicBezTo>
                    <a:lnTo>
                      <a:pt x="669" y="537"/>
                    </a:lnTo>
                    <a:cubicBezTo>
                      <a:pt x="708" y="537"/>
                      <a:pt x="742" y="525"/>
                      <a:pt x="781" y="512"/>
                    </a:cubicBezTo>
                    <a:cubicBezTo>
                      <a:pt x="796" y="507"/>
                      <a:pt x="812" y="502"/>
                      <a:pt x="828" y="497"/>
                    </a:cubicBezTo>
                    <a:cubicBezTo>
                      <a:pt x="848" y="491"/>
                      <a:pt x="868" y="489"/>
                      <a:pt x="885" y="488"/>
                    </a:cubicBezTo>
                    <a:cubicBezTo>
                      <a:pt x="900" y="486"/>
                      <a:pt x="914" y="485"/>
                      <a:pt x="926" y="482"/>
                    </a:cubicBezTo>
                    <a:cubicBezTo>
                      <a:pt x="932" y="480"/>
                      <a:pt x="938" y="477"/>
                      <a:pt x="944" y="474"/>
                    </a:cubicBezTo>
                    <a:cubicBezTo>
                      <a:pt x="957" y="469"/>
                      <a:pt x="972" y="462"/>
                      <a:pt x="992" y="460"/>
                    </a:cubicBezTo>
                    <a:cubicBezTo>
                      <a:pt x="1039" y="457"/>
                      <a:pt x="1077" y="464"/>
                      <a:pt x="1111" y="484"/>
                    </a:cubicBezTo>
                    <a:cubicBezTo>
                      <a:pt x="1122" y="490"/>
                      <a:pt x="1130" y="495"/>
                      <a:pt x="1136" y="500"/>
                    </a:cubicBezTo>
                    <a:cubicBezTo>
                      <a:pt x="1148" y="508"/>
                      <a:pt x="1154" y="512"/>
                      <a:pt x="1169" y="517"/>
                    </a:cubicBezTo>
                    <a:cubicBezTo>
                      <a:pt x="1172" y="517"/>
                      <a:pt x="1178" y="518"/>
                      <a:pt x="1183" y="519"/>
                    </a:cubicBezTo>
                    <a:cubicBezTo>
                      <a:pt x="1201" y="521"/>
                      <a:pt x="1221" y="524"/>
                      <a:pt x="1236" y="536"/>
                    </a:cubicBezTo>
                    <a:cubicBezTo>
                      <a:pt x="1249" y="546"/>
                      <a:pt x="1257" y="562"/>
                      <a:pt x="1265" y="578"/>
                    </a:cubicBezTo>
                    <a:cubicBezTo>
                      <a:pt x="1268" y="584"/>
                      <a:pt x="1272" y="592"/>
                      <a:pt x="1275" y="595"/>
                    </a:cubicBezTo>
                    <a:cubicBezTo>
                      <a:pt x="1277" y="598"/>
                      <a:pt x="1279" y="601"/>
                      <a:pt x="1281" y="604"/>
                    </a:cubicBezTo>
                    <a:cubicBezTo>
                      <a:pt x="1285" y="610"/>
                      <a:pt x="1289" y="615"/>
                      <a:pt x="1294" y="621"/>
                    </a:cubicBezTo>
                    <a:cubicBezTo>
                      <a:pt x="1312" y="642"/>
                      <a:pt x="1325" y="664"/>
                      <a:pt x="1334" y="688"/>
                    </a:cubicBezTo>
                    <a:lnTo>
                      <a:pt x="1335" y="691"/>
                    </a:lnTo>
                    <a:cubicBezTo>
                      <a:pt x="1342" y="713"/>
                      <a:pt x="1343" y="716"/>
                      <a:pt x="1356" y="727"/>
                    </a:cubicBezTo>
                    <a:cubicBezTo>
                      <a:pt x="1357" y="728"/>
                      <a:pt x="1359" y="729"/>
                      <a:pt x="1361" y="731"/>
                    </a:cubicBezTo>
                    <a:cubicBezTo>
                      <a:pt x="1370" y="738"/>
                      <a:pt x="1377" y="744"/>
                      <a:pt x="1381" y="750"/>
                    </a:cubicBezTo>
                    <a:cubicBezTo>
                      <a:pt x="1387" y="759"/>
                      <a:pt x="1389" y="768"/>
                      <a:pt x="1390" y="774"/>
                    </a:cubicBezTo>
                    <a:cubicBezTo>
                      <a:pt x="1394" y="778"/>
                      <a:pt x="1401" y="780"/>
                      <a:pt x="1410" y="784"/>
                    </a:cubicBezTo>
                    <a:cubicBezTo>
                      <a:pt x="1419" y="788"/>
                      <a:pt x="1428" y="792"/>
                      <a:pt x="1438" y="798"/>
                    </a:cubicBezTo>
                    <a:cubicBezTo>
                      <a:pt x="1446" y="802"/>
                      <a:pt x="1455" y="806"/>
                      <a:pt x="1465" y="810"/>
                    </a:cubicBezTo>
                    <a:cubicBezTo>
                      <a:pt x="1479" y="815"/>
                      <a:pt x="1492" y="820"/>
                      <a:pt x="1505" y="828"/>
                    </a:cubicBezTo>
                    <a:cubicBezTo>
                      <a:pt x="1535" y="847"/>
                      <a:pt x="1558" y="879"/>
                      <a:pt x="1573" y="903"/>
                    </a:cubicBezTo>
                    <a:cubicBezTo>
                      <a:pt x="1576" y="907"/>
                      <a:pt x="1581" y="913"/>
                      <a:pt x="1585" y="918"/>
                    </a:cubicBezTo>
                    <a:cubicBezTo>
                      <a:pt x="1593" y="927"/>
                      <a:pt x="1601" y="936"/>
                      <a:pt x="1607" y="947"/>
                    </a:cubicBezTo>
                    <a:cubicBezTo>
                      <a:pt x="1613" y="959"/>
                      <a:pt x="1617" y="967"/>
                      <a:pt x="1619" y="974"/>
                    </a:cubicBezTo>
                    <a:cubicBezTo>
                      <a:pt x="1622" y="982"/>
                      <a:pt x="1623" y="985"/>
                      <a:pt x="1632" y="993"/>
                    </a:cubicBezTo>
                    <a:cubicBezTo>
                      <a:pt x="1676" y="1033"/>
                      <a:pt x="1713" y="1078"/>
                      <a:pt x="1744" y="1116"/>
                    </a:cubicBezTo>
                    <a:cubicBezTo>
                      <a:pt x="1752" y="1126"/>
                      <a:pt x="1762" y="1133"/>
                      <a:pt x="1776" y="1140"/>
                    </a:cubicBezTo>
                    <a:cubicBezTo>
                      <a:pt x="1788" y="1148"/>
                      <a:pt x="1802" y="1156"/>
                      <a:pt x="1815" y="1169"/>
                    </a:cubicBezTo>
                    <a:cubicBezTo>
                      <a:pt x="1829" y="1183"/>
                      <a:pt x="1840" y="1201"/>
                      <a:pt x="1849" y="1216"/>
                    </a:cubicBezTo>
                    <a:cubicBezTo>
                      <a:pt x="1852" y="1221"/>
                      <a:pt x="1855" y="1226"/>
                      <a:pt x="1858" y="1231"/>
                    </a:cubicBezTo>
                    <a:cubicBezTo>
                      <a:pt x="1867" y="1244"/>
                      <a:pt x="1873" y="1256"/>
                      <a:pt x="1879" y="1269"/>
                    </a:cubicBezTo>
                    <a:cubicBezTo>
                      <a:pt x="1891" y="1290"/>
                      <a:pt x="1900" y="1307"/>
                      <a:pt x="1916" y="1318"/>
                    </a:cubicBezTo>
                    <a:cubicBezTo>
                      <a:pt x="1921" y="1321"/>
                      <a:pt x="1926" y="1324"/>
                      <a:pt x="1930" y="1328"/>
                    </a:cubicBezTo>
                    <a:cubicBezTo>
                      <a:pt x="1938" y="1334"/>
                      <a:pt x="1946" y="1339"/>
                      <a:pt x="1953" y="1342"/>
                    </a:cubicBezTo>
                    <a:cubicBezTo>
                      <a:pt x="1957" y="1343"/>
                      <a:pt x="1963" y="1343"/>
                      <a:pt x="1969" y="1344"/>
                    </a:cubicBezTo>
                    <a:cubicBezTo>
                      <a:pt x="1981" y="1345"/>
                      <a:pt x="1996" y="1346"/>
                      <a:pt x="2013" y="1353"/>
                    </a:cubicBezTo>
                    <a:cubicBezTo>
                      <a:pt x="2032" y="1362"/>
                      <a:pt x="2043" y="1375"/>
                      <a:pt x="2051" y="1385"/>
                    </a:cubicBezTo>
                    <a:cubicBezTo>
                      <a:pt x="2055" y="1389"/>
                      <a:pt x="2058" y="1393"/>
                      <a:pt x="2062" y="1396"/>
                    </a:cubicBezTo>
                    <a:cubicBezTo>
                      <a:pt x="2076" y="1406"/>
                      <a:pt x="2098" y="1417"/>
                      <a:pt x="2116" y="1425"/>
                    </a:cubicBezTo>
                    <a:lnTo>
                      <a:pt x="2120" y="1426"/>
                    </a:lnTo>
                    <a:cubicBezTo>
                      <a:pt x="2159" y="1444"/>
                      <a:pt x="2193" y="1459"/>
                      <a:pt x="2234" y="1468"/>
                    </a:cubicBezTo>
                    <a:cubicBezTo>
                      <a:pt x="2240" y="1470"/>
                      <a:pt x="2247" y="1471"/>
                      <a:pt x="2253" y="1473"/>
                    </a:cubicBezTo>
                    <a:cubicBezTo>
                      <a:pt x="2275" y="1478"/>
                      <a:pt x="2298" y="1483"/>
                      <a:pt x="2318" y="1485"/>
                    </a:cubicBezTo>
                    <a:cubicBezTo>
                      <a:pt x="2341" y="1486"/>
                      <a:pt x="2359" y="1483"/>
                      <a:pt x="2385" y="1477"/>
                    </a:cubicBezTo>
                    <a:cubicBezTo>
                      <a:pt x="2442" y="1465"/>
                      <a:pt x="2493" y="1453"/>
                      <a:pt x="2539" y="1440"/>
                    </a:cubicBezTo>
                    <a:cubicBezTo>
                      <a:pt x="2554" y="1436"/>
                      <a:pt x="2569" y="1432"/>
                      <a:pt x="2585" y="1428"/>
                    </a:cubicBezTo>
                    <a:cubicBezTo>
                      <a:pt x="2631" y="1415"/>
                      <a:pt x="2678" y="1402"/>
                      <a:pt x="2723" y="1387"/>
                    </a:cubicBezTo>
                    <a:cubicBezTo>
                      <a:pt x="2756" y="1376"/>
                      <a:pt x="2765" y="1373"/>
                      <a:pt x="2787" y="1354"/>
                    </a:cubicBezTo>
                    <a:cubicBezTo>
                      <a:pt x="2821" y="1325"/>
                      <a:pt x="2859" y="1302"/>
                      <a:pt x="2896" y="1280"/>
                    </a:cubicBezTo>
                    <a:cubicBezTo>
                      <a:pt x="2937" y="1255"/>
                      <a:pt x="2976" y="1232"/>
                      <a:pt x="3009" y="1201"/>
                    </a:cubicBezTo>
                    <a:cubicBezTo>
                      <a:pt x="3012" y="1197"/>
                      <a:pt x="3015" y="1194"/>
                      <a:pt x="3018" y="1192"/>
                    </a:cubicBezTo>
                    <a:cubicBezTo>
                      <a:pt x="3036" y="1173"/>
                      <a:pt x="3050" y="1161"/>
                      <a:pt x="3087" y="1158"/>
                    </a:cubicBezTo>
                    <a:cubicBezTo>
                      <a:pt x="3122" y="1155"/>
                      <a:pt x="3139" y="1152"/>
                      <a:pt x="3166" y="1133"/>
                    </a:cubicBezTo>
                    <a:cubicBezTo>
                      <a:pt x="3185" y="1119"/>
                      <a:pt x="3206" y="1109"/>
                      <a:pt x="3227" y="1099"/>
                    </a:cubicBezTo>
                    <a:cubicBezTo>
                      <a:pt x="3254" y="1085"/>
                      <a:pt x="3279" y="1073"/>
                      <a:pt x="3297" y="1055"/>
                    </a:cubicBezTo>
                    <a:cubicBezTo>
                      <a:pt x="3328" y="1025"/>
                      <a:pt x="3353" y="982"/>
                      <a:pt x="3360" y="946"/>
                    </a:cubicBezTo>
                    <a:cubicBezTo>
                      <a:pt x="3377" y="869"/>
                      <a:pt x="3432" y="810"/>
                      <a:pt x="3512" y="786"/>
                    </a:cubicBezTo>
                    <a:cubicBezTo>
                      <a:pt x="3534" y="779"/>
                      <a:pt x="3555" y="777"/>
                      <a:pt x="3576" y="776"/>
                    </a:cubicBezTo>
                    <a:cubicBezTo>
                      <a:pt x="3591" y="775"/>
                      <a:pt x="3606" y="773"/>
                      <a:pt x="3620" y="770"/>
                    </a:cubicBezTo>
                    <a:cubicBezTo>
                      <a:pt x="3651" y="762"/>
                      <a:pt x="3681" y="748"/>
                      <a:pt x="3713" y="733"/>
                    </a:cubicBezTo>
                    <a:cubicBezTo>
                      <a:pt x="3728" y="726"/>
                      <a:pt x="3743" y="719"/>
                      <a:pt x="3759" y="712"/>
                    </a:cubicBezTo>
                    <a:cubicBezTo>
                      <a:pt x="3780" y="703"/>
                      <a:pt x="3800" y="690"/>
                      <a:pt x="3821" y="677"/>
                    </a:cubicBezTo>
                    <a:cubicBezTo>
                      <a:pt x="3850" y="658"/>
                      <a:pt x="3880" y="638"/>
                      <a:pt x="3916" y="628"/>
                    </a:cubicBezTo>
                    <a:cubicBezTo>
                      <a:pt x="3949" y="618"/>
                      <a:pt x="3981" y="613"/>
                      <a:pt x="4013" y="613"/>
                    </a:cubicBezTo>
                    <a:cubicBezTo>
                      <a:pt x="4014" y="613"/>
                      <a:pt x="4014" y="613"/>
                      <a:pt x="4014" y="613"/>
                    </a:cubicBezTo>
                    <a:cubicBezTo>
                      <a:pt x="4069" y="613"/>
                      <a:pt x="4097" y="632"/>
                      <a:pt x="4134" y="659"/>
                    </a:cubicBezTo>
                    <a:lnTo>
                      <a:pt x="4137" y="661"/>
                    </a:lnTo>
                    <a:cubicBezTo>
                      <a:pt x="4164" y="680"/>
                      <a:pt x="4192" y="693"/>
                      <a:pt x="4229" y="705"/>
                    </a:cubicBezTo>
                    <a:cubicBezTo>
                      <a:pt x="4234" y="707"/>
                      <a:pt x="4238" y="708"/>
                      <a:pt x="4243" y="709"/>
                    </a:cubicBezTo>
                    <a:cubicBezTo>
                      <a:pt x="4257" y="712"/>
                      <a:pt x="4274" y="716"/>
                      <a:pt x="4289" y="730"/>
                    </a:cubicBezTo>
                    <a:cubicBezTo>
                      <a:pt x="4299" y="738"/>
                      <a:pt x="4306" y="746"/>
                      <a:pt x="4314" y="754"/>
                    </a:cubicBezTo>
                    <a:cubicBezTo>
                      <a:pt x="4331" y="772"/>
                      <a:pt x="4345" y="786"/>
                      <a:pt x="4367" y="793"/>
                    </a:cubicBezTo>
                    <a:cubicBezTo>
                      <a:pt x="4376" y="796"/>
                      <a:pt x="4386" y="798"/>
                      <a:pt x="4397" y="799"/>
                    </a:cubicBezTo>
                    <a:cubicBezTo>
                      <a:pt x="4414" y="802"/>
                      <a:pt x="4434" y="804"/>
                      <a:pt x="4454" y="814"/>
                    </a:cubicBezTo>
                    <a:cubicBezTo>
                      <a:pt x="4478" y="825"/>
                      <a:pt x="4499" y="844"/>
                      <a:pt x="4518" y="863"/>
                    </a:cubicBezTo>
                    <a:cubicBezTo>
                      <a:pt x="4530" y="875"/>
                      <a:pt x="4542" y="888"/>
                      <a:pt x="4553" y="901"/>
                    </a:cubicBezTo>
                    <a:cubicBezTo>
                      <a:pt x="4573" y="925"/>
                      <a:pt x="4594" y="950"/>
                      <a:pt x="4617" y="961"/>
                    </a:cubicBezTo>
                    <a:cubicBezTo>
                      <a:pt x="4652" y="979"/>
                      <a:pt x="4678" y="978"/>
                      <a:pt x="4712" y="958"/>
                    </a:cubicBezTo>
                    <a:lnTo>
                      <a:pt x="4716" y="955"/>
                    </a:lnTo>
                    <a:cubicBezTo>
                      <a:pt x="4785" y="915"/>
                      <a:pt x="4857" y="873"/>
                      <a:pt x="4911" y="819"/>
                    </a:cubicBezTo>
                    <a:cubicBezTo>
                      <a:pt x="4932" y="797"/>
                      <a:pt x="4952" y="773"/>
                      <a:pt x="4970" y="750"/>
                    </a:cubicBezTo>
                    <a:cubicBezTo>
                      <a:pt x="5009" y="701"/>
                      <a:pt x="5050" y="651"/>
                      <a:pt x="5114" y="617"/>
                    </a:cubicBezTo>
                    <a:cubicBezTo>
                      <a:pt x="5126" y="610"/>
                      <a:pt x="5142" y="598"/>
                      <a:pt x="5157" y="586"/>
                    </a:cubicBezTo>
                    <a:cubicBezTo>
                      <a:pt x="5198" y="554"/>
                      <a:pt x="5249" y="514"/>
                      <a:pt x="5308" y="526"/>
                    </a:cubicBezTo>
                    <a:cubicBezTo>
                      <a:pt x="5328" y="530"/>
                      <a:pt x="5343" y="539"/>
                      <a:pt x="5356" y="547"/>
                    </a:cubicBezTo>
                    <a:cubicBezTo>
                      <a:pt x="5369" y="555"/>
                      <a:pt x="5377" y="559"/>
                      <a:pt x="5385" y="560"/>
                    </a:cubicBezTo>
                    <a:cubicBezTo>
                      <a:pt x="5391" y="560"/>
                      <a:pt x="5393" y="560"/>
                      <a:pt x="5404" y="554"/>
                    </a:cubicBezTo>
                    <a:lnTo>
                      <a:pt x="5409" y="552"/>
                    </a:lnTo>
                    <a:cubicBezTo>
                      <a:pt x="5448" y="533"/>
                      <a:pt x="5486" y="507"/>
                      <a:pt x="5523" y="481"/>
                    </a:cubicBezTo>
                    <a:cubicBezTo>
                      <a:pt x="5537" y="471"/>
                      <a:pt x="5552" y="461"/>
                      <a:pt x="5567" y="451"/>
                    </a:cubicBezTo>
                    <a:cubicBezTo>
                      <a:pt x="5579" y="444"/>
                      <a:pt x="5590" y="436"/>
                      <a:pt x="5601" y="428"/>
                    </a:cubicBezTo>
                    <a:cubicBezTo>
                      <a:pt x="5634" y="406"/>
                      <a:pt x="5668" y="383"/>
                      <a:pt x="5705" y="363"/>
                    </a:cubicBezTo>
                    <a:cubicBezTo>
                      <a:pt x="5711" y="360"/>
                      <a:pt x="5717" y="357"/>
                      <a:pt x="5722" y="354"/>
                    </a:cubicBezTo>
                    <a:cubicBezTo>
                      <a:pt x="5762" y="333"/>
                      <a:pt x="5800" y="313"/>
                      <a:pt x="5834" y="284"/>
                    </a:cubicBezTo>
                    <a:cubicBezTo>
                      <a:pt x="5939" y="197"/>
                      <a:pt x="6066" y="101"/>
                      <a:pt x="6204" y="45"/>
                    </a:cubicBezTo>
                    <a:cubicBezTo>
                      <a:pt x="6267" y="19"/>
                      <a:pt x="6341" y="5"/>
                      <a:pt x="6430" y="2"/>
                    </a:cubicBezTo>
                    <a:lnTo>
                      <a:pt x="6443" y="1"/>
                    </a:lnTo>
                    <a:cubicBezTo>
                      <a:pt x="6511" y="-1"/>
                      <a:pt x="6595" y="-5"/>
                      <a:pt x="6654" y="54"/>
                    </a:cubicBezTo>
                    <a:cubicBezTo>
                      <a:pt x="6686" y="84"/>
                      <a:pt x="6712" y="119"/>
                      <a:pt x="6738" y="152"/>
                    </a:cubicBezTo>
                    <a:cubicBezTo>
                      <a:pt x="6764" y="185"/>
                      <a:pt x="6789" y="217"/>
                      <a:pt x="6817" y="245"/>
                    </a:cubicBezTo>
                    <a:cubicBezTo>
                      <a:pt x="6828" y="255"/>
                      <a:pt x="6838" y="259"/>
                      <a:pt x="6861" y="253"/>
                    </a:cubicBezTo>
                    <a:cubicBezTo>
                      <a:pt x="6866" y="252"/>
                      <a:pt x="6873" y="248"/>
                      <a:pt x="6879" y="245"/>
                    </a:cubicBezTo>
                    <a:cubicBezTo>
                      <a:pt x="6888" y="241"/>
                      <a:pt x="6898" y="236"/>
                      <a:pt x="6909" y="233"/>
                    </a:cubicBezTo>
                    <a:cubicBezTo>
                      <a:pt x="6920" y="230"/>
                      <a:pt x="6930" y="228"/>
                      <a:pt x="6939" y="226"/>
                    </a:cubicBezTo>
                    <a:cubicBezTo>
                      <a:pt x="6947" y="225"/>
                      <a:pt x="6953" y="224"/>
                      <a:pt x="6960" y="222"/>
                    </a:cubicBezTo>
                    <a:cubicBezTo>
                      <a:pt x="6965" y="221"/>
                      <a:pt x="6973" y="218"/>
                      <a:pt x="6981" y="216"/>
                    </a:cubicBezTo>
                    <a:cubicBezTo>
                      <a:pt x="7036" y="199"/>
                      <a:pt x="7118" y="174"/>
                      <a:pt x="7165" y="220"/>
                    </a:cubicBezTo>
                    <a:lnTo>
                      <a:pt x="7115" y="271"/>
                    </a:lnTo>
                    <a:cubicBezTo>
                      <a:pt x="7098" y="254"/>
                      <a:pt x="7028" y="276"/>
                      <a:pt x="7001" y="284"/>
                    </a:cubicBezTo>
                    <a:cubicBezTo>
                      <a:pt x="6993" y="286"/>
                      <a:pt x="6985" y="289"/>
                      <a:pt x="6978" y="291"/>
                    </a:cubicBezTo>
                    <a:cubicBezTo>
                      <a:pt x="6969" y="293"/>
                      <a:pt x="6961" y="295"/>
                      <a:pt x="6952" y="296"/>
                    </a:cubicBezTo>
                    <a:cubicBezTo>
                      <a:pt x="6944" y="298"/>
                      <a:pt x="6936" y="299"/>
                      <a:pt x="6929" y="301"/>
                    </a:cubicBezTo>
                    <a:cubicBezTo>
                      <a:pt x="6923" y="303"/>
                      <a:pt x="6917" y="306"/>
                      <a:pt x="6910" y="309"/>
                    </a:cubicBezTo>
                    <a:cubicBezTo>
                      <a:pt x="6901" y="313"/>
                      <a:pt x="6891" y="318"/>
                      <a:pt x="6880" y="321"/>
                    </a:cubicBezTo>
                    <a:cubicBezTo>
                      <a:pt x="6836" y="334"/>
                      <a:pt x="6799" y="325"/>
                      <a:pt x="6768" y="296"/>
                    </a:cubicBezTo>
                    <a:cubicBezTo>
                      <a:pt x="6736" y="265"/>
                      <a:pt x="6709" y="229"/>
                      <a:pt x="6682" y="195"/>
                    </a:cubicBezTo>
                    <a:cubicBezTo>
                      <a:pt x="6657" y="163"/>
                      <a:pt x="6632" y="132"/>
                      <a:pt x="6605" y="105"/>
                    </a:cubicBezTo>
                    <a:cubicBezTo>
                      <a:pt x="6567" y="68"/>
                      <a:pt x="6505" y="70"/>
                      <a:pt x="6446" y="72"/>
                    </a:cubicBezTo>
                    <a:lnTo>
                      <a:pt x="6433" y="73"/>
                    </a:lnTo>
                    <a:cubicBezTo>
                      <a:pt x="6352" y="76"/>
                      <a:pt x="6286" y="88"/>
                      <a:pt x="6231" y="110"/>
                    </a:cubicBezTo>
                    <a:cubicBezTo>
                      <a:pt x="6101" y="163"/>
                      <a:pt x="5980" y="256"/>
                      <a:pt x="5879" y="339"/>
                    </a:cubicBezTo>
                    <a:cubicBezTo>
                      <a:pt x="5839" y="372"/>
                      <a:pt x="5799" y="393"/>
                      <a:pt x="5756" y="416"/>
                    </a:cubicBezTo>
                    <a:cubicBezTo>
                      <a:pt x="5750" y="419"/>
                      <a:pt x="5744" y="423"/>
                      <a:pt x="5738" y="426"/>
                    </a:cubicBezTo>
                    <a:cubicBezTo>
                      <a:pt x="5705" y="444"/>
                      <a:pt x="5673" y="466"/>
                      <a:pt x="5641" y="487"/>
                    </a:cubicBezTo>
                    <a:cubicBezTo>
                      <a:pt x="5629" y="495"/>
                      <a:pt x="5618" y="503"/>
                      <a:pt x="5606" y="510"/>
                    </a:cubicBezTo>
                    <a:cubicBezTo>
                      <a:pt x="5592" y="520"/>
                      <a:pt x="5578" y="529"/>
                      <a:pt x="5563" y="540"/>
                    </a:cubicBezTo>
                    <a:cubicBezTo>
                      <a:pt x="5524" y="567"/>
                      <a:pt x="5483" y="595"/>
                      <a:pt x="5439" y="616"/>
                    </a:cubicBezTo>
                    <a:lnTo>
                      <a:pt x="5435" y="618"/>
                    </a:lnTo>
                    <a:cubicBezTo>
                      <a:pt x="5420" y="625"/>
                      <a:pt x="5406" y="632"/>
                      <a:pt x="5381" y="631"/>
                    </a:cubicBezTo>
                    <a:cubicBezTo>
                      <a:pt x="5354" y="629"/>
                      <a:pt x="5335" y="617"/>
                      <a:pt x="5319" y="607"/>
                    </a:cubicBezTo>
                    <a:cubicBezTo>
                      <a:pt x="5310" y="602"/>
                      <a:pt x="5302" y="597"/>
                      <a:pt x="5294" y="595"/>
                    </a:cubicBezTo>
                    <a:cubicBezTo>
                      <a:pt x="5267" y="590"/>
                      <a:pt x="5234" y="616"/>
                      <a:pt x="5201" y="642"/>
                    </a:cubicBezTo>
                    <a:cubicBezTo>
                      <a:pt x="5183" y="656"/>
                      <a:pt x="5165" y="670"/>
                      <a:pt x="5147" y="679"/>
                    </a:cubicBezTo>
                    <a:cubicBezTo>
                      <a:pt x="5096" y="707"/>
                      <a:pt x="5062" y="750"/>
                      <a:pt x="5025" y="795"/>
                    </a:cubicBezTo>
                    <a:cubicBezTo>
                      <a:pt x="5006" y="819"/>
                      <a:pt x="4985" y="845"/>
                      <a:pt x="4961" y="869"/>
                    </a:cubicBezTo>
                    <a:cubicBezTo>
                      <a:pt x="4900" y="930"/>
                      <a:pt x="4825" y="974"/>
                      <a:pt x="4752" y="1016"/>
                    </a:cubicBezTo>
                    <a:lnTo>
                      <a:pt x="4748" y="1019"/>
                    </a:lnTo>
                    <a:cubicBezTo>
                      <a:pt x="4693" y="1051"/>
                      <a:pt x="4641" y="1053"/>
                      <a:pt x="4585" y="1025"/>
                    </a:cubicBezTo>
                    <a:cubicBezTo>
                      <a:pt x="4550" y="1007"/>
                      <a:pt x="4523" y="975"/>
                      <a:pt x="4499" y="947"/>
                    </a:cubicBezTo>
                    <a:cubicBezTo>
                      <a:pt x="4488" y="935"/>
                      <a:pt x="4478" y="923"/>
                      <a:pt x="4468" y="914"/>
                    </a:cubicBezTo>
                    <a:cubicBezTo>
                      <a:pt x="4457" y="902"/>
                      <a:pt x="4439" y="885"/>
                      <a:pt x="4424" y="878"/>
                    </a:cubicBezTo>
                    <a:cubicBezTo>
                      <a:pt x="4413" y="873"/>
                      <a:pt x="4401" y="872"/>
                      <a:pt x="4388" y="870"/>
                    </a:cubicBezTo>
                    <a:cubicBezTo>
                      <a:pt x="4374" y="868"/>
                      <a:pt x="4360" y="866"/>
                      <a:pt x="4344" y="861"/>
                    </a:cubicBezTo>
                    <a:cubicBezTo>
                      <a:pt x="4306" y="847"/>
                      <a:pt x="4283" y="824"/>
                      <a:pt x="4263" y="804"/>
                    </a:cubicBezTo>
                    <a:cubicBezTo>
                      <a:pt x="4256" y="796"/>
                      <a:pt x="4249" y="790"/>
                      <a:pt x="4242" y="783"/>
                    </a:cubicBezTo>
                    <a:cubicBezTo>
                      <a:pt x="4240" y="781"/>
                      <a:pt x="4236" y="780"/>
                      <a:pt x="4227" y="778"/>
                    </a:cubicBezTo>
                    <a:cubicBezTo>
                      <a:pt x="4221" y="777"/>
                      <a:pt x="4215" y="775"/>
                      <a:pt x="4208" y="773"/>
                    </a:cubicBezTo>
                    <a:cubicBezTo>
                      <a:pt x="4163" y="759"/>
                      <a:pt x="4129" y="742"/>
                      <a:pt x="4096" y="719"/>
                    </a:cubicBezTo>
                    <a:lnTo>
                      <a:pt x="4093" y="717"/>
                    </a:lnTo>
                    <a:cubicBezTo>
                      <a:pt x="4059" y="693"/>
                      <a:pt x="4046" y="684"/>
                      <a:pt x="4013" y="684"/>
                    </a:cubicBezTo>
                    <a:cubicBezTo>
                      <a:pt x="3988" y="684"/>
                      <a:pt x="3963" y="688"/>
                      <a:pt x="3936" y="696"/>
                    </a:cubicBezTo>
                    <a:cubicBezTo>
                      <a:pt x="3910" y="703"/>
                      <a:pt x="3886" y="719"/>
                      <a:pt x="3859" y="736"/>
                    </a:cubicBezTo>
                    <a:cubicBezTo>
                      <a:pt x="3837" y="751"/>
                      <a:pt x="3813" y="766"/>
                      <a:pt x="3787" y="777"/>
                    </a:cubicBezTo>
                    <a:cubicBezTo>
                      <a:pt x="3772" y="783"/>
                      <a:pt x="3758" y="790"/>
                      <a:pt x="3743" y="797"/>
                    </a:cubicBezTo>
                    <a:cubicBezTo>
                      <a:pt x="3709" y="813"/>
                      <a:pt x="3675" y="829"/>
                      <a:pt x="3637" y="839"/>
                    </a:cubicBezTo>
                    <a:cubicBezTo>
                      <a:pt x="3618" y="844"/>
                      <a:pt x="3599" y="845"/>
                      <a:pt x="3581" y="846"/>
                    </a:cubicBezTo>
                    <a:cubicBezTo>
                      <a:pt x="3564" y="848"/>
                      <a:pt x="3547" y="849"/>
                      <a:pt x="3533" y="853"/>
                    </a:cubicBezTo>
                    <a:cubicBezTo>
                      <a:pt x="3478" y="870"/>
                      <a:pt x="3441" y="909"/>
                      <a:pt x="3430" y="961"/>
                    </a:cubicBezTo>
                    <a:cubicBezTo>
                      <a:pt x="3419" y="1011"/>
                      <a:pt x="3388" y="1065"/>
                      <a:pt x="3347" y="1105"/>
                    </a:cubicBezTo>
                    <a:cubicBezTo>
                      <a:pt x="3321" y="1131"/>
                      <a:pt x="3289" y="1147"/>
                      <a:pt x="3258" y="1162"/>
                    </a:cubicBezTo>
                    <a:cubicBezTo>
                      <a:pt x="3239" y="1171"/>
                      <a:pt x="3221" y="1180"/>
                      <a:pt x="3206" y="1191"/>
                    </a:cubicBezTo>
                    <a:cubicBezTo>
                      <a:pt x="3164" y="1220"/>
                      <a:pt x="3133" y="1225"/>
                      <a:pt x="3093" y="1229"/>
                    </a:cubicBezTo>
                    <a:cubicBezTo>
                      <a:pt x="3080" y="1230"/>
                      <a:pt x="3080" y="1230"/>
                      <a:pt x="3068" y="1242"/>
                    </a:cubicBezTo>
                    <a:cubicBezTo>
                      <a:pt x="3065" y="1245"/>
                      <a:pt x="3061" y="1248"/>
                      <a:pt x="3057" y="1252"/>
                    </a:cubicBezTo>
                    <a:cubicBezTo>
                      <a:pt x="3019" y="1287"/>
                      <a:pt x="2975" y="1314"/>
                      <a:pt x="2933" y="1340"/>
                    </a:cubicBezTo>
                    <a:cubicBezTo>
                      <a:pt x="2897" y="1362"/>
                      <a:pt x="2863" y="1382"/>
                      <a:pt x="2834" y="1408"/>
                    </a:cubicBezTo>
                    <a:cubicBezTo>
                      <a:pt x="2801" y="1436"/>
                      <a:pt x="2781" y="1443"/>
                      <a:pt x="2746" y="1455"/>
                    </a:cubicBezTo>
                    <a:cubicBezTo>
                      <a:pt x="2699" y="1470"/>
                      <a:pt x="2650" y="1484"/>
                      <a:pt x="2603" y="1496"/>
                    </a:cubicBezTo>
                    <a:cubicBezTo>
                      <a:pt x="2588" y="1500"/>
                      <a:pt x="2573" y="1505"/>
                      <a:pt x="2558" y="1509"/>
                    </a:cubicBezTo>
                    <a:cubicBezTo>
                      <a:pt x="2511" y="1522"/>
                      <a:pt x="2458" y="1535"/>
                      <a:pt x="2400" y="1547"/>
                    </a:cubicBezTo>
                    <a:cubicBezTo>
                      <a:pt x="2376" y="1552"/>
                      <a:pt x="2354" y="1556"/>
                      <a:pt x="2330" y="1556"/>
                    </a:cubicBezTo>
                    <a:moveTo>
                      <a:pt x="1195" y="593"/>
                    </a:moveTo>
                    <a:lnTo>
                      <a:pt x="1195" y="593"/>
                    </a:lnTo>
                    <a:moveTo>
                      <a:pt x="1191" y="590"/>
                    </a:moveTo>
                    <a:lnTo>
                      <a:pt x="1191" y="590"/>
                    </a:lnTo>
                    <a:close/>
                  </a:path>
                </a:pathLst>
              </a:custGeom>
              <a:solidFill>
                <a:schemeClr val="accent3"/>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25" name="Google Shape;225;p1"/>
              <p:cNvSpPr/>
              <p:nvPr/>
            </p:nvSpPr>
            <p:spPr>
              <a:xfrm>
                <a:off x="5497640" y="1058607"/>
                <a:ext cx="49012" cy="260434"/>
              </a:xfrm>
              <a:custGeom>
                <a:rect b="b" l="l" r="r" t="t"/>
                <a:pathLst>
                  <a:path extrusionOk="0" h="813" w="153">
                    <a:moveTo>
                      <a:pt x="0" y="0"/>
                    </a:moveTo>
                    <a:lnTo>
                      <a:pt x="153" y="0"/>
                    </a:lnTo>
                    <a:lnTo>
                      <a:pt x="153" y="813"/>
                    </a:lnTo>
                    <a:lnTo>
                      <a:pt x="0" y="813"/>
                    </a:lnTo>
                    <a:lnTo>
                      <a:pt x="0" y="0"/>
                    </a:lnTo>
                    <a:close/>
                  </a:path>
                </a:pathLst>
              </a:custGeom>
              <a:solidFill>
                <a:schemeClr val="dk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26" name="Google Shape;226;p1"/>
              <p:cNvSpPr/>
              <p:nvPr/>
            </p:nvSpPr>
            <p:spPr>
              <a:xfrm>
                <a:off x="5581568" y="1218456"/>
                <a:ext cx="49012" cy="260434"/>
              </a:xfrm>
              <a:custGeom>
                <a:rect b="b" l="l" r="r" t="t"/>
                <a:pathLst>
                  <a:path extrusionOk="0" h="813" w="153">
                    <a:moveTo>
                      <a:pt x="0" y="0"/>
                    </a:moveTo>
                    <a:lnTo>
                      <a:pt x="153" y="0"/>
                    </a:lnTo>
                    <a:lnTo>
                      <a:pt x="153" y="813"/>
                    </a:lnTo>
                    <a:lnTo>
                      <a:pt x="0" y="813"/>
                    </a:lnTo>
                    <a:lnTo>
                      <a:pt x="0" y="0"/>
                    </a:lnTo>
                    <a:close/>
                  </a:path>
                </a:pathLst>
              </a:custGeom>
              <a:solidFill>
                <a:schemeClr val="dk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27" name="Google Shape;227;p1"/>
              <p:cNvSpPr/>
              <p:nvPr/>
            </p:nvSpPr>
            <p:spPr>
              <a:xfrm>
                <a:off x="5665496" y="1325448"/>
                <a:ext cx="48691" cy="260434"/>
              </a:xfrm>
              <a:custGeom>
                <a:rect b="b" l="l" r="r" t="t"/>
                <a:pathLst>
                  <a:path extrusionOk="0" h="813" w="152">
                    <a:moveTo>
                      <a:pt x="0" y="0"/>
                    </a:moveTo>
                    <a:lnTo>
                      <a:pt x="152" y="0"/>
                    </a:lnTo>
                    <a:lnTo>
                      <a:pt x="152" y="813"/>
                    </a:lnTo>
                    <a:lnTo>
                      <a:pt x="0" y="813"/>
                    </a:lnTo>
                    <a:lnTo>
                      <a:pt x="0" y="0"/>
                    </a:lnTo>
                    <a:close/>
                  </a:path>
                </a:pathLst>
              </a:custGeom>
              <a:solidFill>
                <a:schemeClr val="dk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28" name="Google Shape;228;p1"/>
              <p:cNvSpPr/>
              <p:nvPr/>
            </p:nvSpPr>
            <p:spPr>
              <a:xfrm>
                <a:off x="7128155" y="595400"/>
                <a:ext cx="669505" cy="669185"/>
              </a:xfrm>
              <a:custGeom>
                <a:rect b="b" l="l" r="r" t="t"/>
                <a:pathLst>
                  <a:path extrusionOk="0" h="2089" w="2090">
                    <a:moveTo>
                      <a:pt x="1784" y="306"/>
                    </a:moveTo>
                    <a:cubicBezTo>
                      <a:pt x="1914" y="436"/>
                      <a:pt x="2007" y="597"/>
                      <a:pt x="2055" y="774"/>
                    </a:cubicBezTo>
                    <a:cubicBezTo>
                      <a:pt x="2102" y="951"/>
                      <a:pt x="2102" y="1138"/>
                      <a:pt x="2055" y="1315"/>
                    </a:cubicBezTo>
                    <a:cubicBezTo>
                      <a:pt x="2007" y="1492"/>
                      <a:pt x="1913" y="1654"/>
                      <a:pt x="1784" y="1784"/>
                    </a:cubicBezTo>
                    <a:cubicBezTo>
                      <a:pt x="1654" y="1913"/>
                      <a:pt x="1493" y="2007"/>
                      <a:pt x="1316" y="2054"/>
                    </a:cubicBezTo>
                    <a:cubicBezTo>
                      <a:pt x="1139" y="2101"/>
                      <a:pt x="952" y="2101"/>
                      <a:pt x="775" y="2054"/>
                    </a:cubicBezTo>
                    <a:cubicBezTo>
                      <a:pt x="598" y="2007"/>
                      <a:pt x="436" y="1913"/>
                      <a:pt x="307" y="1784"/>
                    </a:cubicBezTo>
                    <a:cubicBezTo>
                      <a:pt x="177" y="1654"/>
                      <a:pt x="84" y="1492"/>
                      <a:pt x="36" y="1315"/>
                    </a:cubicBezTo>
                    <a:cubicBezTo>
                      <a:pt x="-11" y="1138"/>
                      <a:pt x="-11" y="951"/>
                      <a:pt x="36" y="774"/>
                    </a:cubicBezTo>
                    <a:cubicBezTo>
                      <a:pt x="84" y="597"/>
                      <a:pt x="177" y="436"/>
                      <a:pt x="307" y="306"/>
                    </a:cubicBezTo>
                    <a:cubicBezTo>
                      <a:pt x="436" y="176"/>
                      <a:pt x="598" y="83"/>
                      <a:pt x="775" y="35"/>
                    </a:cubicBezTo>
                    <a:cubicBezTo>
                      <a:pt x="952" y="-12"/>
                      <a:pt x="1139" y="-12"/>
                      <a:pt x="1316" y="35"/>
                    </a:cubicBezTo>
                    <a:cubicBezTo>
                      <a:pt x="1493" y="83"/>
                      <a:pt x="1655" y="176"/>
                      <a:pt x="1784" y="306"/>
                    </a:cubicBezTo>
                    <a:close/>
                  </a:path>
                </a:pathLst>
              </a:custGeom>
              <a:solidFill>
                <a:schemeClr val="accent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29" name="Google Shape;229;p1"/>
              <p:cNvSpPr/>
              <p:nvPr/>
            </p:nvSpPr>
            <p:spPr>
              <a:xfrm>
                <a:off x="7148977" y="616222"/>
                <a:ext cx="628182" cy="627861"/>
              </a:xfrm>
              <a:custGeom>
                <a:rect b="b" l="l" r="r" t="t"/>
                <a:pathLst>
                  <a:path extrusionOk="0" h="1960" w="1961">
                    <a:moveTo>
                      <a:pt x="981" y="0"/>
                    </a:moveTo>
                    <a:cubicBezTo>
                      <a:pt x="440" y="0"/>
                      <a:pt x="0" y="439"/>
                      <a:pt x="0" y="980"/>
                    </a:cubicBezTo>
                    <a:cubicBezTo>
                      <a:pt x="0" y="1520"/>
                      <a:pt x="440" y="1960"/>
                      <a:pt x="981" y="1960"/>
                    </a:cubicBezTo>
                    <a:cubicBezTo>
                      <a:pt x="1521" y="1960"/>
                      <a:pt x="1961" y="1520"/>
                      <a:pt x="1961" y="980"/>
                    </a:cubicBezTo>
                    <a:cubicBezTo>
                      <a:pt x="1961" y="439"/>
                      <a:pt x="1521" y="0"/>
                      <a:pt x="981" y="0"/>
                    </a:cubicBezTo>
                    <a:moveTo>
                      <a:pt x="1890" y="965"/>
                    </a:moveTo>
                    <a:lnTo>
                      <a:pt x="1438" y="965"/>
                    </a:lnTo>
                    <a:cubicBezTo>
                      <a:pt x="1437" y="786"/>
                      <a:pt x="1414" y="621"/>
                      <a:pt x="1376" y="479"/>
                    </a:cubicBezTo>
                    <a:cubicBezTo>
                      <a:pt x="1462" y="441"/>
                      <a:pt x="1542" y="391"/>
                      <a:pt x="1615" y="329"/>
                    </a:cubicBezTo>
                    <a:cubicBezTo>
                      <a:pt x="1781" y="491"/>
                      <a:pt x="1886" y="716"/>
                      <a:pt x="1890" y="965"/>
                    </a:cubicBezTo>
                    <a:moveTo>
                      <a:pt x="1002" y="72"/>
                    </a:moveTo>
                    <a:cubicBezTo>
                      <a:pt x="1118" y="88"/>
                      <a:pt x="1221" y="229"/>
                      <a:pt x="1288" y="437"/>
                    </a:cubicBezTo>
                    <a:cubicBezTo>
                      <a:pt x="1197" y="470"/>
                      <a:pt x="1101" y="488"/>
                      <a:pt x="1002" y="491"/>
                    </a:cubicBezTo>
                    <a:lnTo>
                      <a:pt x="1002" y="72"/>
                    </a:lnTo>
                    <a:moveTo>
                      <a:pt x="931" y="78"/>
                    </a:moveTo>
                    <a:lnTo>
                      <a:pt x="931" y="490"/>
                    </a:lnTo>
                    <a:cubicBezTo>
                      <a:pt x="842" y="485"/>
                      <a:pt x="755" y="467"/>
                      <a:pt x="673" y="437"/>
                    </a:cubicBezTo>
                    <a:cubicBezTo>
                      <a:pt x="734" y="246"/>
                      <a:pt x="827" y="111"/>
                      <a:pt x="931" y="78"/>
                    </a:cubicBezTo>
                    <a:moveTo>
                      <a:pt x="931" y="561"/>
                    </a:moveTo>
                    <a:lnTo>
                      <a:pt x="931" y="965"/>
                    </a:lnTo>
                    <a:lnTo>
                      <a:pt x="594" y="965"/>
                    </a:lnTo>
                    <a:cubicBezTo>
                      <a:pt x="595" y="798"/>
                      <a:pt x="617" y="641"/>
                      <a:pt x="653" y="506"/>
                    </a:cubicBezTo>
                    <a:cubicBezTo>
                      <a:pt x="742" y="537"/>
                      <a:pt x="835" y="556"/>
                      <a:pt x="931" y="561"/>
                    </a:cubicBezTo>
                    <a:moveTo>
                      <a:pt x="931" y="1036"/>
                    </a:moveTo>
                    <a:lnTo>
                      <a:pt x="931" y="1468"/>
                    </a:lnTo>
                    <a:cubicBezTo>
                      <a:pt x="842" y="1472"/>
                      <a:pt x="755" y="1489"/>
                      <a:pt x="671" y="1517"/>
                    </a:cubicBezTo>
                    <a:cubicBezTo>
                      <a:pt x="627" y="1380"/>
                      <a:pt x="600" y="1214"/>
                      <a:pt x="595" y="1036"/>
                    </a:cubicBezTo>
                    <a:lnTo>
                      <a:pt x="931" y="1036"/>
                    </a:lnTo>
                    <a:moveTo>
                      <a:pt x="931" y="1539"/>
                    </a:moveTo>
                    <a:lnTo>
                      <a:pt x="931" y="1881"/>
                    </a:lnTo>
                    <a:cubicBezTo>
                      <a:pt x="839" y="1852"/>
                      <a:pt x="755" y="1742"/>
                      <a:pt x="694" y="1583"/>
                    </a:cubicBezTo>
                    <a:cubicBezTo>
                      <a:pt x="770" y="1558"/>
                      <a:pt x="850" y="1543"/>
                      <a:pt x="931" y="1539"/>
                    </a:cubicBezTo>
                    <a:moveTo>
                      <a:pt x="1002" y="1887"/>
                    </a:moveTo>
                    <a:lnTo>
                      <a:pt x="1002" y="1538"/>
                    </a:lnTo>
                    <a:cubicBezTo>
                      <a:pt x="1093" y="1540"/>
                      <a:pt x="1182" y="1556"/>
                      <a:pt x="1267" y="1584"/>
                    </a:cubicBezTo>
                    <a:cubicBezTo>
                      <a:pt x="1200" y="1758"/>
                      <a:pt x="1106" y="1873"/>
                      <a:pt x="1002" y="1887"/>
                    </a:cubicBezTo>
                    <a:moveTo>
                      <a:pt x="1002" y="1467"/>
                    </a:moveTo>
                    <a:lnTo>
                      <a:pt x="1002" y="1036"/>
                    </a:lnTo>
                    <a:lnTo>
                      <a:pt x="1366" y="1036"/>
                    </a:lnTo>
                    <a:cubicBezTo>
                      <a:pt x="1362" y="1214"/>
                      <a:pt x="1334" y="1380"/>
                      <a:pt x="1290" y="1517"/>
                    </a:cubicBezTo>
                    <a:cubicBezTo>
                      <a:pt x="1198" y="1486"/>
                      <a:pt x="1101" y="1469"/>
                      <a:pt x="1002" y="1467"/>
                    </a:cubicBezTo>
                    <a:moveTo>
                      <a:pt x="1002" y="965"/>
                    </a:moveTo>
                    <a:lnTo>
                      <a:pt x="1002" y="562"/>
                    </a:lnTo>
                    <a:cubicBezTo>
                      <a:pt x="1108" y="559"/>
                      <a:pt x="1211" y="540"/>
                      <a:pt x="1308" y="505"/>
                    </a:cubicBezTo>
                    <a:cubicBezTo>
                      <a:pt x="1344" y="641"/>
                      <a:pt x="1366" y="798"/>
                      <a:pt x="1367" y="965"/>
                    </a:cubicBezTo>
                    <a:lnTo>
                      <a:pt x="1002" y="965"/>
                    </a:lnTo>
                    <a:moveTo>
                      <a:pt x="1562" y="281"/>
                    </a:moveTo>
                    <a:cubicBezTo>
                      <a:pt x="1498" y="333"/>
                      <a:pt x="1429" y="377"/>
                      <a:pt x="1355" y="410"/>
                    </a:cubicBezTo>
                    <a:cubicBezTo>
                      <a:pt x="1310" y="274"/>
                      <a:pt x="1250" y="164"/>
                      <a:pt x="1178" y="92"/>
                    </a:cubicBezTo>
                    <a:cubicBezTo>
                      <a:pt x="1321" y="124"/>
                      <a:pt x="1452" y="190"/>
                      <a:pt x="1562" y="281"/>
                    </a:cubicBezTo>
                    <a:moveTo>
                      <a:pt x="606" y="410"/>
                    </a:moveTo>
                    <a:cubicBezTo>
                      <a:pt x="532" y="377"/>
                      <a:pt x="463" y="334"/>
                      <a:pt x="399" y="281"/>
                    </a:cubicBezTo>
                    <a:cubicBezTo>
                      <a:pt x="509" y="190"/>
                      <a:pt x="640" y="124"/>
                      <a:pt x="783" y="92"/>
                    </a:cubicBezTo>
                    <a:cubicBezTo>
                      <a:pt x="712" y="164"/>
                      <a:pt x="651" y="274"/>
                      <a:pt x="606" y="410"/>
                    </a:cubicBezTo>
                    <a:moveTo>
                      <a:pt x="346" y="329"/>
                    </a:moveTo>
                    <a:cubicBezTo>
                      <a:pt x="419" y="391"/>
                      <a:pt x="499" y="441"/>
                      <a:pt x="585" y="479"/>
                    </a:cubicBezTo>
                    <a:cubicBezTo>
                      <a:pt x="547" y="621"/>
                      <a:pt x="524" y="786"/>
                      <a:pt x="523" y="965"/>
                    </a:cubicBezTo>
                    <a:lnTo>
                      <a:pt x="72" y="965"/>
                    </a:lnTo>
                    <a:cubicBezTo>
                      <a:pt x="76" y="716"/>
                      <a:pt x="180" y="491"/>
                      <a:pt x="346" y="329"/>
                    </a:cubicBezTo>
                    <a:moveTo>
                      <a:pt x="73" y="1036"/>
                    </a:moveTo>
                    <a:lnTo>
                      <a:pt x="524" y="1036"/>
                    </a:lnTo>
                    <a:cubicBezTo>
                      <a:pt x="528" y="1225"/>
                      <a:pt x="557" y="1398"/>
                      <a:pt x="604" y="1542"/>
                    </a:cubicBezTo>
                    <a:cubicBezTo>
                      <a:pt x="526" y="1574"/>
                      <a:pt x="453" y="1616"/>
                      <a:pt x="386" y="1667"/>
                    </a:cubicBezTo>
                    <a:cubicBezTo>
                      <a:pt x="207" y="1512"/>
                      <a:pt x="89" y="1288"/>
                      <a:pt x="73" y="1036"/>
                    </a:cubicBezTo>
                    <a:moveTo>
                      <a:pt x="444" y="1713"/>
                    </a:moveTo>
                    <a:cubicBezTo>
                      <a:pt x="501" y="1671"/>
                      <a:pt x="563" y="1636"/>
                      <a:pt x="627" y="1608"/>
                    </a:cubicBezTo>
                    <a:cubicBezTo>
                      <a:pt x="669" y="1718"/>
                      <a:pt x="722" y="1806"/>
                      <a:pt x="783" y="1867"/>
                    </a:cubicBezTo>
                    <a:cubicBezTo>
                      <a:pt x="659" y="1839"/>
                      <a:pt x="543" y="1786"/>
                      <a:pt x="444" y="1713"/>
                    </a:cubicBezTo>
                    <a:moveTo>
                      <a:pt x="1334" y="1609"/>
                    </a:moveTo>
                    <a:cubicBezTo>
                      <a:pt x="1399" y="1636"/>
                      <a:pt x="1460" y="1671"/>
                      <a:pt x="1517" y="1713"/>
                    </a:cubicBezTo>
                    <a:cubicBezTo>
                      <a:pt x="1418" y="1786"/>
                      <a:pt x="1303" y="1839"/>
                      <a:pt x="1178" y="1867"/>
                    </a:cubicBezTo>
                    <a:cubicBezTo>
                      <a:pt x="1239" y="1806"/>
                      <a:pt x="1292" y="1718"/>
                      <a:pt x="1334" y="1609"/>
                    </a:cubicBezTo>
                    <a:moveTo>
                      <a:pt x="1575" y="1667"/>
                    </a:moveTo>
                    <a:cubicBezTo>
                      <a:pt x="1508" y="1616"/>
                      <a:pt x="1435" y="1574"/>
                      <a:pt x="1358" y="1542"/>
                    </a:cubicBezTo>
                    <a:cubicBezTo>
                      <a:pt x="1404" y="1398"/>
                      <a:pt x="1433" y="1225"/>
                      <a:pt x="1437" y="1036"/>
                    </a:cubicBezTo>
                    <a:lnTo>
                      <a:pt x="1888" y="1036"/>
                    </a:lnTo>
                    <a:cubicBezTo>
                      <a:pt x="1873" y="1288"/>
                      <a:pt x="1754" y="1512"/>
                      <a:pt x="1575" y="1667"/>
                    </a:cubicBezTo>
                    <a:close/>
                  </a:path>
                </a:pathLst>
              </a:custGeom>
              <a:solidFill>
                <a:schemeClr val="lt2"/>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30" name="Google Shape;230;p1"/>
              <p:cNvSpPr/>
              <p:nvPr/>
            </p:nvSpPr>
            <p:spPr>
              <a:xfrm>
                <a:off x="7210201" y="2034677"/>
                <a:ext cx="284780" cy="383124"/>
              </a:xfrm>
              <a:custGeom>
                <a:rect b="b" l="l" r="r" t="t"/>
                <a:pathLst>
                  <a:path extrusionOk="0" h="1196" w="889">
                    <a:moveTo>
                      <a:pt x="889" y="445"/>
                    </a:moveTo>
                    <a:lnTo>
                      <a:pt x="444" y="0"/>
                    </a:lnTo>
                    <a:lnTo>
                      <a:pt x="0" y="445"/>
                    </a:lnTo>
                    <a:lnTo>
                      <a:pt x="164" y="445"/>
                    </a:lnTo>
                    <a:lnTo>
                      <a:pt x="164" y="1196"/>
                    </a:lnTo>
                    <a:lnTo>
                      <a:pt x="724" y="1196"/>
                    </a:lnTo>
                    <a:lnTo>
                      <a:pt x="724" y="445"/>
                    </a:lnTo>
                    <a:lnTo>
                      <a:pt x="889" y="445"/>
                    </a:lnTo>
                    <a:close/>
                  </a:path>
                </a:pathLst>
              </a:custGeom>
              <a:solidFill>
                <a:srgbClr val="0C0C0C"/>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31" name="Google Shape;231;p1"/>
              <p:cNvSpPr/>
              <p:nvPr/>
            </p:nvSpPr>
            <p:spPr>
              <a:xfrm>
                <a:off x="6270292" y="1302704"/>
                <a:ext cx="192523" cy="258833"/>
              </a:xfrm>
              <a:custGeom>
                <a:rect b="b" l="l" r="r" t="t"/>
                <a:pathLst>
                  <a:path extrusionOk="0" h="808" w="601">
                    <a:moveTo>
                      <a:pt x="601" y="300"/>
                    </a:moveTo>
                    <a:lnTo>
                      <a:pt x="301" y="0"/>
                    </a:lnTo>
                    <a:lnTo>
                      <a:pt x="0" y="300"/>
                    </a:lnTo>
                    <a:lnTo>
                      <a:pt x="112" y="300"/>
                    </a:lnTo>
                    <a:lnTo>
                      <a:pt x="112" y="808"/>
                    </a:lnTo>
                    <a:lnTo>
                      <a:pt x="490" y="808"/>
                    </a:lnTo>
                    <a:lnTo>
                      <a:pt x="490" y="300"/>
                    </a:lnTo>
                    <a:lnTo>
                      <a:pt x="601" y="300"/>
                    </a:lnTo>
                    <a:close/>
                  </a:path>
                </a:pathLst>
              </a:custGeom>
              <a:solidFill>
                <a:schemeClr val="dk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32" name="Google Shape;232;p1"/>
              <p:cNvSpPr/>
              <p:nvPr/>
            </p:nvSpPr>
            <p:spPr>
              <a:xfrm>
                <a:off x="6477230" y="1555130"/>
                <a:ext cx="135503" cy="182592"/>
              </a:xfrm>
              <a:custGeom>
                <a:rect b="b" l="l" r="r" t="t"/>
                <a:pathLst>
                  <a:path extrusionOk="0" h="570" w="423">
                    <a:moveTo>
                      <a:pt x="423" y="212"/>
                    </a:moveTo>
                    <a:lnTo>
                      <a:pt x="211" y="0"/>
                    </a:lnTo>
                    <a:lnTo>
                      <a:pt x="0" y="212"/>
                    </a:lnTo>
                    <a:lnTo>
                      <a:pt x="78" y="212"/>
                    </a:lnTo>
                    <a:lnTo>
                      <a:pt x="78" y="570"/>
                    </a:lnTo>
                    <a:lnTo>
                      <a:pt x="345" y="570"/>
                    </a:lnTo>
                    <a:lnTo>
                      <a:pt x="345" y="212"/>
                    </a:lnTo>
                    <a:lnTo>
                      <a:pt x="423" y="212"/>
                    </a:lnTo>
                    <a:close/>
                  </a:path>
                </a:pathLst>
              </a:custGeom>
              <a:solidFill>
                <a:schemeClr val="dk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33" name="Google Shape;233;p1"/>
              <p:cNvSpPr/>
              <p:nvPr/>
            </p:nvSpPr>
            <p:spPr>
              <a:xfrm>
                <a:off x="6424054" y="602127"/>
                <a:ext cx="655731" cy="655731"/>
              </a:xfrm>
              <a:custGeom>
                <a:rect b="b" l="l" r="r" t="t"/>
                <a:pathLst>
                  <a:path extrusionOk="0" h="2047" w="2047">
                    <a:moveTo>
                      <a:pt x="2047" y="1024"/>
                    </a:moveTo>
                    <a:cubicBezTo>
                      <a:pt x="2047" y="1203"/>
                      <a:pt x="2000" y="1379"/>
                      <a:pt x="1910" y="1535"/>
                    </a:cubicBezTo>
                    <a:cubicBezTo>
                      <a:pt x="1820" y="1690"/>
                      <a:pt x="1690" y="1820"/>
                      <a:pt x="1535" y="1910"/>
                    </a:cubicBezTo>
                    <a:cubicBezTo>
                      <a:pt x="1379" y="2000"/>
                      <a:pt x="1203" y="2047"/>
                      <a:pt x="1024" y="2047"/>
                    </a:cubicBezTo>
                    <a:cubicBezTo>
                      <a:pt x="844" y="2047"/>
                      <a:pt x="668" y="2000"/>
                      <a:pt x="512" y="1910"/>
                    </a:cubicBezTo>
                    <a:cubicBezTo>
                      <a:pt x="356" y="1820"/>
                      <a:pt x="226" y="1690"/>
                      <a:pt x="137" y="1535"/>
                    </a:cubicBezTo>
                    <a:cubicBezTo>
                      <a:pt x="47" y="1379"/>
                      <a:pt x="0" y="1203"/>
                      <a:pt x="0" y="1024"/>
                    </a:cubicBezTo>
                    <a:cubicBezTo>
                      <a:pt x="0" y="844"/>
                      <a:pt x="48" y="668"/>
                      <a:pt x="137" y="512"/>
                    </a:cubicBezTo>
                    <a:cubicBezTo>
                      <a:pt x="227" y="356"/>
                      <a:pt x="356" y="226"/>
                      <a:pt x="512" y="137"/>
                    </a:cubicBezTo>
                    <a:cubicBezTo>
                      <a:pt x="668" y="47"/>
                      <a:pt x="844" y="0"/>
                      <a:pt x="1024" y="0"/>
                    </a:cubicBezTo>
                    <a:cubicBezTo>
                      <a:pt x="1203" y="0"/>
                      <a:pt x="1379" y="47"/>
                      <a:pt x="1535" y="137"/>
                    </a:cubicBezTo>
                    <a:cubicBezTo>
                      <a:pt x="1690" y="226"/>
                      <a:pt x="1820" y="356"/>
                      <a:pt x="1910" y="512"/>
                    </a:cubicBezTo>
                    <a:cubicBezTo>
                      <a:pt x="2000" y="668"/>
                      <a:pt x="2047" y="844"/>
                      <a:pt x="2047" y="1024"/>
                    </a:cubicBezTo>
                    <a:close/>
                  </a:path>
                </a:pathLst>
              </a:custGeom>
              <a:solidFill>
                <a:schemeClr val="accent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34" name="Google Shape;234;p1"/>
              <p:cNvSpPr/>
              <p:nvPr/>
            </p:nvSpPr>
            <p:spPr>
              <a:xfrm>
                <a:off x="6752079" y="930152"/>
                <a:ext cx="327705" cy="318095"/>
              </a:xfrm>
              <a:custGeom>
                <a:rect b="b" l="l" r="r" t="t"/>
                <a:pathLst>
                  <a:path extrusionOk="0" h="993" w="1023">
                    <a:moveTo>
                      <a:pt x="0" y="0"/>
                    </a:moveTo>
                    <a:lnTo>
                      <a:pt x="1023" y="0"/>
                    </a:lnTo>
                    <a:cubicBezTo>
                      <a:pt x="1023" y="228"/>
                      <a:pt x="946" y="451"/>
                      <a:pt x="805" y="631"/>
                    </a:cubicBezTo>
                    <a:cubicBezTo>
                      <a:pt x="664" y="811"/>
                      <a:pt x="467" y="938"/>
                      <a:pt x="245" y="993"/>
                    </a:cubicBezTo>
                    <a:lnTo>
                      <a:pt x="0" y="0"/>
                    </a:lnTo>
                    <a:close/>
                  </a:path>
                </a:pathLst>
              </a:custGeom>
              <a:solidFill>
                <a:schemeClr val="accent4"/>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grpSp>
          <p:nvGrpSpPr>
            <p:cNvPr id="235" name="Google Shape;235;p1"/>
            <p:cNvGrpSpPr/>
            <p:nvPr/>
          </p:nvGrpSpPr>
          <p:grpSpPr>
            <a:xfrm>
              <a:off x="591012" y="2447110"/>
              <a:ext cx="802893" cy="1193184"/>
              <a:chOff x="5563690" y="3218280"/>
              <a:chExt cx="919800" cy="1366920"/>
            </a:xfrm>
          </p:grpSpPr>
          <p:sp>
            <p:nvSpPr>
              <p:cNvPr id="236" name="Google Shape;236;p1"/>
              <p:cNvSpPr/>
              <p:nvPr/>
            </p:nvSpPr>
            <p:spPr>
              <a:xfrm>
                <a:off x="5766370" y="3218280"/>
                <a:ext cx="320040" cy="754920"/>
              </a:xfrm>
              <a:custGeom>
                <a:rect b="b" l="l" r="r" t="t"/>
                <a:pathLst>
                  <a:path extrusionOk="0" h="2097" w="889">
                    <a:moveTo>
                      <a:pt x="889" y="444"/>
                    </a:moveTo>
                    <a:lnTo>
                      <a:pt x="444" y="0"/>
                    </a:lnTo>
                    <a:lnTo>
                      <a:pt x="0" y="444"/>
                    </a:lnTo>
                    <a:lnTo>
                      <a:pt x="164" y="444"/>
                    </a:lnTo>
                    <a:lnTo>
                      <a:pt x="164" y="2097"/>
                    </a:lnTo>
                    <a:lnTo>
                      <a:pt x="724" y="2097"/>
                    </a:lnTo>
                    <a:lnTo>
                      <a:pt x="724" y="444"/>
                    </a:lnTo>
                    <a:lnTo>
                      <a:pt x="889" y="444"/>
                    </a:lnTo>
                    <a:close/>
                  </a:path>
                </a:pathLst>
              </a:custGeom>
              <a:solidFill>
                <a:schemeClr val="accent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37" name="Google Shape;237;p1"/>
              <p:cNvSpPr/>
              <p:nvPr/>
            </p:nvSpPr>
            <p:spPr>
              <a:xfrm>
                <a:off x="5563690" y="4078320"/>
                <a:ext cx="919800" cy="86040"/>
              </a:xfrm>
              <a:custGeom>
                <a:rect b="b" l="l" r="r" t="t"/>
                <a:pathLst>
                  <a:path extrusionOk="0" h="239" w="2555">
                    <a:moveTo>
                      <a:pt x="0" y="0"/>
                    </a:moveTo>
                    <a:lnTo>
                      <a:pt x="2555" y="0"/>
                    </a:lnTo>
                    <a:lnTo>
                      <a:pt x="2555" y="239"/>
                    </a:lnTo>
                    <a:lnTo>
                      <a:pt x="0" y="239"/>
                    </a:lnTo>
                    <a:lnTo>
                      <a:pt x="0" y="0"/>
                    </a:lnTo>
                    <a:close/>
                  </a:path>
                </a:pathLst>
              </a:custGeom>
              <a:solidFill>
                <a:schemeClr val="dk1"/>
              </a:solidFill>
              <a:ln>
                <a:noFill/>
              </a:ln>
            </p:spPr>
            <p:txBody>
              <a:bodyPr anchorCtr="1" anchor="ctr" bIns="54700" lIns="120000" spcFirstLastPara="1" rIns="120000" wrap="square" tIns="54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38" name="Google Shape;238;p1"/>
              <p:cNvSpPr/>
              <p:nvPr/>
            </p:nvSpPr>
            <p:spPr>
              <a:xfrm>
                <a:off x="5563690" y="4218720"/>
                <a:ext cx="919800" cy="85680"/>
              </a:xfrm>
              <a:custGeom>
                <a:rect b="b" l="l" r="r" t="t"/>
                <a:pathLst>
                  <a:path extrusionOk="0" h="238" w="2555">
                    <a:moveTo>
                      <a:pt x="0" y="0"/>
                    </a:moveTo>
                    <a:lnTo>
                      <a:pt x="2555" y="0"/>
                    </a:lnTo>
                    <a:lnTo>
                      <a:pt x="2555" y="238"/>
                    </a:lnTo>
                    <a:lnTo>
                      <a:pt x="0" y="238"/>
                    </a:lnTo>
                    <a:lnTo>
                      <a:pt x="0" y="0"/>
                    </a:lnTo>
                    <a:close/>
                  </a:path>
                </a:pathLst>
              </a:custGeom>
              <a:solidFill>
                <a:srgbClr val="0C0C0C"/>
              </a:solidFill>
              <a:ln>
                <a:noFill/>
              </a:ln>
            </p:spPr>
            <p:txBody>
              <a:bodyPr anchorCtr="1" anchor="ctr" bIns="54225" lIns="120000" spcFirstLastPara="1" rIns="120000" wrap="square" tIns="54225">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39" name="Google Shape;239;p1"/>
              <p:cNvSpPr/>
              <p:nvPr/>
            </p:nvSpPr>
            <p:spPr>
              <a:xfrm>
                <a:off x="5563690" y="4359120"/>
                <a:ext cx="919800" cy="85680"/>
              </a:xfrm>
              <a:custGeom>
                <a:rect b="b" l="l" r="r" t="t"/>
                <a:pathLst>
                  <a:path extrusionOk="0" h="238" w="2555">
                    <a:moveTo>
                      <a:pt x="0" y="0"/>
                    </a:moveTo>
                    <a:lnTo>
                      <a:pt x="2555" y="0"/>
                    </a:lnTo>
                    <a:lnTo>
                      <a:pt x="2555" y="238"/>
                    </a:lnTo>
                    <a:lnTo>
                      <a:pt x="0" y="238"/>
                    </a:lnTo>
                    <a:lnTo>
                      <a:pt x="0" y="0"/>
                    </a:lnTo>
                    <a:close/>
                  </a:path>
                </a:pathLst>
              </a:custGeom>
              <a:solidFill>
                <a:srgbClr val="0C0C0C"/>
              </a:solidFill>
              <a:ln>
                <a:noFill/>
              </a:ln>
            </p:spPr>
            <p:txBody>
              <a:bodyPr anchorCtr="1" anchor="ctr" bIns="54225" lIns="120000" spcFirstLastPara="1" rIns="120000" wrap="square" tIns="54225">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40" name="Google Shape;240;p1"/>
              <p:cNvSpPr/>
              <p:nvPr/>
            </p:nvSpPr>
            <p:spPr>
              <a:xfrm>
                <a:off x="5563690" y="4499520"/>
                <a:ext cx="467640" cy="85680"/>
              </a:xfrm>
              <a:custGeom>
                <a:rect b="b" l="l" r="r" t="t"/>
                <a:pathLst>
                  <a:path extrusionOk="0" h="238" w="1299">
                    <a:moveTo>
                      <a:pt x="0" y="0"/>
                    </a:moveTo>
                    <a:lnTo>
                      <a:pt x="1299" y="0"/>
                    </a:lnTo>
                    <a:lnTo>
                      <a:pt x="1299" y="238"/>
                    </a:lnTo>
                    <a:lnTo>
                      <a:pt x="0" y="238"/>
                    </a:lnTo>
                    <a:lnTo>
                      <a:pt x="0" y="0"/>
                    </a:lnTo>
                    <a:close/>
                  </a:path>
                </a:pathLst>
              </a:custGeom>
              <a:solidFill>
                <a:schemeClr val="dk1"/>
              </a:solidFill>
              <a:ln>
                <a:noFill/>
              </a:ln>
            </p:spPr>
            <p:txBody>
              <a:bodyPr anchorCtr="1" anchor="ctr" bIns="54225" lIns="120000" spcFirstLastPara="1" rIns="120000" wrap="square" tIns="54225">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241" name="Google Shape;241;p1"/>
            <p:cNvSpPr/>
            <p:nvPr/>
          </p:nvSpPr>
          <p:spPr>
            <a:xfrm flipH="1">
              <a:off x="1101733" y="4546510"/>
              <a:ext cx="1842574" cy="77904"/>
            </a:xfrm>
            <a:custGeom>
              <a:rect b="b" l="l" r="r" t="t"/>
              <a:pathLst>
                <a:path extrusionOk="0" h="227" w="5369">
                  <a:moveTo>
                    <a:pt x="5369" y="114"/>
                  </a:moveTo>
                  <a:cubicBezTo>
                    <a:pt x="5369" y="134"/>
                    <a:pt x="5245" y="154"/>
                    <a:pt x="5010" y="171"/>
                  </a:cubicBezTo>
                  <a:cubicBezTo>
                    <a:pt x="4774" y="189"/>
                    <a:pt x="4435" y="202"/>
                    <a:pt x="4027" y="212"/>
                  </a:cubicBezTo>
                  <a:cubicBezTo>
                    <a:pt x="3619" y="222"/>
                    <a:pt x="3155" y="227"/>
                    <a:pt x="2684" y="227"/>
                  </a:cubicBezTo>
                  <a:cubicBezTo>
                    <a:pt x="2212" y="227"/>
                    <a:pt x="1750" y="222"/>
                    <a:pt x="1342" y="212"/>
                  </a:cubicBezTo>
                  <a:cubicBezTo>
                    <a:pt x="934" y="202"/>
                    <a:pt x="594" y="189"/>
                    <a:pt x="359" y="171"/>
                  </a:cubicBezTo>
                  <a:cubicBezTo>
                    <a:pt x="123" y="154"/>
                    <a:pt x="0" y="134"/>
                    <a:pt x="0" y="114"/>
                  </a:cubicBezTo>
                  <a:cubicBezTo>
                    <a:pt x="0" y="94"/>
                    <a:pt x="124" y="74"/>
                    <a:pt x="359" y="57"/>
                  </a:cubicBezTo>
                  <a:cubicBezTo>
                    <a:pt x="595" y="40"/>
                    <a:pt x="934" y="25"/>
                    <a:pt x="1342" y="15"/>
                  </a:cubicBezTo>
                  <a:cubicBezTo>
                    <a:pt x="1750" y="5"/>
                    <a:pt x="2213" y="0"/>
                    <a:pt x="2684" y="0"/>
                  </a:cubicBezTo>
                  <a:cubicBezTo>
                    <a:pt x="3156" y="0"/>
                    <a:pt x="3619" y="5"/>
                    <a:pt x="4027" y="15"/>
                  </a:cubicBezTo>
                  <a:cubicBezTo>
                    <a:pt x="4435" y="25"/>
                    <a:pt x="4774" y="40"/>
                    <a:pt x="5010" y="57"/>
                  </a:cubicBezTo>
                  <a:cubicBezTo>
                    <a:pt x="5245" y="74"/>
                    <a:pt x="5369" y="94"/>
                    <a:pt x="5369" y="114"/>
                  </a:cubicBezTo>
                  <a:close/>
                </a:path>
              </a:pathLst>
            </a:custGeom>
            <a:solidFill>
              <a:srgbClr val="61795F">
                <a:alpha val="27059"/>
              </a:srgbClr>
            </a:solidFill>
            <a:ln>
              <a:noFill/>
            </a:ln>
          </p:spPr>
          <p:txBody>
            <a:bodyPr anchorCtr="1" anchor="ctr" bIns="48925" lIns="120000" spcFirstLastPara="1" rIns="120000" wrap="square" tIns="48925">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42" name="Google Shape;242;p1"/>
            <p:cNvSpPr/>
            <p:nvPr/>
          </p:nvSpPr>
          <p:spPr>
            <a:xfrm flipH="1">
              <a:off x="1101390" y="2725554"/>
              <a:ext cx="1850810" cy="1850467"/>
            </a:xfrm>
            <a:custGeom>
              <a:rect b="b" l="l" r="r" t="t"/>
              <a:pathLst>
                <a:path extrusionOk="0" h="5392" w="5393">
                  <a:moveTo>
                    <a:pt x="4603" y="789"/>
                  </a:moveTo>
                  <a:cubicBezTo>
                    <a:pt x="4938" y="1124"/>
                    <a:pt x="5178" y="1541"/>
                    <a:pt x="5301" y="1998"/>
                  </a:cubicBezTo>
                  <a:cubicBezTo>
                    <a:pt x="5423" y="2455"/>
                    <a:pt x="5423" y="2936"/>
                    <a:pt x="5301" y="3393"/>
                  </a:cubicBezTo>
                  <a:cubicBezTo>
                    <a:pt x="5178" y="3850"/>
                    <a:pt x="4938" y="4267"/>
                    <a:pt x="4603" y="4602"/>
                  </a:cubicBezTo>
                  <a:cubicBezTo>
                    <a:pt x="4268" y="4937"/>
                    <a:pt x="3851" y="5178"/>
                    <a:pt x="3394" y="5300"/>
                  </a:cubicBezTo>
                  <a:cubicBezTo>
                    <a:pt x="2937" y="5423"/>
                    <a:pt x="2456" y="5423"/>
                    <a:pt x="1999" y="5300"/>
                  </a:cubicBezTo>
                  <a:cubicBezTo>
                    <a:pt x="1541" y="5178"/>
                    <a:pt x="1125" y="4937"/>
                    <a:pt x="790" y="4602"/>
                  </a:cubicBezTo>
                  <a:cubicBezTo>
                    <a:pt x="455" y="4267"/>
                    <a:pt x="215" y="3850"/>
                    <a:pt x="92" y="3393"/>
                  </a:cubicBezTo>
                  <a:cubicBezTo>
                    <a:pt x="-30" y="2936"/>
                    <a:pt x="-30" y="2455"/>
                    <a:pt x="92" y="1998"/>
                  </a:cubicBezTo>
                  <a:cubicBezTo>
                    <a:pt x="215" y="1541"/>
                    <a:pt x="455" y="1124"/>
                    <a:pt x="790" y="789"/>
                  </a:cubicBezTo>
                  <a:cubicBezTo>
                    <a:pt x="1125" y="454"/>
                    <a:pt x="1541" y="214"/>
                    <a:pt x="1999" y="91"/>
                  </a:cubicBezTo>
                  <a:cubicBezTo>
                    <a:pt x="2456" y="-31"/>
                    <a:pt x="2937" y="-31"/>
                    <a:pt x="3394" y="91"/>
                  </a:cubicBezTo>
                  <a:cubicBezTo>
                    <a:pt x="3851" y="214"/>
                    <a:pt x="4268" y="454"/>
                    <a:pt x="4603" y="789"/>
                  </a:cubicBezTo>
                  <a:close/>
                </a:path>
              </a:pathLst>
            </a:custGeom>
            <a:solidFill>
              <a:schemeClr val="accent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43" name="Google Shape;243;p1"/>
            <p:cNvSpPr/>
            <p:nvPr/>
          </p:nvSpPr>
          <p:spPr>
            <a:xfrm flipH="1">
              <a:off x="1197139" y="2821304"/>
              <a:ext cx="1659655" cy="1658968"/>
            </a:xfrm>
            <a:custGeom>
              <a:rect b="b" l="l" r="r" t="t"/>
              <a:pathLst>
                <a:path extrusionOk="0" h="4834" w="4836">
                  <a:moveTo>
                    <a:pt x="4128" y="707"/>
                  </a:moveTo>
                  <a:cubicBezTo>
                    <a:pt x="4428" y="1007"/>
                    <a:pt x="4644" y="1381"/>
                    <a:pt x="4754" y="1791"/>
                  </a:cubicBezTo>
                  <a:cubicBezTo>
                    <a:pt x="4864" y="2201"/>
                    <a:pt x="4864" y="2632"/>
                    <a:pt x="4754" y="3042"/>
                  </a:cubicBezTo>
                  <a:cubicBezTo>
                    <a:pt x="4644" y="3452"/>
                    <a:pt x="4428" y="3826"/>
                    <a:pt x="4128" y="4126"/>
                  </a:cubicBezTo>
                  <a:cubicBezTo>
                    <a:pt x="3828" y="4426"/>
                    <a:pt x="3454" y="4643"/>
                    <a:pt x="3044" y="4752"/>
                  </a:cubicBezTo>
                  <a:cubicBezTo>
                    <a:pt x="2634" y="4862"/>
                    <a:pt x="2203" y="4862"/>
                    <a:pt x="1793" y="4752"/>
                  </a:cubicBezTo>
                  <a:cubicBezTo>
                    <a:pt x="1383" y="4643"/>
                    <a:pt x="1009" y="4426"/>
                    <a:pt x="709" y="4126"/>
                  </a:cubicBezTo>
                  <a:cubicBezTo>
                    <a:pt x="409" y="3826"/>
                    <a:pt x="193" y="3452"/>
                    <a:pt x="83" y="3042"/>
                  </a:cubicBezTo>
                  <a:cubicBezTo>
                    <a:pt x="-27" y="2632"/>
                    <a:pt x="-27" y="2201"/>
                    <a:pt x="83" y="1791"/>
                  </a:cubicBezTo>
                  <a:cubicBezTo>
                    <a:pt x="193" y="1381"/>
                    <a:pt x="409" y="1007"/>
                    <a:pt x="709" y="707"/>
                  </a:cubicBezTo>
                  <a:cubicBezTo>
                    <a:pt x="1009" y="407"/>
                    <a:pt x="1383" y="191"/>
                    <a:pt x="1793" y="81"/>
                  </a:cubicBezTo>
                  <a:cubicBezTo>
                    <a:pt x="2203" y="-28"/>
                    <a:pt x="2634" y="-28"/>
                    <a:pt x="3044" y="81"/>
                  </a:cubicBezTo>
                  <a:cubicBezTo>
                    <a:pt x="3454" y="191"/>
                    <a:pt x="3828" y="407"/>
                    <a:pt x="4128" y="707"/>
                  </a:cubicBezTo>
                  <a:close/>
                </a:path>
              </a:pathLst>
            </a:custGeom>
            <a:solidFill>
              <a:schemeClr val="lt2"/>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44" name="Google Shape;244;p1"/>
            <p:cNvSpPr/>
            <p:nvPr/>
          </p:nvSpPr>
          <p:spPr>
            <a:xfrm flipH="1">
              <a:off x="2148111" y="4119584"/>
              <a:ext cx="72413" cy="28141"/>
            </a:xfrm>
            <a:custGeom>
              <a:rect b="b" l="l" r="r" t="t"/>
              <a:pathLst>
                <a:path extrusionOk="0" h="82" w="211">
                  <a:moveTo>
                    <a:pt x="206" y="82"/>
                  </a:moveTo>
                  <a:lnTo>
                    <a:pt x="0" y="15"/>
                  </a:lnTo>
                  <a:lnTo>
                    <a:pt x="5" y="0"/>
                  </a:lnTo>
                  <a:lnTo>
                    <a:pt x="211" y="66"/>
                  </a:lnTo>
                  <a:lnTo>
                    <a:pt x="206" y="82"/>
                  </a:lnTo>
                  <a:close/>
                </a:path>
              </a:pathLst>
            </a:custGeom>
            <a:solidFill>
              <a:srgbClr val="FDD568"/>
            </a:solidFill>
            <a:ln>
              <a:noFill/>
            </a:ln>
          </p:spPr>
          <p:txBody>
            <a:bodyPr anchorCtr="1" anchor="ctr" bIns="0" lIns="120000" spcFirstLastPara="1" rIns="120000" wrap="square" tIns="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45" name="Google Shape;245;p1"/>
            <p:cNvSpPr/>
            <p:nvPr/>
          </p:nvSpPr>
          <p:spPr>
            <a:xfrm flipH="1">
              <a:off x="2146052" y="4113064"/>
              <a:ext cx="74472" cy="34662"/>
            </a:xfrm>
            <a:custGeom>
              <a:rect b="b" l="l" r="r" t="t"/>
              <a:pathLst>
                <a:path extrusionOk="0" h="101" w="217">
                  <a:moveTo>
                    <a:pt x="206" y="101"/>
                  </a:moveTo>
                  <a:lnTo>
                    <a:pt x="0" y="34"/>
                  </a:lnTo>
                  <a:lnTo>
                    <a:pt x="11" y="0"/>
                  </a:lnTo>
                  <a:lnTo>
                    <a:pt x="217" y="67"/>
                  </a:lnTo>
                  <a:lnTo>
                    <a:pt x="206" y="101"/>
                  </a:lnTo>
                  <a:close/>
                </a:path>
              </a:pathLst>
            </a:custGeom>
            <a:solidFill>
              <a:srgbClr val="FDD467"/>
            </a:solidFill>
            <a:ln>
              <a:noFill/>
            </a:ln>
          </p:spPr>
          <p:txBody>
            <a:bodyPr anchorCtr="1" anchor="ctr" bIns="0" lIns="120000" spcFirstLastPara="1" rIns="120000" wrap="square" tIns="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46" name="Google Shape;246;p1"/>
            <p:cNvSpPr/>
            <p:nvPr/>
          </p:nvSpPr>
          <p:spPr>
            <a:xfrm flipH="1">
              <a:off x="2143993" y="4106886"/>
              <a:ext cx="76188" cy="39467"/>
            </a:xfrm>
            <a:custGeom>
              <a:rect b="b" l="l" r="r" t="t"/>
              <a:pathLst>
                <a:path extrusionOk="0" h="115" w="222">
                  <a:moveTo>
                    <a:pt x="206" y="115"/>
                  </a:moveTo>
                  <a:lnTo>
                    <a:pt x="0" y="49"/>
                  </a:lnTo>
                  <a:lnTo>
                    <a:pt x="16" y="0"/>
                  </a:lnTo>
                  <a:lnTo>
                    <a:pt x="222" y="66"/>
                  </a:lnTo>
                  <a:lnTo>
                    <a:pt x="206" y="115"/>
                  </a:lnTo>
                  <a:close/>
                </a:path>
              </a:pathLst>
            </a:custGeom>
            <a:solidFill>
              <a:srgbClr val="FDD366"/>
            </a:solidFill>
            <a:ln>
              <a:noFill/>
            </a:ln>
          </p:spPr>
          <p:txBody>
            <a:bodyPr anchorCtr="1" anchor="ctr" bIns="0" lIns="120000" spcFirstLastPara="1" rIns="120000" wrap="square" tIns="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47" name="Google Shape;247;p1"/>
            <p:cNvSpPr/>
            <p:nvPr/>
          </p:nvSpPr>
          <p:spPr>
            <a:xfrm flipH="1">
              <a:off x="2141934" y="4100366"/>
              <a:ext cx="76188" cy="39810"/>
            </a:xfrm>
            <a:custGeom>
              <a:rect b="b" l="l" r="r" t="t"/>
              <a:pathLst>
                <a:path extrusionOk="0" h="116" w="222">
                  <a:moveTo>
                    <a:pt x="206" y="116"/>
                  </a:moveTo>
                  <a:lnTo>
                    <a:pt x="0" y="49"/>
                  </a:lnTo>
                  <a:lnTo>
                    <a:pt x="16" y="0"/>
                  </a:lnTo>
                  <a:lnTo>
                    <a:pt x="222" y="66"/>
                  </a:lnTo>
                  <a:lnTo>
                    <a:pt x="206" y="116"/>
                  </a:lnTo>
                  <a:close/>
                </a:path>
              </a:pathLst>
            </a:custGeom>
            <a:solidFill>
              <a:srgbClr val="FDD366"/>
            </a:solidFill>
            <a:ln>
              <a:noFill/>
            </a:ln>
          </p:spPr>
          <p:txBody>
            <a:bodyPr anchorCtr="1" anchor="ctr" bIns="0" lIns="120000" spcFirstLastPara="1" rIns="120000" wrap="square" tIns="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48" name="Google Shape;248;p1"/>
            <p:cNvSpPr/>
            <p:nvPr/>
          </p:nvSpPr>
          <p:spPr>
            <a:xfrm flipH="1">
              <a:off x="2139874" y="4094188"/>
              <a:ext cx="76188" cy="39467"/>
            </a:xfrm>
            <a:custGeom>
              <a:rect b="b" l="l" r="r" t="t"/>
              <a:pathLst>
                <a:path extrusionOk="0" h="115" w="222">
                  <a:moveTo>
                    <a:pt x="206" y="115"/>
                  </a:moveTo>
                  <a:lnTo>
                    <a:pt x="0" y="49"/>
                  </a:lnTo>
                  <a:lnTo>
                    <a:pt x="15" y="0"/>
                  </a:lnTo>
                  <a:lnTo>
                    <a:pt x="222" y="66"/>
                  </a:lnTo>
                  <a:lnTo>
                    <a:pt x="206" y="115"/>
                  </a:lnTo>
                  <a:close/>
                </a:path>
              </a:pathLst>
            </a:custGeom>
            <a:solidFill>
              <a:srgbClr val="FDD265"/>
            </a:solidFill>
            <a:ln>
              <a:noFill/>
            </a:ln>
          </p:spPr>
          <p:txBody>
            <a:bodyPr anchorCtr="1" anchor="ctr" bIns="0" lIns="120000" spcFirstLastPara="1" rIns="120000" wrap="square" tIns="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49" name="Google Shape;249;p1"/>
            <p:cNvSpPr/>
            <p:nvPr/>
          </p:nvSpPr>
          <p:spPr>
            <a:xfrm flipH="1">
              <a:off x="2137815" y="4087668"/>
              <a:ext cx="76188" cy="39810"/>
            </a:xfrm>
            <a:custGeom>
              <a:rect b="b" l="l" r="r" t="t"/>
              <a:pathLst>
                <a:path extrusionOk="0" h="116" w="222">
                  <a:moveTo>
                    <a:pt x="206" y="116"/>
                  </a:moveTo>
                  <a:lnTo>
                    <a:pt x="0" y="49"/>
                  </a:lnTo>
                  <a:lnTo>
                    <a:pt x="16" y="0"/>
                  </a:lnTo>
                  <a:lnTo>
                    <a:pt x="222" y="66"/>
                  </a:lnTo>
                  <a:lnTo>
                    <a:pt x="206" y="116"/>
                  </a:lnTo>
                  <a:close/>
                </a:path>
              </a:pathLst>
            </a:custGeom>
            <a:solidFill>
              <a:srgbClr val="FDD164"/>
            </a:solidFill>
            <a:ln>
              <a:noFill/>
            </a:ln>
          </p:spPr>
          <p:txBody>
            <a:bodyPr anchorCtr="1" anchor="ctr" bIns="0" lIns="120000" spcFirstLastPara="1" rIns="120000" wrap="square" tIns="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50" name="Google Shape;250;p1"/>
            <p:cNvSpPr/>
            <p:nvPr/>
          </p:nvSpPr>
          <p:spPr>
            <a:xfrm flipH="1">
              <a:off x="2135756" y="4081490"/>
              <a:ext cx="76188" cy="39467"/>
            </a:xfrm>
            <a:custGeom>
              <a:rect b="b" l="l" r="r" t="t"/>
              <a:pathLst>
                <a:path extrusionOk="0" h="115" w="222">
                  <a:moveTo>
                    <a:pt x="206" y="115"/>
                  </a:moveTo>
                  <a:lnTo>
                    <a:pt x="0" y="49"/>
                  </a:lnTo>
                  <a:lnTo>
                    <a:pt x="15" y="0"/>
                  </a:lnTo>
                  <a:lnTo>
                    <a:pt x="222" y="66"/>
                  </a:lnTo>
                  <a:lnTo>
                    <a:pt x="206" y="115"/>
                  </a:lnTo>
                  <a:close/>
                </a:path>
              </a:pathLst>
            </a:custGeom>
            <a:solidFill>
              <a:srgbClr val="FDD163"/>
            </a:solidFill>
            <a:ln>
              <a:noFill/>
            </a:ln>
          </p:spPr>
          <p:txBody>
            <a:bodyPr anchorCtr="1" anchor="ctr" bIns="0" lIns="120000" spcFirstLastPara="1" rIns="120000" wrap="square" tIns="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51" name="Google Shape;251;p1"/>
            <p:cNvSpPr/>
            <p:nvPr/>
          </p:nvSpPr>
          <p:spPr>
            <a:xfrm flipH="1">
              <a:off x="2133697" y="4074970"/>
              <a:ext cx="76188" cy="39810"/>
            </a:xfrm>
            <a:custGeom>
              <a:rect b="b" l="l" r="r" t="t"/>
              <a:pathLst>
                <a:path extrusionOk="0" h="116" w="222">
                  <a:moveTo>
                    <a:pt x="206" y="116"/>
                  </a:moveTo>
                  <a:lnTo>
                    <a:pt x="0" y="49"/>
                  </a:lnTo>
                  <a:lnTo>
                    <a:pt x="15" y="0"/>
                  </a:lnTo>
                  <a:lnTo>
                    <a:pt x="222" y="66"/>
                  </a:lnTo>
                  <a:lnTo>
                    <a:pt x="206" y="116"/>
                  </a:lnTo>
                  <a:close/>
                </a:path>
              </a:pathLst>
            </a:custGeom>
            <a:solidFill>
              <a:srgbClr val="FDD062"/>
            </a:solidFill>
            <a:ln>
              <a:noFill/>
            </a:ln>
          </p:spPr>
          <p:txBody>
            <a:bodyPr anchorCtr="1" anchor="ctr" bIns="0" lIns="120000" spcFirstLastPara="1" rIns="120000" wrap="square" tIns="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52" name="Google Shape;252;p1"/>
            <p:cNvSpPr/>
            <p:nvPr/>
          </p:nvSpPr>
          <p:spPr>
            <a:xfrm flipH="1">
              <a:off x="2131638" y="4068449"/>
              <a:ext cx="76188" cy="39810"/>
            </a:xfrm>
            <a:custGeom>
              <a:rect b="b" l="l" r="r" t="t"/>
              <a:pathLst>
                <a:path extrusionOk="0" h="116" w="222">
                  <a:moveTo>
                    <a:pt x="206" y="116"/>
                  </a:moveTo>
                  <a:lnTo>
                    <a:pt x="0" y="50"/>
                  </a:lnTo>
                  <a:lnTo>
                    <a:pt x="15" y="0"/>
                  </a:lnTo>
                  <a:lnTo>
                    <a:pt x="222" y="67"/>
                  </a:lnTo>
                  <a:lnTo>
                    <a:pt x="206" y="116"/>
                  </a:lnTo>
                  <a:close/>
                </a:path>
              </a:pathLst>
            </a:custGeom>
            <a:solidFill>
              <a:srgbClr val="FDCF62"/>
            </a:solidFill>
            <a:ln>
              <a:noFill/>
            </a:ln>
          </p:spPr>
          <p:txBody>
            <a:bodyPr anchorCtr="1" anchor="ctr" bIns="0" lIns="120000" spcFirstLastPara="1" rIns="120000" wrap="square" tIns="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53" name="Google Shape;253;p1"/>
            <p:cNvSpPr/>
            <p:nvPr/>
          </p:nvSpPr>
          <p:spPr>
            <a:xfrm flipH="1">
              <a:off x="2129579" y="4062272"/>
              <a:ext cx="76188" cy="39467"/>
            </a:xfrm>
            <a:custGeom>
              <a:rect b="b" l="l" r="r" t="t"/>
              <a:pathLst>
                <a:path extrusionOk="0" h="115" w="222">
                  <a:moveTo>
                    <a:pt x="206" y="115"/>
                  </a:moveTo>
                  <a:lnTo>
                    <a:pt x="0" y="49"/>
                  </a:lnTo>
                  <a:lnTo>
                    <a:pt x="15" y="0"/>
                  </a:lnTo>
                  <a:lnTo>
                    <a:pt x="222" y="66"/>
                  </a:lnTo>
                  <a:lnTo>
                    <a:pt x="206" y="115"/>
                  </a:lnTo>
                  <a:close/>
                </a:path>
              </a:pathLst>
            </a:custGeom>
            <a:solidFill>
              <a:srgbClr val="FDCF61"/>
            </a:solidFill>
            <a:ln>
              <a:noFill/>
            </a:ln>
          </p:spPr>
          <p:txBody>
            <a:bodyPr anchorCtr="1" anchor="ctr" bIns="0" lIns="120000" spcFirstLastPara="1" rIns="120000" wrap="square" tIns="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54" name="Google Shape;254;p1"/>
            <p:cNvSpPr/>
            <p:nvPr/>
          </p:nvSpPr>
          <p:spPr>
            <a:xfrm flipH="1">
              <a:off x="2127520" y="4055751"/>
              <a:ext cx="76531" cy="39810"/>
            </a:xfrm>
            <a:custGeom>
              <a:rect b="b" l="l" r="r" t="t"/>
              <a:pathLst>
                <a:path extrusionOk="0" h="116" w="223">
                  <a:moveTo>
                    <a:pt x="207" y="116"/>
                  </a:moveTo>
                  <a:lnTo>
                    <a:pt x="0" y="50"/>
                  </a:lnTo>
                  <a:lnTo>
                    <a:pt x="16" y="0"/>
                  </a:lnTo>
                  <a:lnTo>
                    <a:pt x="223" y="67"/>
                  </a:lnTo>
                  <a:lnTo>
                    <a:pt x="207" y="116"/>
                  </a:lnTo>
                  <a:close/>
                </a:path>
              </a:pathLst>
            </a:custGeom>
            <a:solidFill>
              <a:srgbClr val="FDCE60"/>
            </a:solidFill>
            <a:ln>
              <a:noFill/>
            </a:ln>
          </p:spPr>
          <p:txBody>
            <a:bodyPr anchorCtr="1" anchor="ctr" bIns="0" lIns="120000" spcFirstLastPara="1" rIns="120000" wrap="square" tIns="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55" name="Google Shape;255;p1"/>
            <p:cNvSpPr/>
            <p:nvPr/>
          </p:nvSpPr>
          <p:spPr>
            <a:xfrm flipH="1">
              <a:off x="2125461" y="4049574"/>
              <a:ext cx="76188" cy="39467"/>
            </a:xfrm>
            <a:custGeom>
              <a:rect b="b" l="l" r="r" t="t"/>
              <a:pathLst>
                <a:path extrusionOk="0" h="115" w="222">
                  <a:moveTo>
                    <a:pt x="206" y="115"/>
                  </a:moveTo>
                  <a:lnTo>
                    <a:pt x="0" y="49"/>
                  </a:lnTo>
                  <a:lnTo>
                    <a:pt x="15" y="0"/>
                  </a:lnTo>
                  <a:lnTo>
                    <a:pt x="222" y="66"/>
                  </a:lnTo>
                  <a:lnTo>
                    <a:pt x="206" y="115"/>
                  </a:lnTo>
                  <a:close/>
                </a:path>
              </a:pathLst>
            </a:custGeom>
            <a:solidFill>
              <a:srgbClr val="FDCD5F"/>
            </a:solidFill>
            <a:ln>
              <a:noFill/>
            </a:ln>
          </p:spPr>
          <p:txBody>
            <a:bodyPr anchorCtr="1" anchor="ctr" bIns="0" lIns="120000" spcFirstLastPara="1" rIns="120000" wrap="square" tIns="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56" name="Google Shape;256;p1"/>
            <p:cNvSpPr/>
            <p:nvPr/>
          </p:nvSpPr>
          <p:spPr>
            <a:xfrm flipH="1">
              <a:off x="2123401" y="4043053"/>
              <a:ext cx="76531" cy="39810"/>
            </a:xfrm>
            <a:custGeom>
              <a:rect b="b" l="l" r="r" t="t"/>
              <a:pathLst>
                <a:path extrusionOk="0" h="116" w="223">
                  <a:moveTo>
                    <a:pt x="207" y="116"/>
                  </a:moveTo>
                  <a:lnTo>
                    <a:pt x="0" y="49"/>
                  </a:lnTo>
                  <a:lnTo>
                    <a:pt x="16" y="0"/>
                  </a:lnTo>
                  <a:lnTo>
                    <a:pt x="223" y="67"/>
                  </a:lnTo>
                  <a:lnTo>
                    <a:pt x="207" y="116"/>
                  </a:lnTo>
                  <a:close/>
                </a:path>
              </a:pathLst>
            </a:custGeom>
            <a:solidFill>
              <a:srgbClr val="FDCD5E"/>
            </a:solidFill>
            <a:ln>
              <a:noFill/>
            </a:ln>
          </p:spPr>
          <p:txBody>
            <a:bodyPr anchorCtr="1" anchor="ctr" bIns="0" lIns="120000" spcFirstLastPara="1" rIns="120000" wrap="square" tIns="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57" name="Google Shape;257;p1"/>
            <p:cNvSpPr/>
            <p:nvPr/>
          </p:nvSpPr>
          <p:spPr>
            <a:xfrm flipH="1">
              <a:off x="2070894" y="4020060"/>
              <a:ext cx="150659" cy="50105"/>
            </a:xfrm>
            <a:custGeom>
              <a:rect b="b" l="l" r="r" t="t"/>
              <a:pathLst>
                <a:path extrusionOk="0" h="146" w="439">
                  <a:moveTo>
                    <a:pt x="88" y="41"/>
                  </a:moveTo>
                  <a:cubicBezTo>
                    <a:pt x="57" y="28"/>
                    <a:pt x="28" y="15"/>
                    <a:pt x="0" y="0"/>
                  </a:cubicBezTo>
                  <a:lnTo>
                    <a:pt x="439" y="142"/>
                  </a:lnTo>
                  <a:cubicBezTo>
                    <a:pt x="392" y="135"/>
                    <a:pt x="343" y="125"/>
                    <a:pt x="293" y="111"/>
                  </a:cubicBezTo>
                  <a:lnTo>
                    <a:pt x="282" y="146"/>
                  </a:lnTo>
                  <a:lnTo>
                    <a:pt x="75" y="79"/>
                  </a:lnTo>
                  <a:lnTo>
                    <a:pt x="88" y="41"/>
                  </a:lnTo>
                  <a:close/>
                </a:path>
              </a:pathLst>
            </a:custGeom>
            <a:solidFill>
              <a:srgbClr val="FDCB5D"/>
            </a:solidFill>
            <a:ln>
              <a:noFill/>
            </a:ln>
          </p:spPr>
          <p:txBody>
            <a:bodyPr anchorCtr="1" anchor="ctr" bIns="10050" lIns="120000" spcFirstLastPara="1" rIns="120000" wrap="square" tIns="1005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58" name="Google Shape;258;p1"/>
            <p:cNvSpPr/>
            <p:nvPr/>
          </p:nvSpPr>
          <p:spPr>
            <a:xfrm flipH="1">
              <a:off x="2038634" y="4003587"/>
              <a:ext cx="212776" cy="68638"/>
            </a:xfrm>
            <a:custGeom>
              <a:rect b="b" l="l" r="r" t="t"/>
              <a:pathLst>
                <a:path extrusionOk="0" h="200" w="620">
                  <a:moveTo>
                    <a:pt x="175" y="89"/>
                  </a:moveTo>
                  <a:cubicBezTo>
                    <a:pt x="112" y="63"/>
                    <a:pt x="54" y="33"/>
                    <a:pt x="0" y="0"/>
                  </a:cubicBezTo>
                  <a:lnTo>
                    <a:pt x="620" y="200"/>
                  </a:lnTo>
                  <a:cubicBezTo>
                    <a:pt x="544" y="195"/>
                    <a:pt x="464" y="182"/>
                    <a:pt x="380" y="159"/>
                  </a:cubicBezTo>
                  <a:lnTo>
                    <a:pt x="375" y="175"/>
                  </a:lnTo>
                  <a:lnTo>
                    <a:pt x="168" y="109"/>
                  </a:lnTo>
                  <a:lnTo>
                    <a:pt x="175" y="89"/>
                  </a:lnTo>
                  <a:close/>
                </a:path>
              </a:pathLst>
            </a:custGeom>
            <a:solidFill>
              <a:srgbClr val="FDCB5C"/>
            </a:solidFill>
            <a:ln>
              <a:noFill/>
            </a:ln>
          </p:spPr>
          <p:txBody>
            <a:bodyPr anchorCtr="1" anchor="ctr" bIns="36000" lIns="120000" spcFirstLastPara="1" rIns="120000" wrap="square" tIns="36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59" name="Google Shape;259;p1"/>
            <p:cNvSpPr/>
            <p:nvPr/>
          </p:nvSpPr>
          <p:spPr>
            <a:xfrm flipH="1">
              <a:off x="2013925" y="3989516"/>
              <a:ext cx="259450" cy="83738"/>
            </a:xfrm>
            <a:custGeom>
              <a:rect b="b" l="l" r="r" t="t"/>
              <a:pathLst>
                <a:path extrusionOk="0" h="244" w="756">
                  <a:moveTo>
                    <a:pt x="239" y="130"/>
                  </a:moveTo>
                  <a:cubicBezTo>
                    <a:pt x="151" y="93"/>
                    <a:pt x="71" y="49"/>
                    <a:pt x="0" y="0"/>
                  </a:cubicBezTo>
                  <a:lnTo>
                    <a:pt x="756" y="244"/>
                  </a:lnTo>
                  <a:cubicBezTo>
                    <a:pt x="670" y="244"/>
                    <a:pt x="578" y="233"/>
                    <a:pt x="480" y="209"/>
                  </a:cubicBezTo>
                  <a:lnTo>
                    <a:pt x="238" y="131"/>
                  </a:lnTo>
                  <a:lnTo>
                    <a:pt x="239" y="130"/>
                  </a:lnTo>
                  <a:close/>
                </a:path>
              </a:pathLst>
            </a:custGeom>
            <a:solidFill>
              <a:srgbClr val="FDCA5B"/>
            </a:solidFill>
            <a:ln>
              <a:noFill/>
            </a:ln>
          </p:spPr>
          <p:txBody>
            <a:bodyPr anchorCtr="1" anchor="ctr" bIns="57100" lIns="120000" spcFirstLastPara="1" rIns="120000" wrap="square" tIns="571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60" name="Google Shape;260;p1"/>
            <p:cNvSpPr/>
            <p:nvPr/>
          </p:nvSpPr>
          <p:spPr>
            <a:xfrm flipH="1">
              <a:off x="1994020" y="3977161"/>
              <a:ext cx="296171" cy="96093"/>
            </a:xfrm>
            <a:custGeom>
              <a:rect b="b" l="l" r="r" t="t"/>
              <a:pathLst>
                <a:path extrusionOk="0" h="280" w="863">
                  <a:moveTo>
                    <a:pt x="0" y="0"/>
                  </a:moveTo>
                  <a:lnTo>
                    <a:pt x="863" y="278"/>
                  </a:lnTo>
                  <a:cubicBezTo>
                    <a:pt x="803" y="282"/>
                    <a:pt x="740" y="280"/>
                    <a:pt x="675" y="272"/>
                  </a:cubicBezTo>
                  <a:lnTo>
                    <a:pt x="166" y="108"/>
                  </a:lnTo>
                  <a:cubicBezTo>
                    <a:pt x="106" y="75"/>
                    <a:pt x="50" y="39"/>
                    <a:pt x="0" y="0"/>
                  </a:cubicBezTo>
                  <a:close/>
                </a:path>
              </a:pathLst>
            </a:custGeom>
            <a:solidFill>
              <a:srgbClr val="FDC95A"/>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61" name="Google Shape;261;p1"/>
            <p:cNvSpPr/>
            <p:nvPr/>
          </p:nvSpPr>
          <p:spPr>
            <a:xfrm flipH="1">
              <a:off x="1977547" y="3965493"/>
              <a:ext cx="326371" cy="107761"/>
            </a:xfrm>
            <a:custGeom>
              <a:rect b="b" l="l" r="r" t="t"/>
              <a:pathLst>
                <a:path extrusionOk="0" h="314" w="951">
                  <a:moveTo>
                    <a:pt x="0" y="0"/>
                  </a:moveTo>
                  <a:lnTo>
                    <a:pt x="951" y="307"/>
                  </a:lnTo>
                  <a:cubicBezTo>
                    <a:pt x="903" y="313"/>
                    <a:pt x="853" y="315"/>
                    <a:pt x="801" y="313"/>
                  </a:cubicBezTo>
                  <a:lnTo>
                    <a:pt x="127" y="95"/>
                  </a:lnTo>
                  <a:cubicBezTo>
                    <a:pt x="81" y="66"/>
                    <a:pt x="39" y="34"/>
                    <a:pt x="0" y="0"/>
                  </a:cubicBezTo>
                  <a:close/>
                </a:path>
              </a:pathLst>
            </a:custGeom>
            <a:solidFill>
              <a:srgbClr val="FDC959"/>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62" name="Google Shape;262;p1"/>
            <p:cNvSpPr/>
            <p:nvPr/>
          </p:nvSpPr>
          <p:spPr>
            <a:xfrm flipH="1">
              <a:off x="1962103" y="3954854"/>
              <a:ext cx="353483" cy="118057"/>
            </a:xfrm>
            <a:custGeom>
              <a:rect b="b" l="l" r="r" t="t"/>
              <a:pathLst>
                <a:path extrusionOk="0" h="344" w="1030">
                  <a:moveTo>
                    <a:pt x="0" y="0"/>
                  </a:moveTo>
                  <a:lnTo>
                    <a:pt x="1030" y="332"/>
                  </a:lnTo>
                  <a:cubicBezTo>
                    <a:pt x="988" y="339"/>
                    <a:pt x="944" y="343"/>
                    <a:pt x="898" y="344"/>
                  </a:cubicBezTo>
                  <a:lnTo>
                    <a:pt x="106" y="89"/>
                  </a:lnTo>
                  <a:cubicBezTo>
                    <a:pt x="68" y="61"/>
                    <a:pt x="32" y="32"/>
                    <a:pt x="0" y="0"/>
                  </a:cubicBezTo>
                  <a:close/>
                </a:path>
              </a:pathLst>
            </a:custGeom>
            <a:solidFill>
              <a:srgbClr val="FDC859"/>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63" name="Google Shape;263;p1"/>
            <p:cNvSpPr/>
            <p:nvPr/>
          </p:nvSpPr>
          <p:spPr>
            <a:xfrm flipH="1">
              <a:off x="1949062" y="3944558"/>
              <a:ext cx="376477" cy="127323"/>
            </a:xfrm>
            <a:custGeom>
              <a:rect b="b" l="l" r="r" t="t"/>
              <a:pathLst>
                <a:path extrusionOk="0" h="371" w="1097">
                  <a:moveTo>
                    <a:pt x="0" y="0"/>
                  </a:moveTo>
                  <a:lnTo>
                    <a:pt x="1097" y="354"/>
                  </a:lnTo>
                  <a:cubicBezTo>
                    <a:pt x="1061" y="362"/>
                    <a:pt x="1023" y="368"/>
                    <a:pt x="983" y="371"/>
                  </a:cubicBezTo>
                  <a:lnTo>
                    <a:pt x="88" y="83"/>
                  </a:lnTo>
                  <a:cubicBezTo>
                    <a:pt x="56" y="56"/>
                    <a:pt x="27" y="29"/>
                    <a:pt x="0" y="0"/>
                  </a:cubicBezTo>
                  <a:close/>
                </a:path>
              </a:pathLst>
            </a:custGeom>
            <a:solidFill>
              <a:srgbClr val="FDC758"/>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64" name="Google Shape;264;p1"/>
            <p:cNvSpPr/>
            <p:nvPr/>
          </p:nvSpPr>
          <p:spPr>
            <a:xfrm flipH="1">
              <a:off x="1936364" y="3934949"/>
              <a:ext cx="398097" cy="135216"/>
            </a:xfrm>
            <a:custGeom>
              <a:rect b="b" l="l" r="r" t="t"/>
              <a:pathLst>
                <a:path extrusionOk="0" h="394" w="1160">
                  <a:moveTo>
                    <a:pt x="0" y="0"/>
                  </a:moveTo>
                  <a:lnTo>
                    <a:pt x="1160" y="373"/>
                  </a:lnTo>
                  <a:cubicBezTo>
                    <a:pt x="1126" y="382"/>
                    <a:pt x="1091" y="389"/>
                    <a:pt x="1055" y="394"/>
                  </a:cubicBezTo>
                  <a:lnTo>
                    <a:pt x="77" y="79"/>
                  </a:lnTo>
                  <a:cubicBezTo>
                    <a:pt x="49" y="54"/>
                    <a:pt x="24" y="27"/>
                    <a:pt x="0" y="0"/>
                  </a:cubicBezTo>
                  <a:close/>
                </a:path>
              </a:pathLst>
            </a:custGeom>
            <a:solidFill>
              <a:srgbClr val="FDC757"/>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65" name="Google Shape;265;p1"/>
            <p:cNvSpPr/>
            <p:nvPr/>
          </p:nvSpPr>
          <p:spPr>
            <a:xfrm flipH="1">
              <a:off x="1925382" y="3925340"/>
              <a:ext cx="416973" cy="142423"/>
            </a:xfrm>
            <a:custGeom>
              <a:rect b="b" l="l" r="r" t="t"/>
              <a:pathLst>
                <a:path extrusionOk="0" h="415" w="1215">
                  <a:moveTo>
                    <a:pt x="0" y="0"/>
                  </a:moveTo>
                  <a:lnTo>
                    <a:pt x="1215" y="391"/>
                  </a:lnTo>
                  <a:cubicBezTo>
                    <a:pt x="1185" y="401"/>
                    <a:pt x="1154" y="409"/>
                    <a:pt x="1121" y="415"/>
                  </a:cubicBezTo>
                  <a:lnTo>
                    <a:pt x="67" y="75"/>
                  </a:lnTo>
                  <a:cubicBezTo>
                    <a:pt x="43" y="51"/>
                    <a:pt x="21" y="26"/>
                    <a:pt x="0" y="0"/>
                  </a:cubicBezTo>
                  <a:close/>
                </a:path>
              </a:pathLst>
            </a:custGeom>
            <a:solidFill>
              <a:srgbClr val="FDC656"/>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66" name="Google Shape;266;p1"/>
            <p:cNvSpPr/>
            <p:nvPr/>
          </p:nvSpPr>
          <p:spPr>
            <a:xfrm flipH="1">
              <a:off x="1914744" y="3915730"/>
              <a:ext cx="434475" cy="149287"/>
            </a:xfrm>
            <a:custGeom>
              <a:rect b="b" l="l" r="r" t="t"/>
              <a:pathLst>
                <a:path extrusionOk="0" h="435" w="1266">
                  <a:moveTo>
                    <a:pt x="0" y="0"/>
                  </a:moveTo>
                  <a:lnTo>
                    <a:pt x="1266" y="409"/>
                  </a:lnTo>
                  <a:cubicBezTo>
                    <a:pt x="1239" y="419"/>
                    <a:pt x="1210" y="428"/>
                    <a:pt x="1180" y="435"/>
                  </a:cubicBezTo>
                  <a:lnTo>
                    <a:pt x="59" y="74"/>
                  </a:lnTo>
                  <a:cubicBezTo>
                    <a:pt x="38" y="50"/>
                    <a:pt x="18" y="26"/>
                    <a:pt x="0" y="0"/>
                  </a:cubicBezTo>
                  <a:close/>
                </a:path>
              </a:pathLst>
            </a:custGeom>
            <a:solidFill>
              <a:srgbClr val="FDC555"/>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67" name="Google Shape;267;p1"/>
            <p:cNvSpPr/>
            <p:nvPr/>
          </p:nvSpPr>
          <p:spPr>
            <a:xfrm flipH="1">
              <a:off x="1905134" y="3907151"/>
              <a:ext cx="449919" cy="154778"/>
            </a:xfrm>
            <a:custGeom>
              <a:rect b="b" l="l" r="r" t="t"/>
              <a:pathLst>
                <a:path extrusionOk="0" h="451" w="1311">
                  <a:moveTo>
                    <a:pt x="0" y="0"/>
                  </a:moveTo>
                  <a:lnTo>
                    <a:pt x="1311" y="423"/>
                  </a:lnTo>
                  <a:cubicBezTo>
                    <a:pt x="1286" y="434"/>
                    <a:pt x="1259" y="443"/>
                    <a:pt x="1231" y="451"/>
                  </a:cubicBezTo>
                  <a:lnTo>
                    <a:pt x="51" y="70"/>
                  </a:lnTo>
                  <a:cubicBezTo>
                    <a:pt x="33" y="47"/>
                    <a:pt x="15" y="24"/>
                    <a:pt x="0" y="0"/>
                  </a:cubicBezTo>
                  <a:close/>
                </a:path>
              </a:pathLst>
            </a:custGeom>
            <a:solidFill>
              <a:srgbClr val="FDC555"/>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68" name="Google Shape;268;p1"/>
            <p:cNvSpPr/>
            <p:nvPr/>
          </p:nvSpPr>
          <p:spPr>
            <a:xfrm flipH="1">
              <a:off x="1895525" y="3898228"/>
              <a:ext cx="465019" cy="160269"/>
            </a:xfrm>
            <a:custGeom>
              <a:rect b="b" l="l" r="r" t="t"/>
              <a:pathLst>
                <a:path extrusionOk="0" h="467" w="1355">
                  <a:moveTo>
                    <a:pt x="0" y="0"/>
                  </a:moveTo>
                  <a:lnTo>
                    <a:pt x="1355" y="437"/>
                  </a:lnTo>
                  <a:cubicBezTo>
                    <a:pt x="1331" y="448"/>
                    <a:pt x="1306" y="458"/>
                    <a:pt x="1280" y="467"/>
                  </a:cubicBezTo>
                  <a:lnTo>
                    <a:pt x="47" y="70"/>
                  </a:lnTo>
                  <a:cubicBezTo>
                    <a:pt x="29" y="47"/>
                    <a:pt x="14" y="24"/>
                    <a:pt x="0" y="0"/>
                  </a:cubicBezTo>
                  <a:close/>
                </a:path>
              </a:pathLst>
            </a:custGeom>
            <a:solidFill>
              <a:srgbClr val="FDC454"/>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69" name="Google Shape;269;p1"/>
            <p:cNvSpPr/>
            <p:nvPr/>
          </p:nvSpPr>
          <p:spPr>
            <a:xfrm flipH="1">
              <a:off x="1887289" y="3889648"/>
              <a:ext cx="478060" cy="165073"/>
            </a:xfrm>
            <a:custGeom>
              <a:rect b="b" l="l" r="r" t="t"/>
              <a:pathLst>
                <a:path extrusionOk="0" h="481" w="1393">
                  <a:moveTo>
                    <a:pt x="0" y="0"/>
                  </a:moveTo>
                  <a:lnTo>
                    <a:pt x="1393" y="450"/>
                  </a:lnTo>
                  <a:cubicBezTo>
                    <a:pt x="1371" y="461"/>
                    <a:pt x="1347" y="472"/>
                    <a:pt x="1323" y="481"/>
                  </a:cubicBezTo>
                  <a:lnTo>
                    <a:pt x="41" y="68"/>
                  </a:lnTo>
                  <a:cubicBezTo>
                    <a:pt x="26" y="46"/>
                    <a:pt x="12" y="23"/>
                    <a:pt x="0" y="0"/>
                  </a:cubicBezTo>
                  <a:close/>
                </a:path>
              </a:pathLst>
            </a:custGeom>
            <a:solidFill>
              <a:srgbClr val="FDC353"/>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70" name="Google Shape;270;p1"/>
            <p:cNvSpPr/>
            <p:nvPr/>
          </p:nvSpPr>
          <p:spPr>
            <a:xfrm flipH="1">
              <a:off x="1879052" y="3881068"/>
              <a:ext cx="490415" cy="169535"/>
            </a:xfrm>
            <a:custGeom>
              <a:rect b="b" l="l" r="r" t="t"/>
              <a:pathLst>
                <a:path extrusionOk="0" h="494" w="1429">
                  <a:moveTo>
                    <a:pt x="0" y="0"/>
                  </a:moveTo>
                  <a:lnTo>
                    <a:pt x="1429" y="461"/>
                  </a:lnTo>
                  <a:cubicBezTo>
                    <a:pt x="1408" y="473"/>
                    <a:pt x="1386" y="484"/>
                    <a:pt x="1363" y="494"/>
                  </a:cubicBezTo>
                  <a:lnTo>
                    <a:pt x="36" y="67"/>
                  </a:lnTo>
                  <a:cubicBezTo>
                    <a:pt x="23" y="45"/>
                    <a:pt x="10" y="23"/>
                    <a:pt x="0" y="0"/>
                  </a:cubicBezTo>
                  <a:close/>
                </a:path>
              </a:pathLst>
            </a:custGeom>
            <a:solidFill>
              <a:srgbClr val="FDC352"/>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71" name="Google Shape;271;p1"/>
            <p:cNvSpPr/>
            <p:nvPr/>
          </p:nvSpPr>
          <p:spPr>
            <a:xfrm flipH="1">
              <a:off x="1871159" y="3873175"/>
              <a:ext cx="502083" cy="173653"/>
            </a:xfrm>
            <a:custGeom>
              <a:rect b="b" l="l" r="r" t="t"/>
              <a:pathLst>
                <a:path extrusionOk="0" h="506" w="1463">
                  <a:moveTo>
                    <a:pt x="0" y="0"/>
                  </a:moveTo>
                  <a:lnTo>
                    <a:pt x="1463" y="471"/>
                  </a:lnTo>
                  <a:cubicBezTo>
                    <a:pt x="1443" y="483"/>
                    <a:pt x="1422" y="495"/>
                    <a:pt x="1400" y="506"/>
                  </a:cubicBezTo>
                  <a:lnTo>
                    <a:pt x="32" y="64"/>
                  </a:lnTo>
                  <a:cubicBezTo>
                    <a:pt x="20" y="43"/>
                    <a:pt x="9" y="22"/>
                    <a:pt x="0" y="0"/>
                  </a:cubicBezTo>
                  <a:close/>
                </a:path>
              </a:pathLst>
            </a:custGeom>
            <a:solidFill>
              <a:srgbClr val="FDC25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72" name="Google Shape;272;p1"/>
            <p:cNvSpPr/>
            <p:nvPr/>
          </p:nvSpPr>
          <p:spPr>
            <a:xfrm flipH="1">
              <a:off x="1863952" y="3864939"/>
              <a:ext cx="512722" cy="177428"/>
            </a:xfrm>
            <a:custGeom>
              <a:rect b="b" l="l" r="r" t="t"/>
              <a:pathLst>
                <a:path extrusionOk="0" h="517" w="1494">
                  <a:moveTo>
                    <a:pt x="0" y="0"/>
                  </a:moveTo>
                  <a:lnTo>
                    <a:pt x="1494" y="482"/>
                  </a:lnTo>
                  <a:cubicBezTo>
                    <a:pt x="1475" y="494"/>
                    <a:pt x="1455" y="506"/>
                    <a:pt x="1435" y="517"/>
                  </a:cubicBezTo>
                  <a:lnTo>
                    <a:pt x="28" y="63"/>
                  </a:lnTo>
                  <a:cubicBezTo>
                    <a:pt x="18" y="42"/>
                    <a:pt x="8" y="21"/>
                    <a:pt x="0" y="0"/>
                  </a:cubicBezTo>
                  <a:close/>
                </a:path>
              </a:pathLst>
            </a:custGeom>
            <a:solidFill>
              <a:srgbClr val="FDC150"/>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73" name="Google Shape;273;p1"/>
            <p:cNvSpPr/>
            <p:nvPr/>
          </p:nvSpPr>
          <p:spPr>
            <a:xfrm flipH="1">
              <a:off x="1857088" y="3857045"/>
              <a:ext cx="522331" cy="180860"/>
            </a:xfrm>
            <a:custGeom>
              <a:rect b="b" l="l" r="r" t="t"/>
              <a:pathLst>
                <a:path extrusionOk="0" h="527" w="1522">
                  <a:moveTo>
                    <a:pt x="0" y="0"/>
                  </a:moveTo>
                  <a:lnTo>
                    <a:pt x="1522" y="490"/>
                  </a:lnTo>
                  <a:cubicBezTo>
                    <a:pt x="1504" y="503"/>
                    <a:pt x="1485" y="516"/>
                    <a:pt x="1466" y="527"/>
                  </a:cubicBezTo>
                  <a:lnTo>
                    <a:pt x="25" y="62"/>
                  </a:lnTo>
                  <a:cubicBezTo>
                    <a:pt x="15" y="42"/>
                    <a:pt x="7" y="21"/>
                    <a:pt x="0" y="0"/>
                  </a:cubicBezTo>
                  <a:close/>
                </a:path>
              </a:pathLst>
            </a:custGeom>
            <a:solidFill>
              <a:srgbClr val="FDC150"/>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74" name="Google Shape;274;p1"/>
            <p:cNvSpPr/>
            <p:nvPr/>
          </p:nvSpPr>
          <p:spPr>
            <a:xfrm flipH="1">
              <a:off x="1850911" y="3849152"/>
              <a:ext cx="531254" cy="183949"/>
            </a:xfrm>
            <a:custGeom>
              <a:rect b="b" l="l" r="r" t="t"/>
              <a:pathLst>
                <a:path extrusionOk="0" h="536" w="1548">
                  <a:moveTo>
                    <a:pt x="0" y="0"/>
                  </a:moveTo>
                  <a:lnTo>
                    <a:pt x="1548" y="499"/>
                  </a:lnTo>
                  <a:cubicBezTo>
                    <a:pt x="1532" y="512"/>
                    <a:pt x="1514" y="525"/>
                    <a:pt x="1496" y="536"/>
                  </a:cubicBezTo>
                  <a:lnTo>
                    <a:pt x="22" y="61"/>
                  </a:lnTo>
                  <a:cubicBezTo>
                    <a:pt x="14" y="41"/>
                    <a:pt x="7" y="21"/>
                    <a:pt x="0" y="0"/>
                  </a:cubicBezTo>
                  <a:close/>
                </a:path>
              </a:pathLst>
            </a:custGeom>
            <a:solidFill>
              <a:srgbClr val="FDC04F"/>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75" name="Google Shape;275;p1"/>
            <p:cNvSpPr/>
            <p:nvPr/>
          </p:nvSpPr>
          <p:spPr>
            <a:xfrm flipH="1">
              <a:off x="1844390" y="3841602"/>
              <a:ext cx="539834" cy="186694"/>
            </a:xfrm>
            <a:custGeom>
              <a:rect b="b" l="l" r="r" t="t"/>
              <a:pathLst>
                <a:path extrusionOk="0" h="544" w="1573">
                  <a:moveTo>
                    <a:pt x="0" y="0"/>
                  </a:moveTo>
                  <a:lnTo>
                    <a:pt x="1573" y="506"/>
                  </a:lnTo>
                  <a:cubicBezTo>
                    <a:pt x="1557" y="520"/>
                    <a:pt x="1540" y="532"/>
                    <a:pt x="1523" y="544"/>
                  </a:cubicBezTo>
                  <a:lnTo>
                    <a:pt x="19" y="60"/>
                  </a:lnTo>
                  <a:cubicBezTo>
                    <a:pt x="12" y="40"/>
                    <a:pt x="5" y="20"/>
                    <a:pt x="0" y="0"/>
                  </a:cubicBezTo>
                  <a:close/>
                </a:path>
              </a:pathLst>
            </a:custGeom>
            <a:solidFill>
              <a:srgbClr val="FDBF4E"/>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76" name="Google Shape;276;p1"/>
            <p:cNvSpPr/>
            <p:nvPr/>
          </p:nvSpPr>
          <p:spPr>
            <a:xfrm flipH="1">
              <a:off x="1838899" y="3833709"/>
              <a:ext cx="547041" cy="190126"/>
            </a:xfrm>
            <a:custGeom>
              <a:rect b="b" l="l" r="r" t="t"/>
              <a:pathLst>
                <a:path extrusionOk="0" h="554" w="1594">
                  <a:moveTo>
                    <a:pt x="0" y="0"/>
                  </a:moveTo>
                  <a:lnTo>
                    <a:pt x="1594" y="515"/>
                  </a:lnTo>
                  <a:cubicBezTo>
                    <a:pt x="1579" y="528"/>
                    <a:pt x="1564" y="541"/>
                    <a:pt x="1547" y="554"/>
                  </a:cubicBezTo>
                  <a:lnTo>
                    <a:pt x="16" y="60"/>
                  </a:lnTo>
                  <a:cubicBezTo>
                    <a:pt x="10" y="40"/>
                    <a:pt x="4" y="20"/>
                    <a:pt x="0" y="0"/>
                  </a:cubicBezTo>
                  <a:close/>
                </a:path>
              </a:pathLst>
            </a:custGeom>
            <a:solidFill>
              <a:srgbClr val="FDBF4D"/>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77" name="Google Shape;277;p1"/>
            <p:cNvSpPr/>
            <p:nvPr/>
          </p:nvSpPr>
          <p:spPr>
            <a:xfrm flipH="1">
              <a:off x="1833065" y="3826158"/>
              <a:ext cx="554591" cy="192528"/>
            </a:xfrm>
            <a:custGeom>
              <a:rect b="b" l="l" r="r" t="t"/>
              <a:pathLst>
                <a:path extrusionOk="0" h="561" w="1616">
                  <a:moveTo>
                    <a:pt x="0" y="0"/>
                  </a:moveTo>
                  <a:lnTo>
                    <a:pt x="1616" y="521"/>
                  </a:lnTo>
                  <a:cubicBezTo>
                    <a:pt x="1602" y="535"/>
                    <a:pt x="1587" y="548"/>
                    <a:pt x="1571" y="561"/>
                  </a:cubicBezTo>
                  <a:lnTo>
                    <a:pt x="14" y="59"/>
                  </a:lnTo>
                  <a:cubicBezTo>
                    <a:pt x="8" y="40"/>
                    <a:pt x="4" y="20"/>
                    <a:pt x="0" y="0"/>
                  </a:cubicBezTo>
                  <a:close/>
                </a:path>
              </a:pathLst>
            </a:custGeom>
            <a:solidFill>
              <a:srgbClr val="FDBE4C"/>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78" name="Google Shape;278;p1"/>
            <p:cNvSpPr/>
            <p:nvPr/>
          </p:nvSpPr>
          <p:spPr>
            <a:xfrm flipH="1">
              <a:off x="1827917" y="3818951"/>
              <a:ext cx="561112" cy="194587"/>
            </a:xfrm>
            <a:custGeom>
              <a:rect b="b" l="l" r="r" t="t"/>
              <a:pathLst>
                <a:path extrusionOk="0" h="567" w="1635">
                  <a:moveTo>
                    <a:pt x="0" y="0"/>
                  </a:moveTo>
                  <a:lnTo>
                    <a:pt x="1635" y="527"/>
                  </a:lnTo>
                  <a:cubicBezTo>
                    <a:pt x="1622" y="541"/>
                    <a:pt x="1607" y="555"/>
                    <a:pt x="1592" y="567"/>
                  </a:cubicBezTo>
                  <a:lnTo>
                    <a:pt x="12" y="58"/>
                  </a:lnTo>
                  <a:cubicBezTo>
                    <a:pt x="7" y="39"/>
                    <a:pt x="3" y="19"/>
                    <a:pt x="0" y="0"/>
                  </a:cubicBezTo>
                  <a:close/>
                </a:path>
              </a:pathLst>
            </a:custGeom>
            <a:solidFill>
              <a:srgbClr val="FDBD4C"/>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79" name="Google Shape;279;p1"/>
            <p:cNvSpPr/>
            <p:nvPr/>
          </p:nvSpPr>
          <p:spPr>
            <a:xfrm flipH="1">
              <a:off x="1822769" y="3811401"/>
              <a:ext cx="567289" cy="196990"/>
            </a:xfrm>
            <a:custGeom>
              <a:rect b="b" l="l" r="r" t="t"/>
              <a:pathLst>
                <a:path extrusionOk="0" h="574" w="1653">
                  <a:moveTo>
                    <a:pt x="0" y="0"/>
                  </a:moveTo>
                  <a:lnTo>
                    <a:pt x="1653" y="533"/>
                  </a:lnTo>
                  <a:cubicBezTo>
                    <a:pt x="1640" y="547"/>
                    <a:pt x="1627" y="561"/>
                    <a:pt x="1613" y="574"/>
                  </a:cubicBezTo>
                  <a:lnTo>
                    <a:pt x="10" y="58"/>
                  </a:lnTo>
                  <a:cubicBezTo>
                    <a:pt x="6" y="39"/>
                    <a:pt x="3" y="19"/>
                    <a:pt x="0" y="0"/>
                  </a:cubicBezTo>
                  <a:close/>
                </a:path>
              </a:pathLst>
            </a:custGeom>
            <a:solidFill>
              <a:srgbClr val="FDBD4B"/>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80" name="Google Shape;280;p1"/>
            <p:cNvSpPr/>
            <p:nvPr/>
          </p:nvSpPr>
          <p:spPr>
            <a:xfrm flipH="1">
              <a:off x="1812817" y="3795958"/>
              <a:ext cx="578271" cy="207285"/>
            </a:xfrm>
            <a:custGeom>
              <a:rect b="b" l="l" r="r" t="t"/>
              <a:pathLst>
                <a:path extrusionOk="0" h="604" w="1685">
                  <a:moveTo>
                    <a:pt x="0" y="0"/>
                  </a:moveTo>
                  <a:lnTo>
                    <a:pt x="675" y="218"/>
                  </a:lnTo>
                  <a:cubicBezTo>
                    <a:pt x="689" y="233"/>
                    <a:pt x="705" y="246"/>
                    <a:pt x="722" y="259"/>
                  </a:cubicBezTo>
                  <a:lnTo>
                    <a:pt x="730" y="236"/>
                  </a:lnTo>
                  <a:lnTo>
                    <a:pt x="936" y="302"/>
                  </a:lnTo>
                  <a:lnTo>
                    <a:pt x="925" y="335"/>
                  </a:lnTo>
                  <a:cubicBezTo>
                    <a:pt x="963" y="340"/>
                    <a:pt x="998" y="340"/>
                    <a:pt x="1031" y="333"/>
                  </a:cubicBezTo>
                  <a:lnTo>
                    <a:pt x="1685" y="544"/>
                  </a:lnTo>
                  <a:cubicBezTo>
                    <a:pt x="1668" y="565"/>
                    <a:pt x="1650" y="585"/>
                    <a:pt x="1631" y="604"/>
                  </a:cubicBezTo>
                  <a:lnTo>
                    <a:pt x="9" y="81"/>
                  </a:lnTo>
                  <a:cubicBezTo>
                    <a:pt x="4" y="54"/>
                    <a:pt x="1" y="28"/>
                    <a:pt x="0" y="0"/>
                  </a:cubicBezTo>
                  <a:close/>
                </a:path>
              </a:pathLst>
            </a:custGeom>
            <a:solidFill>
              <a:srgbClr val="FDBC4A"/>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81" name="Google Shape;281;p1"/>
            <p:cNvSpPr/>
            <p:nvPr/>
          </p:nvSpPr>
          <p:spPr>
            <a:xfrm flipH="1">
              <a:off x="1804237" y="3781544"/>
              <a:ext cx="587194" cy="210374"/>
            </a:xfrm>
            <a:custGeom>
              <a:rect b="b" l="l" r="r" t="t"/>
              <a:pathLst>
                <a:path extrusionOk="0" h="613" w="1711">
                  <a:moveTo>
                    <a:pt x="0" y="0"/>
                  </a:moveTo>
                  <a:lnTo>
                    <a:pt x="637" y="205"/>
                  </a:lnTo>
                  <a:cubicBezTo>
                    <a:pt x="656" y="242"/>
                    <a:pt x="685" y="274"/>
                    <a:pt x="723" y="301"/>
                  </a:cubicBezTo>
                  <a:lnTo>
                    <a:pt x="743" y="239"/>
                  </a:lnTo>
                  <a:lnTo>
                    <a:pt x="949" y="306"/>
                  </a:lnTo>
                  <a:lnTo>
                    <a:pt x="927" y="375"/>
                  </a:lnTo>
                  <a:lnTo>
                    <a:pt x="4" y="77"/>
                  </a:lnTo>
                  <a:cubicBezTo>
                    <a:pt x="1" y="52"/>
                    <a:pt x="0" y="26"/>
                    <a:pt x="0" y="0"/>
                  </a:cubicBezTo>
                  <a:moveTo>
                    <a:pt x="1663" y="613"/>
                  </a:moveTo>
                  <a:lnTo>
                    <a:pt x="936" y="378"/>
                  </a:lnTo>
                  <a:cubicBezTo>
                    <a:pt x="996" y="385"/>
                    <a:pt x="1051" y="376"/>
                    <a:pt x="1096" y="353"/>
                  </a:cubicBezTo>
                  <a:lnTo>
                    <a:pt x="1711" y="551"/>
                  </a:lnTo>
                  <a:cubicBezTo>
                    <a:pt x="1696" y="573"/>
                    <a:pt x="1680" y="593"/>
                    <a:pt x="1663" y="613"/>
                  </a:cubicBezTo>
                  <a:close/>
                </a:path>
              </a:pathLst>
            </a:custGeom>
            <a:solidFill>
              <a:srgbClr val="FDBD4B"/>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82" name="Google Shape;282;p1"/>
            <p:cNvSpPr/>
            <p:nvPr/>
          </p:nvSpPr>
          <p:spPr>
            <a:xfrm flipH="1">
              <a:off x="1796687" y="3767130"/>
              <a:ext cx="594744" cy="213119"/>
            </a:xfrm>
            <a:custGeom>
              <a:rect b="b" l="l" r="r" t="t"/>
              <a:pathLst>
                <a:path extrusionOk="0" h="621" w="1733">
                  <a:moveTo>
                    <a:pt x="2" y="0"/>
                  </a:moveTo>
                  <a:lnTo>
                    <a:pt x="617" y="198"/>
                  </a:lnTo>
                  <a:cubicBezTo>
                    <a:pt x="626" y="232"/>
                    <a:pt x="643" y="263"/>
                    <a:pt x="666" y="290"/>
                  </a:cubicBezTo>
                  <a:lnTo>
                    <a:pt x="0" y="76"/>
                  </a:lnTo>
                  <a:cubicBezTo>
                    <a:pt x="0" y="51"/>
                    <a:pt x="0" y="25"/>
                    <a:pt x="2" y="0"/>
                  </a:cubicBezTo>
                  <a:moveTo>
                    <a:pt x="756" y="242"/>
                  </a:moveTo>
                  <a:lnTo>
                    <a:pt x="962" y="309"/>
                  </a:lnTo>
                  <a:lnTo>
                    <a:pt x="939" y="378"/>
                  </a:lnTo>
                  <a:lnTo>
                    <a:pt x="733" y="312"/>
                  </a:lnTo>
                  <a:lnTo>
                    <a:pt x="756" y="242"/>
                  </a:lnTo>
                  <a:moveTo>
                    <a:pt x="1691" y="621"/>
                  </a:moveTo>
                  <a:lnTo>
                    <a:pt x="1048" y="413"/>
                  </a:lnTo>
                  <a:cubicBezTo>
                    <a:pt x="1082" y="404"/>
                    <a:pt x="1113" y="388"/>
                    <a:pt x="1139" y="366"/>
                  </a:cubicBezTo>
                  <a:lnTo>
                    <a:pt x="1733" y="557"/>
                  </a:lnTo>
                  <a:cubicBezTo>
                    <a:pt x="1721" y="579"/>
                    <a:pt x="1706" y="601"/>
                    <a:pt x="1691" y="621"/>
                  </a:cubicBezTo>
                  <a:close/>
                </a:path>
              </a:pathLst>
            </a:custGeom>
            <a:solidFill>
              <a:srgbClr val="FDBD4C"/>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83" name="Google Shape;283;p1"/>
            <p:cNvSpPr/>
            <p:nvPr/>
          </p:nvSpPr>
          <p:spPr>
            <a:xfrm flipH="1">
              <a:off x="1789823" y="3752716"/>
              <a:ext cx="601608" cy="215522"/>
            </a:xfrm>
            <a:custGeom>
              <a:rect b="b" l="l" r="r" t="t"/>
              <a:pathLst>
                <a:path extrusionOk="0" h="628" w="1753">
                  <a:moveTo>
                    <a:pt x="6" y="0"/>
                  </a:moveTo>
                  <a:lnTo>
                    <a:pt x="608" y="194"/>
                  </a:lnTo>
                  <a:cubicBezTo>
                    <a:pt x="611" y="224"/>
                    <a:pt x="619" y="252"/>
                    <a:pt x="631" y="278"/>
                  </a:cubicBezTo>
                  <a:lnTo>
                    <a:pt x="0" y="74"/>
                  </a:lnTo>
                  <a:cubicBezTo>
                    <a:pt x="1" y="50"/>
                    <a:pt x="3" y="25"/>
                    <a:pt x="6" y="0"/>
                  </a:cubicBezTo>
                  <a:moveTo>
                    <a:pt x="768" y="246"/>
                  </a:moveTo>
                  <a:lnTo>
                    <a:pt x="974" y="312"/>
                  </a:lnTo>
                  <a:lnTo>
                    <a:pt x="952" y="381"/>
                  </a:lnTo>
                  <a:lnTo>
                    <a:pt x="746" y="315"/>
                  </a:lnTo>
                  <a:lnTo>
                    <a:pt x="768" y="246"/>
                  </a:lnTo>
                  <a:moveTo>
                    <a:pt x="1716" y="628"/>
                  </a:moveTo>
                  <a:lnTo>
                    <a:pt x="1106" y="431"/>
                  </a:lnTo>
                  <a:cubicBezTo>
                    <a:pt x="1131" y="417"/>
                    <a:pt x="1152" y="398"/>
                    <a:pt x="1170" y="376"/>
                  </a:cubicBezTo>
                  <a:lnTo>
                    <a:pt x="1753" y="564"/>
                  </a:lnTo>
                  <a:cubicBezTo>
                    <a:pt x="1742" y="586"/>
                    <a:pt x="1729" y="607"/>
                    <a:pt x="1716" y="628"/>
                  </a:cubicBezTo>
                  <a:close/>
                </a:path>
              </a:pathLst>
            </a:custGeom>
            <a:solidFill>
              <a:srgbClr val="FDBE4C"/>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84" name="Google Shape;284;p1"/>
            <p:cNvSpPr/>
            <p:nvPr/>
          </p:nvSpPr>
          <p:spPr>
            <a:xfrm flipH="1">
              <a:off x="1783989" y="3738645"/>
              <a:ext cx="606412" cy="217238"/>
            </a:xfrm>
            <a:custGeom>
              <a:rect b="b" l="l" r="r" t="t"/>
              <a:pathLst>
                <a:path extrusionOk="0" h="633" w="1767">
                  <a:moveTo>
                    <a:pt x="10" y="0"/>
                  </a:moveTo>
                  <a:lnTo>
                    <a:pt x="604" y="192"/>
                  </a:lnTo>
                  <a:cubicBezTo>
                    <a:pt x="603" y="220"/>
                    <a:pt x="605" y="246"/>
                    <a:pt x="611" y="271"/>
                  </a:cubicBezTo>
                  <a:lnTo>
                    <a:pt x="0" y="74"/>
                  </a:lnTo>
                  <a:cubicBezTo>
                    <a:pt x="2" y="50"/>
                    <a:pt x="5" y="25"/>
                    <a:pt x="10" y="0"/>
                  </a:cubicBezTo>
                  <a:moveTo>
                    <a:pt x="778" y="248"/>
                  </a:moveTo>
                  <a:lnTo>
                    <a:pt x="984" y="314"/>
                  </a:lnTo>
                  <a:lnTo>
                    <a:pt x="961" y="384"/>
                  </a:lnTo>
                  <a:lnTo>
                    <a:pt x="755" y="318"/>
                  </a:lnTo>
                  <a:lnTo>
                    <a:pt x="778" y="248"/>
                  </a:lnTo>
                  <a:moveTo>
                    <a:pt x="1735" y="633"/>
                  </a:moveTo>
                  <a:lnTo>
                    <a:pt x="1143" y="443"/>
                  </a:lnTo>
                  <a:cubicBezTo>
                    <a:pt x="1162" y="425"/>
                    <a:pt x="1178" y="405"/>
                    <a:pt x="1190" y="381"/>
                  </a:cubicBezTo>
                  <a:lnTo>
                    <a:pt x="1767" y="567"/>
                  </a:lnTo>
                  <a:cubicBezTo>
                    <a:pt x="1758" y="590"/>
                    <a:pt x="1747" y="612"/>
                    <a:pt x="1735" y="633"/>
                  </a:cubicBezTo>
                  <a:close/>
                </a:path>
              </a:pathLst>
            </a:custGeom>
            <a:solidFill>
              <a:srgbClr val="FDBF4D"/>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85" name="Google Shape;285;p1"/>
            <p:cNvSpPr/>
            <p:nvPr/>
          </p:nvSpPr>
          <p:spPr>
            <a:xfrm flipH="1">
              <a:off x="1778841" y="3724918"/>
              <a:ext cx="610187" cy="218267"/>
            </a:xfrm>
            <a:custGeom>
              <a:rect b="b" l="l" r="r" t="t"/>
              <a:pathLst>
                <a:path extrusionOk="0" h="636" w="1778">
                  <a:moveTo>
                    <a:pt x="14" y="0"/>
                  </a:moveTo>
                  <a:lnTo>
                    <a:pt x="603" y="190"/>
                  </a:lnTo>
                  <a:cubicBezTo>
                    <a:pt x="599" y="217"/>
                    <a:pt x="598" y="242"/>
                    <a:pt x="600" y="266"/>
                  </a:cubicBezTo>
                  <a:lnTo>
                    <a:pt x="0" y="73"/>
                  </a:lnTo>
                  <a:cubicBezTo>
                    <a:pt x="4" y="49"/>
                    <a:pt x="8" y="25"/>
                    <a:pt x="14" y="0"/>
                  </a:cubicBezTo>
                  <a:moveTo>
                    <a:pt x="786" y="249"/>
                  </a:moveTo>
                  <a:lnTo>
                    <a:pt x="992" y="316"/>
                  </a:lnTo>
                  <a:lnTo>
                    <a:pt x="970" y="385"/>
                  </a:lnTo>
                  <a:lnTo>
                    <a:pt x="764" y="318"/>
                  </a:lnTo>
                  <a:lnTo>
                    <a:pt x="786" y="249"/>
                  </a:lnTo>
                  <a:moveTo>
                    <a:pt x="1750" y="636"/>
                  </a:moveTo>
                  <a:lnTo>
                    <a:pt x="1169" y="449"/>
                  </a:lnTo>
                  <a:cubicBezTo>
                    <a:pt x="1183" y="430"/>
                    <a:pt x="1194" y="408"/>
                    <a:pt x="1202" y="383"/>
                  </a:cubicBezTo>
                  <a:lnTo>
                    <a:pt x="1778" y="569"/>
                  </a:lnTo>
                  <a:cubicBezTo>
                    <a:pt x="1770" y="592"/>
                    <a:pt x="1761" y="614"/>
                    <a:pt x="1750" y="636"/>
                  </a:cubicBezTo>
                  <a:close/>
                </a:path>
              </a:pathLst>
            </a:custGeom>
            <a:solidFill>
              <a:srgbClr val="FDBF4E"/>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86" name="Google Shape;286;p1"/>
            <p:cNvSpPr/>
            <p:nvPr/>
          </p:nvSpPr>
          <p:spPr>
            <a:xfrm flipH="1">
              <a:off x="1770605" y="3713936"/>
              <a:ext cx="612933" cy="203510"/>
            </a:xfrm>
            <a:custGeom>
              <a:rect b="b" l="l" r="r" t="t"/>
              <a:pathLst>
                <a:path extrusionOk="0" h="593" w="1786">
                  <a:moveTo>
                    <a:pt x="7" y="0"/>
                  </a:moveTo>
                  <a:lnTo>
                    <a:pt x="593" y="190"/>
                  </a:lnTo>
                  <a:cubicBezTo>
                    <a:pt x="591" y="198"/>
                    <a:pt x="590" y="206"/>
                    <a:pt x="589" y="213"/>
                  </a:cubicBezTo>
                  <a:lnTo>
                    <a:pt x="0" y="24"/>
                  </a:lnTo>
                  <a:cubicBezTo>
                    <a:pt x="2" y="16"/>
                    <a:pt x="4" y="8"/>
                    <a:pt x="7" y="0"/>
                  </a:cubicBezTo>
                  <a:moveTo>
                    <a:pt x="795" y="204"/>
                  </a:moveTo>
                  <a:lnTo>
                    <a:pt x="1001" y="270"/>
                  </a:lnTo>
                  <a:lnTo>
                    <a:pt x="979" y="339"/>
                  </a:lnTo>
                  <a:lnTo>
                    <a:pt x="773" y="273"/>
                  </a:lnTo>
                  <a:lnTo>
                    <a:pt x="795" y="204"/>
                  </a:lnTo>
                  <a:moveTo>
                    <a:pt x="1770" y="580"/>
                  </a:moveTo>
                  <a:cubicBezTo>
                    <a:pt x="1768" y="584"/>
                    <a:pt x="1767" y="589"/>
                    <a:pt x="1765" y="593"/>
                  </a:cubicBezTo>
                  <a:lnTo>
                    <a:pt x="1188" y="407"/>
                  </a:lnTo>
                  <a:cubicBezTo>
                    <a:pt x="1196" y="381"/>
                    <a:pt x="1199" y="357"/>
                    <a:pt x="1197" y="333"/>
                  </a:cubicBezTo>
                  <a:lnTo>
                    <a:pt x="1786" y="523"/>
                  </a:lnTo>
                  <a:cubicBezTo>
                    <a:pt x="1781" y="541"/>
                    <a:pt x="1776" y="560"/>
                    <a:pt x="1770" y="580"/>
                  </a:cubicBezTo>
                  <a:close/>
                </a:path>
              </a:pathLst>
            </a:custGeom>
            <a:solidFill>
              <a:srgbClr val="FDC04F"/>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87" name="Google Shape;287;p1"/>
            <p:cNvSpPr/>
            <p:nvPr/>
          </p:nvSpPr>
          <p:spPr>
            <a:xfrm flipH="1">
              <a:off x="1767516" y="3770219"/>
              <a:ext cx="346619" cy="133843"/>
            </a:xfrm>
            <a:custGeom>
              <a:rect b="b" l="l" r="r" t="t"/>
              <a:pathLst>
                <a:path extrusionOk="0" h="390" w="1010">
                  <a:moveTo>
                    <a:pt x="23" y="0"/>
                  </a:moveTo>
                  <a:lnTo>
                    <a:pt x="229" y="67"/>
                  </a:lnTo>
                  <a:lnTo>
                    <a:pt x="207" y="136"/>
                  </a:lnTo>
                  <a:lnTo>
                    <a:pt x="0" y="70"/>
                  </a:lnTo>
                  <a:lnTo>
                    <a:pt x="23" y="0"/>
                  </a:lnTo>
                  <a:moveTo>
                    <a:pt x="992" y="390"/>
                  </a:moveTo>
                  <a:lnTo>
                    <a:pt x="411" y="203"/>
                  </a:lnTo>
                  <a:cubicBezTo>
                    <a:pt x="414" y="175"/>
                    <a:pt x="411" y="148"/>
                    <a:pt x="403" y="123"/>
                  </a:cubicBezTo>
                  <a:lnTo>
                    <a:pt x="1010" y="318"/>
                  </a:lnTo>
                  <a:cubicBezTo>
                    <a:pt x="1005" y="341"/>
                    <a:pt x="1000" y="365"/>
                    <a:pt x="992" y="390"/>
                  </a:cubicBezTo>
                  <a:close/>
                </a:path>
              </a:pathLst>
            </a:custGeom>
            <a:solidFill>
              <a:srgbClr val="FDC150"/>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88" name="Google Shape;288;p1"/>
            <p:cNvSpPr/>
            <p:nvPr/>
          </p:nvSpPr>
          <p:spPr>
            <a:xfrm flipH="1">
              <a:off x="1765457" y="3757178"/>
              <a:ext cx="344217" cy="133157"/>
            </a:xfrm>
            <a:custGeom>
              <a:rect b="b" l="l" r="r" t="t"/>
              <a:pathLst>
                <a:path extrusionOk="0" h="388" w="1003">
                  <a:moveTo>
                    <a:pt x="22" y="0"/>
                  </a:moveTo>
                  <a:lnTo>
                    <a:pt x="228" y="67"/>
                  </a:lnTo>
                  <a:lnTo>
                    <a:pt x="206" y="135"/>
                  </a:lnTo>
                  <a:lnTo>
                    <a:pt x="0" y="69"/>
                  </a:lnTo>
                  <a:lnTo>
                    <a:pt x="22" y="0"/>
                  </a:lnTo>
                  <a:moveTo>
                    <a:pt x="990" y="388"/>
                  </a:moveTo>
                  <a:lnTo>
                    <a:pt x="398" y="197"/>
                  </a:lnTo>
                  <a:cubicBezTo>
                    <a:pt x="394" y="167"/>
                    <a:pt x="383" y="139"/>
                    <a:pt x="366" y="111"/>
                  </a:cubicBezTo>
                  <a:lnTo>
                    <a:pt x="1003" y="316"/>
                  </a:lnTo>
                  <a:cubicBezTo>
                    <a:pt x="1000" y="340"/>
                    <a:pt x="996" y="364"/>
                    <a:pt x="990" y="388"/>
                  </a:cubicBezTo>
                  <a:close/>
                </a:path>
              </a:pathLst>
            </a:custGeom>
            <a:solidFill>
              <a:srgbClr val="FDC25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89" name="Google Shape;289;p1"/>
            <p:cNvSpPr/>
            <p:nvPr/>
          </p:nvSpPr>
          <p:spPr>
            <a:xfrm flipH="1">
              <a:off x="1763741" y="3730409"/>
              <a:ext cx="337353" cy="132127"/>
            </a:xfrm>
            <a:custGeom>
              <a:rect b="b" l="l" r="r" t="t"/>
              <a:pathLst>
                <a:path extrusionOk="0" h="385" w="983">
                  <a:moveTo>
                    <a:pt x="22" y="0"/>
                  </a:moveTo>
                  <a:lnTo>
                    <a:pt x="983" y="310"/>
                  </a:lnTo>
                  <a:cubicBezTo>
                    <a:pt x="983" y="334"/>
                    <a:pt x="982" y="359"/>
                    <a:pt x="979" y="385"/>
                  </a:cubicBezTo>
                  <a:lnTo>
                    <a:pt x="333" y="177"/>
                  </a:lnTo>
                  <a:cubicBezTo>
                    <a:pt x="308" y="139"/>
                    <a:pt x="271" y="104"/>
                    <a:pt x="228" y="69"/>
                  </a:cubicBezTo>
                  <a:lnTo>
                    <a:pt x="206" y="136"/>
                  </a:lnTo>
                  <a:lnTo>
                    <a:pt x="0" y="69"/>
                  </a:lnTo>
                  <a:lnTo>
                    <a:pt x="22" y="0"/>
                  </a:lnTo>
                  <a:close/>
                </a:path>
              </a:pathLst>
            </a:custGeom>
            <a:solidFill>
              <a:srgbClr val="FDC353"/>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90" name="Google Shape;290;p1"/>
            <p:cNvSpPr/>
            <p:nvPr/>
          </p:nvSpPr>
          <p:spPr>
            <a:xfrm flipH="1">
              <a:off x="1763741" y="3717025"/>
              <a:ext cx="333235" cy="131441"/>
            </a:xfrm>
            <a:custGeom>
              <a:rect b="b" l="l" r="r" t="t"/>
              <a:pathLst>
                <a:path extrusionOk="0" h="383" w="971">
                  <a:moveTo>
                    <a:pt x="23" y="0"/>
                  </a:moveTo>
                  <a:lnTo>
                    <a:pt x="968" y="305"/>
                  </a:lnTo>
                  <a:cubicBezTo>
                    <a:pt x="971" y="330"/>
                    <a:pt x="971" y="356"/>
                    <a:pt x="970" y="383"/>
                  </a:cubicBezTo>
                  <a:lnTo>
                    <a:pt x="272" y="158"/>
                  </a:lnTo>
                  <a:cubicBezTo>
                    <a:pt x="255" y="141"/>
                    <a:pt x="236" y="124"/>
                    <a:pt x="216" y="108"/>
                  </a:cubicBezTo>
                  <a:lnTo>
                    <a:pt x="206" y="136"/>
                  </a:lnTo>
                  <a:lnTo>
                    <a:pt x="0" y="70"/>
                  </a:lnTo>
                  <a:lnTo>
                    <a:pt x="23" y="0"/>
                  </a:lnTo>
                  <a:close/>
                </a:path>
              </a:pathLst>
            </a:custGeom>
            <a:solidFill>
              <a:srgbClr val="FDC453"/>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91" name="Google Shape;291;p1"/>
            <p:cNvSpPr/>
            <p:nvPr/>
          </p:nvSpPr>
          <p:spPr>
            <a:xfrm flipH="1">
              <a:off x="1764084" y="3695747"/>
              <a:ext cx="345590" cy="137961"/>
            </a:xfrm>
            <a:custGeom>
              <a:rect b="b" l="l" r="r" t="t"/>
              <a:pathLst>
                <a:path extrusionOk="0" h="402" w="1007">
                  <a:moveTo>
                    <a:pt x="66" y="42"/>
                  </a:moveTo>
                  <a:cubicBezTo>
                    <a:pt x="45" y="28"/>
                    <a:pt x="22" y="14"/>
                    <a:pt x="0" y="0"/>
                  </a:cubicBezTo>
                  <a:lnTo>
                    <a:pt x="999" y="322"/>
                  </a:lnTo>
                  <a:cubicBezTo>
                    <a:pt x="1004" y="348"/>
                    <a:pt x="1007" y="374"/>
                    <a:pt x="1007" y="402"/>
                  </a:cubicBezTo>
                  <a:lnTo>
                    <a:pt x="50" y="93"/>
                  </a:lnTo>
                  <a:lnTo>
                    <a:pt x="66" y="42"/>
                  </a:lnTo>
                  <a:close/>
                </a:path>
              </a:pathLst>
            </a:custGeom>
            <a:solidFill>
              <a:srgbClr val="FDC454"/>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92" name="Google Shape;292;p1"/>
            <p:cNvSpPr/>
            <p:nvPr/>
          </p:nvSpPr>
          <p:spPr>
            <a:xfrm flipH="1">
              <a:off x="1765114" y="3667262"/>
              <a:ext cx="387459" cy="151346"/>
            </a:xfrm>
            <a:custGeom>
              <a:rect b="b" l="l" r="r" t="t"/>
              <a:pathLst>
                <a:path extrusionOk="0" h="441" w="1129">
                  <a:moveTo>
                    <a:pt x="191" y="125"/>
                  </a:moveTo>
                  <a:cubicBezTo>
                    <a:pt x="129" y="85"/>
                    <a:pt x="63" y="44"/>
                    <a:pt x="0" y="0"/>
                  </a:cubicBezTo>
                  <a:lnTo>
                    <a:pt x="1114" y="359"/>
                  </a:lnTo>
                  <a:cubicBezTo>
                    <a:pt x="1121" y="385"/>
                    <a:pt x="1126" y="412"/>
                    <a:pt x="1129" y="441"/>
                  </a:cubicBezTo>
                  <a:lnTo>
                    <a:pt x="187" y="137"/>
                  </a:lnTo>
                  <a:lnTo>
                    <a:pt x="191" y="125"/>
                  </a:lnTo>
                  <a:close/>
                </a:path>
              </a:pathLst>
            </a:custGeom>
            <a:solidFill>
              <a:srgbClr val="FDC555"/>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93" name="Google Shape;293;p1"/>
            <p:cNvSpPr/>
            <p:nvPr/>
          </p:nvSpPr>
          <p:spPr>
            <a:xfrm flipH="1">
              <a:off x="1767516" y="3640837"/>
              <a:ext cx="420748" cy="162328"/>
            </a:xfrm>
            <a:custGeom>
              <a:rect b="b" l="l" r="r" t="t"/>
              <a:pathLst>
                <a:path extrusionOk="0" h="473" w="1226">
                  <a:moveTo>
                    <a:pt x="0" y="0"/>
                  </a:moveTo>
                  <a:lnTo>
                    <a:pt x="1202" y="387"/>
                  </a:lnTo>
                  <a:cubicBezTo>
                    <a:pt x="1212" y="414"/>
                    <a:pt x="1221" y="443"/>
                    <a:pt x="1226" y="473"/>
                  </a:cubicBezTo>
                  <a:lnTo>
                    <a:pt x="201" y="142"/>
                  </a:lnTo>
                  <a:cubicBezTo>
                    <a:pt x="133" y="98"/>
                    <a:pt x="64" y="51"/>
                    <a:pt x="0" y="0"/>
                  </a:cubicBezTo>
                  <a:close/>
                </a:path>
              </a:pathLst>
            </a:custGeom>
            <a:solidFill>
              <a:srgbClr val="FDC656"/>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94" name="Google Shape;294;p1"/>
            <p:cNvSpPr/>
            <p:nvPr/>
          </p:nvSpPr>
          <p:spPr>
            <a:xfrm flipH="1">
              <a:off x="1771291" y="3617500"/>
              <a:ext cx="444085" cy="169535"/>
            </a:xfrm>
            <a:custGeom>
              <a:rect b="b" l="l" r="r" t="t"/>
              <a:pathLst>
                <a:path extrusionOk="0" h="494" w="1294">
                  <a:moveTo>
                    <a:pt x="0" y="0"/>
                  </a:moveTo>
                  <a:lnTo>
                    <a:pt x="1259" y="406"/>
                  </a:lnTo>
                  <a:cubicBezTo>
                    <a:pt x="1273" y="434"/>
                    <a:pt x="1285" y="463"/>
                    <a:pt x="1294" y="494"/>
                  </a:cubicBezTo>
                  <a:lnTo>
                    <a:pt x="157" y="127"/>
                  </a:lnTo>
                  <a:cubicBezTo>
                    <a:pt x="102" y="88"/>
                    <a:pt x="48" y="46"/>
                    <a:pt x="0" y="0"/>
                  </a:cubicBezTo>
                  <a:close/>
                </a:path>
              </a:pathLst>
            </a:custGeom>
            <a:solidFill>
              <a:srgbClr val="FDC656"/>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95" name="Google Shape;295;p1"/>
            <p:cNvSpPr/>
            <p:nvPr/>
          </p:nvSpPr>
          <p:spPr>
            <a:xfrm flipH="1">
              <a:off x="1777125" y="3595879"/>
              <a:ext cx="459185" cy="174339"/>
            </a:xfrm>
            <a:custGeom>
              <a:rect b="b" l="l" r="r" t="t"/>
              <a:pathLst>
                <a:path extrusionOk="0" h="508" w="1338">
                  <a:moveTo>
                    <a:pt x="0" y="0"/>
                  </a:moveTo>
                  <a:lnTo>
                    <a:pt x="1290" y="417"/>
                  </a:lnTo>
                  <a:cubicBezTo>
                    <a:pt x="1309" y="446"/>
                    <a:pt x="1325" y="476"/>
                    <a:pt x="1338" y="508"/>
                  </a:cubicBezTo>
                  <a:lnTo>
                    <a:pt x="122" y="117"/>
                  </a:lnTo>
                  <a:cubicBezTo>
                    <a:pt x="78" y="81"/>
                    <a:pt x="37" y="42"/>
                    <a:pt x="0" y="0"/>
                  </a:cubicBezTo>
                  <a:close/>
                </a:path>
              </a:pathLst>
            </a:custGeom>
            <a:solidFill>
              <a:srgbClr val="FDC757"/>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96" name="Google Shape;296;p1"/>
            <p:cNvSpPr/>
            <p:nvPr/>
          </p:nvSpPr>
          <p:spPr>
            <a:xfrm flipH="1">
              <a:off x="1785362" y="3576318"/>
              <a:ext cx="466735" cy="176742"/>
            </a:xfrm>
            <a:custGeom>
              <a:rect b="b" l="l" r="r" t="t"/>
              <a:pathLst>
                <a:path extrusionOk="0" h="515" w="1360">
                  <a:moveTo>
                    <a:pt x="0" y="0"/>
                  </a:moveTo>
                  <a:lnTo>
                    <a:pt x="1297" y="418"/>
                  </a:lnTo>
                  <a:cubicBezTo>
                    <a:pt x="1321" y="449"/>
                    <a:pt x="1342" y="481"/>
                    <a:pt x="1360" y="515"/>
                  </a:cubicBezTo>
                  <a:lnTo>
                    <a:pt x="93" y="106"/>
                  </a:lnTo>
                  <a:cubicBezTo>
                    <a:pt x="59" y="73"/>
                    <a:pt x="27" y="38"/>
                    <a:pt x="0" y="0"/>
                  </a:cubicBezTo>
                  <a:close/>
                </a:path>
              </a:pathLst>
            </a:custGeom>
            <a:solidFill>
              <a:srgbClr val="FDC858"/>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297" name="Google Shape;297;p1"/>
            <p:cNvSpPr/>
            <p:nvPr/>
          </p:nvSpPr>
          <p:spPr>
            <a:xfrm flipH="1">
              <a:off x="1289800" y="2913622"/>
              <a:ext cx="1474334" cy="1473990"/>
            </a:xfrm>
            <a:custGeom>
              <a:rect b="b" l="l" r="r" t="t"/>
              <a:pathLst>
                <a:path extrusionOk="0" h="4295" w="4296">
                  <a:moveTo>
                    <a:pt x="3667" y="629"/>
                  </a:moveTo>
                  <a:cubicBezTo>
                    <a:pt x="3934" y="895"/>
                    <a:pt x="4125" y="1228"/>
                    <a:pt x="4223" y="1592"/>
                  </a:cubicBezTo>
                  <a:cubicBezTo>
                    <a:pt x="4320" y="1957"/>
                    <a:pt x="4320" y="2339"/>
                    <a:pt x="4223" y="2703"/>
                  </a:cubicBezTo>
                  <a:cubicBezTo>
                    <a:pt x="4125" y="3068"/>
                    <a:pt x="3933" y="3400"/>
                    <a:pt x="3667" y="3666"/>
                  </a:cubicBezTo>
                  <a:cubicBezTo>
                    <a:pt x="3400" y="3933"/>
                    <a:pt x="3068" y="4125"/>
                    <a:pt x="2704" y="4222"/>
                  </a:cubicBezTo>
                  <a:cubicBezTo>
                    <a:pt x="2339" y="4320"/>
                    <a:pt x="1956" y="4320"/>
                    <a:pt x="1592" y="4222"/>
                  </a:cubicBezTo>
                  <a:cubicBezTo>
                    <a:pt x="1227" y="4125"/>
                    <a:pt x="895" y="3933"/>
                    <a:pt x="629" y="3666"/>
                  </a:cubicBezTo>
                  <a:cubicBezTo>
                    <a:pt x="362" y="3400"/>
                    <a:pt x="171" y="3068"/>
                    <a:pt x="74" y="2703"/>
                  </a:cubicBezTo>
                  <a:cubicBezTo>
                    <a:pt x="-24" y="2339"/>
                    <a:pt x="-24" y="1956"/>
                    <a:pt x="74" y="1592"/>
                  </a:cubicBezTo>
                  <a:cubicBezTo>
                    <a:pt x="171" y="1227"/>
                    <a:pt x="362" y="896"/>
                    <a:pt x="629" y="629"/>
                  </a:cubicBezTo>
                  <a:cubicBezTo>
                    <a:pt x="895" y="363"/>
                    <a:pt x="1228" y="170"/>
                    <a:pt x="1592" y="73"/>
                  </a:cubicBezTo>
                  <a:cubicBezTo>
                    <a:pt x="1957" y="-25"/>
                    <a:pt x="2340" y="-25"/>
                    <a:pt x="2704" y="73"/>
                  </a:cubicBezTo>
                  <a:cubicBezTo>
                    <a:pt x="3069" y="170"/>
                    <a:pt x="3401" y="362"/>
                    <a:pt x="3667" y="629"/>
                  </a:cubicBezTo>
                  <a:close/>
                </a:path>
              </a:pathLst>
            </a:custGeom>
            <a:solidFill>
              <a:schemeClr val="dk2"/>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nvGrpSpPr>
            <p:cNvPr id="298" name="Google Shape;298;p1"/>
            <p:cNvGrpSpPr/>
            <p:nvPr/>
          </p:nvGrpSpPr>
          <p:grpSpPr>
            <a:xfrm>
              <a:off x="2867090" y="3001478"/>
              <a:ext cx="1364859" cy="1565280"/>
              <a:chOff x="7426940" y="3153878"/>
              <a:chExt cx="1364859" cy="1565280"/>
            </a:xfrm>
          </p:grpSpPr>
          <p:sp>
            <p:nvSpPr>
              <p:cNvPr id="299" name="Google Shape;299;p1"/>
              <p:cNvSpPr/>
              <p:nvPr/>
            </p:nvSpPr>
            <p:spPr>
              <a:xfrm flipH="1">
                <a:off x="7576570" y="4641254"/>
                <a:ext cx="1215229" cy="77904"/>
              </a:xfrm>
              <a:custGeom>
                <a:rect b="b" l="l" r="r" t="t"/>
                <a:pathLst>
                  <a:path extrusionOk="0" h="227" w="3541">
                    <a:moveTo>
                      <a:pt x="3541" y="114"/>
                    </a:moveTo>
                    <a:cubicBezTo>
                      <a:pt x="3541" y="134"/>
                      <a:pt x="3459" y="153"/>
                      <a:pt x="3304" y="170"/>
                    </a:cubicBezTo>
                    <a:cubicBezTo>
                      <a:pt x="3149" y="188"/>
                      <a:pt x="2925" y="202"/>
                      <a:pt x="2656" y="212"/>
                    </a:cubicBezTo>
                    <a:cubicBezTo>
                      <a:pt x="2387" y="222"/>
                      <a:pt x="2082" y="227"/>
                      <a:pt x="1771" y="227"/>
                    </a:cubicBezTo>
                    <a:cubicBezTo>
                      <a:pt x="1460" y="227"/>
                      <a:pt x="1155" y="222"/>
                      <a:pt x="886" y="212"/>
                    </a:cubicBezTo>
                    <a:cubicBezTo>
                      <a:pt x="616" y="202"/>
                      <a:pt x="393" y="188"/>
                      <a:pt x="238" y="170"/>
                    </a:cubicBezTo>
                    <a:cubicBezTo>
                      <a:pt x="82" y="153"/>
                      <a:pt x="0" y="134"/>
                      <a:pt x="0" y="114"/>
                    </a:cubicBezTo>
                    <a:cubicBezTo>
                      <a:pt x="0" y="94"/>
                      <a:pt x="82" y="74"/>
                      <a:pt x="238" y="57"/>
                    </a:cubicBezTo>
                    <a:cubicBezTo>
                      <a:pt x="393" y="39"/>
                      <a:pt x="616" y="25"/>
                      <a:pt x="886" y="15"/>
                    </a:cubicBezTo>
                    <a:cubicBezTo>
                      <a:pt x="1155" y="5"/>
                      <a:pt x="1460" y="0"/>
                      <a:pt x="1771" y="0"/>
                    </a:cubicBezTo>
                    <a:cubicBezTo>
                      <a:pt x="2082" y="0"/>
                      <a:pt x="2387" y="5"/>
                      <a:pt x="2656" y="15"/>
                    </a:cubicBezTo>
                    <a:cubicBezTo>
                      <a:pt x="2925" y="25"/>
                      <a:pt x="3149" y="39"/>
                      <a:pt x="3304" y="57"/>
                    </a:cubicBezTo>
                    <a:cubicBezTo>
                      <a:pt x="3459" y="74"/>
                      <a:pt x="3541" y="94"/>
                      <a:pt x="3541" y="114"/>
                    </a:cubicBezTo>
                    <a:close/>
                  </a:path>
                </a:pathLst>
              </a:custGeom>
              <a:solidFill>
                <a:srgbClr val="61795F">
                  <a:alpha val="27059"/>
                </a:srgbClr>
              </a:solidFill>
              <a:ln>
                <a:noFill/>
              </a:ln>
            </p:spPr>
            <p:txBody>
              <a:bodyPr anchorCtr="1" anchor="ctr" bIns="48925" lIns="120000" spcFirstLastPara="1" rIns="120000" wrap="square" tIns="48925">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300" name="Google Shape;300;p1"/>
              <p:cNvSpPr/>
              <p:nvPr/>
            </p:nvSpPr>
            <p:spPr>
              <a:xfrm flipH="1">
                <a:off x="8530632" y="4527659"/>
                <a:ext cx="75845" cy="78933"/>
              </a:xfrm>
              <a:custGeom>
                <a:rect b="b" l="l" r="r" t="t"/>
                <a:pathLst>
                  <a:path extrusionOk="0" h="230" w="221">
                    <a:moveTo>
                      <a:pt x="154" y="230"/>
                    </a:moveTo>
                    <a:cubicBezTo>
                      <a:pt x="145" y="205"/>
                      <a:pt x="138" y="182"/>
                      <a:pt x="138" y="182"/>
                    </a:cubicBezTo>
                    <a:lnTo>
                      <a:pt x="221" y="101"/>
                    </a:lnTo>
                    <a:lnTo>
                      <a:pt x="84" y="0"/>
                    </a:lnTo>
                    <a:lnTo>
                      <a:pt x="3" y="92"/>
                    </a:lnTo>
                    <a:cubicBezTo>
                      <a:pt x="3" y="92"/>
                      <a:pt x="2" y="92"/>
                      <a:pt x="0" y="92"/>
                    </a:cubicBezTo>
                    <a:cubicBezTo>
                      <a:pt x="0" y="105"/>
                      <a:pt x="0" y="117"/>
                      <a:pt x="0" y="129"/>
                    </a:cubicBezTo>
                    <a:cubicBezTo>
                      <a:pt x="42" y="171"/>
                      <a:pt x="95" y="213"/>
                      <a:pt x="154" y="230"/>
                    </a:cubicBezTo>
                    <a:close/>
                  </a:path>
                </a:pathLst>
              </a:custGeom>
              <a:solidFill>
                <a:schemeClr val="accent2"/>
              </a:solidFill>
              <a:ln>
                <a:noFill/>
              </a:ln>
            </p:spPr>
            <p:txBody>
              <a:bodyPr anchorCtr="1" anchor="ctr" bIns="50400" lIns="120000" spcFirstLastPara="1" rIns="120000" wrap="square" tIns="504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301" name="Google Shape;301;p1"/>
              <p:cNvSpPr/>
              <p:nvPr/>
            </p:nvSpPr>
            <p:spPr>
              <a:xfrm flipH="1">
                <a:off x="8484645" y="4559576"/>
                <a:ext cx="146198" cy="103643"/>
              </a:xfrm>
              <a:custGeom>
                <a:rect b="b" l="l" r="r" t="t"/>
                <a:pathLst>
                  <a:path extrusionOk="0" h="302" w="426">
                    <a:moveTo>
                      <a:pt x="400" y="232"/>
                    </a:moveTo>
                    <a:cubicBezTo>
                      <a:pt x="373" y="221"/>
                      <a:pt x="275" y="201"/>
                      <a:pt x="256" y="193"/>
                    </a:cubicBezTo>
                    <a:cubicBezTo>
                      <a:pt x="247" y="188"/>
                      <a:pt x="235" y="162"/>
                      <a:pt x="225" y="137"/>
                    </a:cubicBezTo>
                    <a:cubicBezTo>
                      <a:pt x="166" y="120"/>
                      <a:pt x="113" y="78"/>
                      <a:pt x="71" y="36"/>
                    </a:cubicBezTo>
                    <a:cubicBezTo>
                      <a:pt x="71" y="24"/>
                      <a:pt x="71" y="12"/>
                      <a:pt x="71" y="0"/>
                    </a:cubicBezTo>
                    <a:cubicBezTo>
                      <a:pt x="59" y="3"/>
                      <a:pt x="19" y="17"/>
                      <a:pt x="2" y="76"/>
                    </a:cubicBezTo>
                    <a:cubicBezTo>
                      <a:pt x="-19" y="146"/>
                      <a:pt x="132" y="266"/>
                      <a:pt x="132" y="266"/>
                    </a:cubicBezTo>
                    <a:cubicBezTo>
                      <a:pt x="132" y="266"/>
                      <a:pt x="155" y="297"/>
                      <a:pt x="188" y="300"/>
                    </a:cubicBezTo>
                    <a:cubicBezTo>
                      <a:pt x="221" y="304"/>
                      <a:pt x="426" y="300"/>
                      <a:pt x="426" y="300"/>
                    </a:cubicBezTo>
                    <a:cubicBezTo>
                      <a:pt x="426" y="300"/>
                      <a:pt x="427" y="243"/>
                      <a:pt x="400" y="232"/>
                    </a:cubicBezTo>
                    <a:close/>
                  </a:path>
                </a:pathLst>
              </a:custGeom>
              <a:solidFill>
                <a:schemeClr val="dk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FFFFFF"/>
                  </a:solidFill>
                  <a:latin typeface="Arial"/>
                  <a:ea typeface="Arial"/>
                  <a:cs typeface="Arial"/>
                  <a:sym typeface="Arial"/>
                </a:endParaRPr>
              </a:p>
            </p:txBody>
          </p:sp>
          <p:sp>
            <p:nvSpPr>
              <p:cNvPr id="302" name="Google Shape;302;p1"/>
              <p:cNvSpPr/>
              <p:nvPr/>
            </p:nvSpPr>
            <p:spPr>
              <a:xfrm flipH="1">
                <a:off x="7780080" y="4595267"/>
                <a:ext cx="76874" cy="56283"/>
              </a:xfrm>
              <a:custGeom>
                <a:rect b="b" l="l" r="r" t="t"/>
                <a:pathLst>
                  <a:path extrusionOk="0" h="164" w="224">
                    <a:moveTo>
                      <a:pt x="224" y="69"/>
                    </a:moveTo>
                    <a:cubicBezTo>
                      <a:pt x="223" y="69"/>
                      <a:pt x="222" y="69"/>
                      <a:pt x="221" y="68"/>
                    </a:cubicBezTo>
                    <a:cubicBezTo>
                      <a:pt x="190" y="61"/>
                      <a:pt x="163" y="0"/>
                      <a:pt x="163" y="0"/>
                    </a:cubicBezTo>
                    <a:lnTo>
                      <a:pt x="0" y="57"/>
                    </a:lnTo>
                    <a:lnTo>
                      <a:pt x="18" y="125"/>
                    </a:lnTo>
                    <a:cubicBezTo>
                      <a:pt x="18" y="125"/>
                      <a:pt x="17" y="139"/>
                      <a:pt x="17" y="156"/>
                    </a:cubicBezTo>
                    <a:cubicBezTo>
                      <a:pt x="90" y="180"/>
                      <a:pt x="185" y="146"/>
                      <a:pt x="224" y="69"/>
                    </a:cubicBezTo>
                    <a:close/>
                  </a:path>
                </a:pathLst>
              </a:custGeom>
              <a:solidFill>
                <a:schemeClr val="accent2"/>
              </a:solidFill>
              <a:ln>
                <a:noFill/>
              </a:ln>
            </p:spPr>
            <p:txBody>
              <a:bodyPr anchorCtr="1" anchor="ctr" bIns="18700" lIns="120000" spcFirstLastPara="1" rIns="120000" wrap="square" tIns="18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303" name="Google Shape;303;p1"/>
              <p:cNvSpPr/>
              <p:nvPr/>
            </p:nvSpPr>
            <p:spPr>
              <a:xfrm flipH="1">
                <a:off x="7697715" y="4615172"/>
                <a:ext cx="153405" cy="57999"/>
              </a:xfrm>
              <a:custGeom>
                <a:rect b="b" l="l" r="r" t="t"/>
                <a:pathLst>
                  <a:path extrusionOk="0" h="169" w="447">
                    <a:moveTo>
                      <a:pt x="425" y="0"/>
                    </a:moveTo>
                    <a:cubicBezTo>
                      <a:pt x="405" y="0"/>
                      <a:pt x="243" y="17"/>
                      <a:pt x="207" y="11"/>
                    </a:cubicBezTo>
                    <a:cubicBezTo>
                      <a:pt x="168" y="88"/>
                      <a:pt x="73" y="122"/>
                      <a:pt x="0" y="98"/>
                    </a:cubicBezTo>
                    <a:cubicBezTo>
                      <a:pt x="0" y="117"/>
                      <a:pt x="2" y="140"/>
                      <a:pt x="10" y="154"/>
                    </a:cubicBezTo>
                    <a:cubicBezTo>
                      <a:pt x="25" y="179"/>
                      <a:pt x="165" y="167"/>
                      <a:pt x="212" y="154"/>
                    </a:cubicBezTo>
                    <a:cubicBezTo>
                      <a:pt x="259" y="141"/>
                      <a:pt x="384" y="83"/>
                      <a:pt x="423" y="69"/>
                    </a:cubicBezTo>
                    <a:cubicBezTo>
                      <a:pt x="463" y="54"/>
                      <a:pt x="445" y="0"/>
                      <a:pt x="425" y="0"/>
                    </a:cubicBezTo>
                    <a:close/>
                  </a:path>
                </a:pathLst>
              </a:custGeom>
              <a:solidFill>
                <a:schemeClr val="dk1"/>
              </a:solidFill>
              <a:ln>
                <a:noFill/>
              </a:ln>
            </p:spPr>
            <p:txBody>
              <a:bodyPr anchorCtr="1" anchor="ctr" bIns="21100" lIns="120000" spcFirstLastPara="1" rIns="120000" wrap="square" tIns="21100">
                <a:noAutofit/>
              </a:bodyPr>
              <a:lstStyle/>
              <a:p>
                <a:pPr indent="0" lvl="0" marL="0" marR="0" rtl="0" algn="l">
                  <a:spcBef>
                    <a:spcPts val="0"/>
                  </a:spcBef>
                  <a:spcAft>
                    <a:spcPts val="0"/>
                  </a:spcAft>
                  <a:buNone/>
                </a:pPr>
                <a:r>
                  <a:t/>
                </a:r>
                <a:endParaRPr sz="2400">
                  <a:solidFill>
                    <a:srgbClr val="FFFFFF"/>
                  </a:solidFill>
                  <a:latin typeface="Arial"/>
                  <a:ea typeface="Arial"/>
                  <a:cs typeface="Arial"/>
                  <a:sym typeface="Arial"/>
                </a:endParaRPr>
              </a:p>
            </p:txBody>
          </p:sp>
          <p:sp>
            <p:nvSpPr>
              <p:cNvPr id="304" name="Google Shape;304;p1"/>
              <p:cNvSpPr/>
              <p:nvPr/>
            </p:nvSpPr>
            <p:spPr>
              <a:xfrm flipH="1">
                <a:off x="7818174" y="3199865"/>
                <a:ext cx="135216" cy="161298"/>
              </a:xfrm>
              <a:custGeom>
                <a:rect b="b" l="l" r="r" t="t"/>
                <a:pathLst>
                  <a:path extrusionOk="0" h="470" w="394">
                    <a:moveTo>
                      <a:pt x="53" y="340"/>
                    </a:moveTo>
                    <a:lnTo>
                      <a:pt x="0" y="329"/>
                    </a:lnTo>
                    <a:cubicBezTo>
                      <a:pt x="0" y="329"/>
                      <a:pt x="77" y="253"/>
                      <a:pt x="84" y="216"/>
                    </a:cubicBezTo>
                    <a:cubicBezTo>
                      <a:pt x="91" y="178"/>
                      <a:pt x="135" y="12"/>
                      <a:pt x="135" y="12"/>
                    </a:cubicBezTo>
                    <a:cubicBezTo>
                      <a:pt x="135" y="12"/>
                      <a:pt x="305" y="-18"/>
                      <a:pt x="358" y="16"/>
                    </a:cubicBezTo>
                    <a:cubicBezTo>
                      <a:pt x="411" y="49"/>
                      <a:pt x="395" y="239"/>
                      <a:pt x="378" y="313"/>
                    </a:cubicBezTo>
                    <a:cubicBezTo>
                      <a:pt x="360" y="388"/>
                      <a:pt x="255" y="370"/>
                      <a:pt x="255" y="370"/>
                    </a:cubicBezTo>
                    <a:cubicBezTo>
                      <a:pt x="255" y="370"/>
                      <a:pt x="220" y="400"/>
                      <a:pt x="224" y="458"/>
                    </a:cubicBezTo>
                    <a:cubicBezTo>
                      <a:pt x="227" y="517"/>
                      <a:pt x="53" y="340"/>
                      <a:pt x="53" y="340"/>
                    </a:cubicBezTo>
                    <a:close/>
                  </a:path>
                </a:pathLst>
              </a:custGeom>
              <a:solidFill>
                <a:srgbClr val="886E58"/>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305" name="Google Shape;305;p1"/>
              <p:cNvSpPr/>
              <p:nvPr/>
            </p:nvSpPr>
            <p:spPr>
              <a:xfrm flipH="1">
                <a:off x="7857984" y="3304194"/>
                <a:ext cx="117713" cy="97465"/>
              </a:xfrm>
              <a:custGeom>
                <a:rect b="b" l="l" r="r" t="t"/>
                <a:pathLst>
                  <a:path extrusionOk="0" h="284" w="343">
                    <a:moveTo>
                      <a:pt x="0" y="41"/>
                    </a:moveTo>
                    <a:cubicBezTo>
                      <a:pt x="0" y="41"/>
                      <a:pt x="44" y="-1"/>
                      <a:pt x="79" y="0"/>
                    </a:cubicBezTo>
                    <a:cubicBezTo>
                      <a:pt x="114" y="1"/>
                      <a:pt x="287" y="110"/>
                      <a:pt x="305" y="139"/>
                    </a:cubicBezTo>
                    <a:cubicBezTo>
                      <a:pt x="323" y="168"/>
                      <a:pt x="343" y="284"/>
                      <a:pt x="343" y="284"/>
                    </a:cubicBezTo>
                    <a:cubicBezTo>
                      <a:pt x="343" y="284"/>
                      <a:pt x="193" y="106"/>
                      <a:pt x="0" y="41"/>
                    </a:cubicBezTo>
                    <a:close/>
                  </a:path>
                </a:pathLst>
              </a:custGeom>
              <a:solidFill>
                <a:schemeClr val="accent5"/>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306" name="Google Shape;306;p1"/>
              <p:cNvSpPr/>
              <p:nvPr/>
            </p:nvSpPr>
            <p:spPr>
              <a:xfrm flipH="1">
                <a:off x="8058062" y="3884182"/>
                <a:ext cx="525421" cy="692897"/>
              </a:xfrm>
              <a:custGeom>
                <a:rect b="b" l="l" r="r" t="t"/>
                <a:pathLst>
                  <a:path extrusionOk="0" h="2019" w="1531">
                    <a:moveTo>
                      <a:pt x="994" y="0"/>
                    </a:moveTo>
                    <a:lnTo>
                      <a:pt x="606" y="1071"/>
                    </a:lnTo>
                    <a:lnTo>
                      <a:pt x="1" y="1856"/>
                    </a:lnTo>
                    <a:cubicBezTo>
                      <a:pt x="-10" y="1936"/>
                      <a:pt x="59" y="1983"/>
                      <a:pt x="154" y="2019"/>
                    </a:cubicBezTo>
                    <a:lnTo>
                      <a:pt x="1003" y="1247"/>
                    </a:lnTo>
                    <a:lnTo>
                      <a:pt x="1531" y="136"/>
                    </a:lnTo>
                    <a:lnTo>
                      <a:pt x="994" y="0"/>
                    </a:lnTo>
                    <a:close/>
                  </a:path>
                </a:pathLst>
              </a:custGeom>
              <a:solidFill>
                <a:schemeClr val="dk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FFFFFF"/>
                  </a:solidFill>
                  <a:latin typeface="Arial"/>
                  <a:ea typeface="Arial"/>
                  <a:cs typeface="Arial"/>
                  <a:sym typeface="Arial"/>
                </a:endParaRPr>
              </a:p>
            </p:txBody>
          </p:sp>
          <p:sp>
            <p:nvSpPr>
              <p:cNvPr id="307" name="Google Shape;307;p1"/>
              <p:cNvSpPr/>
              <p:nvPr/>
            </p:nvSpPr>
            <p:spPr>
              <a:xfrm flipH="1">
                <a:off x="7791405" y="3771959"/>
                <a:ext cx="460215" cy="848361"/>
              </a:xfrm>
              <a:custGeom>
                <a:rect b="b" l="l" r="r" t="t"/>
                <a:pathLst>
                  <a:path extrusionOk="0" h="2472" w="1341">
                    <a:moveTo>
                      <a:pt x="81" y="0"/>
                    </a:moveTo>
                    <a:cubicBezTo>
                      <a:pt x="81" y="0"/>
                      <a:pt x="16" y="142"/>
                      <a:pt x="2" y="266"/>
                    </a:cubicBezTo>
                    <a:cubicBezTo>
                      <a:pt x="-2" y="297"/>
                      <a:pt x="2" y="330"/>
                      <a:pt x="8" y="363"/>
                    </a:cubicBezTo>
                    <a:cubicBezTo>
                      <a:pt x="30" y="466"/>
                      <a:pt x="86" y="559"/>
                      <a:pt x="164" y="630"/>
                    </a:cubicBezTo>
                    <a:lnTo>
                      <a:pt x="221" y="683"/>
                    </a:lnTo>
                    <a:lnTo>
                      <a:pt x="752" y="1493"/>
                    </a:lnTo>
                    <a:lnTo>
                      <a:pt x="1096" y="2457"/>
                    </a:lnTo>
                    <a:cubicBezTo>
                      <a:pt x="1107" y="2501"/>
                      <a:pt x="1352" y="2439"/>
                      <a:pt x="1341" y="2395"/>
                    </a:cubicBezTo>
                    <a:cubicBezTo>
                      <a:pt x="1341" y="2395"/>
                      <a:pt x="1149" y="1543"/>
                      <a:pt x="1085" y="1335"/>
                    </a:cubicBezTo>
                    <a:cubicBezTo>
                      <a:pt x="1020" y="1128"/>
                      <a:pt x="709" y="432"/>
                      <a:pt x="709" y="432"/>
                    </a:cubicBezTo>
                    <a:lnTo>
                      <a:pt x="689" y="292"/>
                    </a:lnTo>
                    <a:lnTo>
                      <a:pt x="81" y="0"/>
                    </a:lnTo>
                    <a:close/>
                  </a:path>
                </a:pathLst>
              </a:custGeom>
              <a:solidFill>
                <a:schemeClr val="dk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308" name="Google Shape;308;p1"/>
              <p:cNvSpPr/>
              <p:nvPr/>
            </p:nvSpPr>
            <p:spPr>
              <a:xfrm flipH="1">
                <a:off x="8012418" y="3825840"/>
                <a:ext cx="231995" cy="96436"/>
              </a:xfrm>
              <a:custGeom>
                <a:rect b="b" l="l" r="r" t="t"/>
                <a:pathLst>
                  <a:path extrusionOk="0" h="281" w="676">
                    <a:moveTo>
                      <a:pt x="0" y="0"/>
                    </a:moveTo>
                    <a:cubicBezTo>
                      <a:pt x="0" y="0"/>
                      <a:pt x="89" y="154"/>
                      <a:pt x="294" y="220"/>
                    </a:cubicBezTo>
                    <a:cubicBezTo>
                      <a:pt x="499" y="286"/>
                      <a:pt x="676" y="281"/>
                      <a:pt x="676" y="281"/>
                    </a:cubicBezTo>
                    <a:lnTo>
                      <a:pt x="665" y="198"/>
                    </a:lnTo>
                    <a:lnTo>
                      <a:pt x="0" y="0"/>
                    </a:lnTo>
                    <a:close/>
                  </a:path>
                </a:pathLst>
              </a:custGeom>
              <a:solidFill>
                <a:schemeClr val="dk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FFFFFF"/>
                  </a:solidFill>
                  <a:latin typeface="Arial"/>
                  <a:ea typeface="Arial"/>
                  <a:cs typeface="Arial"/>
                  <a:sym typeface="Arial"/>
                </a:endParaRPr>
              </a:p>
            </p:txBody>
          </p:sp>
          <p:sp>
            <p:nvSpPr>
              <p:cNvPr id="309" name="Google Shape;309;p1"/>
              <p:cNvSpPr/>
              <p:nvPr/>
            </p:nvSpPr>
            <p:spPr>
              <a:xfrm flipH="1">
                <a:off x="7843227" y="3315176"/>
                <a:ext cx="423837" cy="594058"/>
              </a:xfrm>
              <a:custGeom>
                <a:rect b="b" l="l" r="r" t="t"/>
                <a:pathLst>
                  <a:path extrusionOk="0" h="1731" w="1235">
                    <a:moveTo>
                      <a:pt x="842" y="0"/>
                    </a:moveTo>
                    <a:cubicBezTo>
                      <a:pt x="840" y="1"/>
                      <a:pt x="839" y="1"/>
                      <a:pt x="838" y="2"/>
                    </a:cubicBezTo>
                    <a:cubicBezTo>
                      <a:pt x="667" y="71"/>
                      <a:pt x="539" y="216"/>
                      <a:pt x="485" y="392"/>
                    </a:cubicBezTo>
                    <a:cubicBezTo>
                      <a:pt x="426" y="583"/>
                      <a:pt x="358" y="825"/>
                      <a:pt x="358" y="825"/>
                    </a:cubicBezTo>
                    <a:lnTo>
                      <a:pt x="0" y="1441"/>
                    </a:lnTo>
                    <a:cubicBezTo>
                      <a:pt x="0" y="1441"/>
                      <a:pt x="430" y="1786"/>
                      <a:pt x="793" y="1723"/>
                    </a:cubicBezTo>
                    <a:cubicBezTo>
                      <a:pt x="857" y="1552"/>
                      <a:pt x="1027" y="1010"/>
                      <a:pt x="1027" y="1010"/>
                    </a:cubicBezTo>
                    <a:cubicBezTo>
                      <a:pt x="1027" y="1010"/>
                      <a:pt x="1273" y="722"/>
                      <a:pt x="1230" y="344"/>
                    </a:cubicBezTo>
                    <a:cubicBezTo>
                      <a:pt x="1220" y="259"/>
                      <a:pt x="1153" y="181"/>
                      <a:pt x="1098" y="122"/>
                    </a:cubicBezTo>
                    <a:cubicBezTo>
                      <a:pt x="991" y="8"/>
                      <a:pt x="842" y="0"/>
                      <a:pt x="842" y="0"/>
                    </a:cubicBezTo>
                    <a:close/>
                  </a:path>
                </a:pathLst>
              </a:custGeom>
              <a:solidFill>
                <a:schemeClr val="dk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310" name="Google Shape;310;p1"/>
              <p:cNvSpPr/>
              <p:nvPr/>
            </p:nvSpPr>
            <p:spPr>
              <a:xfrm flipH="1">
                <a:off x="7987709" y="3523148"/>
                <a:ext cx="146198" cy="329460"/>
              </a:xfrm>
              <a:custGeom>
                <a:rect b="b" l="l" r="r" t="t"/>
                <a:pathLst>
                  <a:path extrusionOk="0" h="960" w="426">
                    <a:moveTo>
                      <a:pt x="4" y="960"/>
                    </a:moveTo>
                    <a:cubicBezTo>
                      <a:pt x="3" y="960"/>
                      <a:pt x="3" y="960"/>
                      <a:pt x="2" y="960"/>
                    </a:cubicBezTo>
                    <a:cubicBezTo>
                      <a:pt x="0" y="959"/>
                      <a:pt x="-1" y="956"/>
                      <a:pt x="0" y="954"/>
                    </a:cubicBezTo>
                    <a:lnTo>
                      <a:pt x="321" y="316"/>
                    </a:lnTo>
                    <a:lnTo>
                      <a:pt x="417" y="3"/>
                    </a:lnTo>
                    <a:cubicBezTo>
                      <a:pt x="418" y="0"/>
                      <a:pt x="421" y="-1"/>
                      <a:pt x="423" y="0"/>
                    </a:cubicBezTo>
                    <a:cubicBezTo>
                      <a:pt x="425" y="0"/>
                      <a:pt x="427" y="3"/>
                      <a:pt x="426" y="5"/>
                    </a:cubicBezTo>
                    <a:lnTo>
                      <a:pt x="329" y="320"/>
                    </a:lnTo>
                    <a:lnTo>
                      <a:pt x="8" y="958"/>
                    </a:lnTo>
                    <a:cubicBezTo>
                      <a:pt x="7" y="959"/>
                      <a:pt x="6" y="960"/>
                      <a:pt x="4" y="960"/>
                    </a:cubicBezTo>
                    <a:close/>
                  </a:path>
                </a:pathLst>
              </a:custGeom>
              <a:solidFill>
                <a:schemeClr val="accent2"/>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311" name="Google Shape;311;p1"/>
              <p:cNvSpPr/>
              <p:nvPr/>
            </p:nvSpPr>
            <p:spPr>
              <a:xfrm flipH="1">
                <a:off x="7989082" y="3620957"/>
                <a:ext cx="52851" cy="19219"/>
              </a:xfrm>
              <a:custGeom>
                <a:rect b="b" l="l" r="r" t="t"/>
                <a:pathLst>
                  <a:path extrusionOk="0" h="56" w="154">
                    <a:moveTo>
                      <a:pt x="149" y="56"/>
                    </a:moveTo>
                    <a:lnTo>
                      <a:pt x="149" y="56"/>
                    </a:lnTo>
                    <a:cubicBezTo>
                      <a:pt x="67" y="49"/>
                      <a:pt x="5" y="10"/>
                      <a:pt x="2" y="8"/>
                    </a:cubicBezTo>
                    <a:cubicBezTo>
                      <a:pt x="0" y="7"/>
                      <a:pt x="-1" y="4"/>
                      <a:pt x="1" y="2"/>
                    </a:cubicBezTo>
                    <a:cubicBezTo>
                      <a:pt x="2" y="0"/>
                      <a:pt x="5" y="-1"/>
                      <a:pt x="7" y="1"/>
                    </a:cubicBezTo>
                    <a:cubicBezTo>
                      <a:pt x="8" y="1"/>
                      <a:pt x="70" y="40"/>
                      <a:pt x="150" y="47"/>
                    </a:cubicBezTo>
                    <a:cubicBezTo>
                      <a:pt x="152" y="47"/>
                      <a:pt x="154" y="49"/>
                      <a:pt x="154" y="52"/>
                    </a:cubicBezTo>
                    <a:cubicBezTo>
                      <a:pt x="154" y="54"/>
                      <a:pt x="152" y="56"/>
                      <a:pt x="149" y="56"/>
                    </a:cubicBezTo>
                    <a:close/>
                  </a:path>
                </a:pathLst>
              </a:custGeom>
              <a:solidFill>
                <a:schemeClr val="accent2"/>
              </a:solidFill>
              <a:ln>
                <a:noFill/>
              </a:ln>
            </p:spPr>
            <p:txBody>
              <a:bodyPr anchorCtr="1" anchor="ctr" bIns="0" lIns="120000" spcFirstLastPara="1" rIns="120000" wrap="square" tIns="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312" name="Google Shape;312;p1"/>
              <p:cNvSpPr/>
              <p:nvPr/>
            </p:nvSpPr>
            <p:spPr>
              <a:xfrm flipH="1">
                <a:off x="7800328" y="3153878"/>
                <a:ext cx="147228" cy="127323"/>
              </a:xfrm>
              <a:custGeom>
                <a:rect b="b" l="l" r="r" t="t"/>
                <a:pathLst>
                  <a:path extrusionOk="0" h="371" w="429">
                    <a:moveTo>
                      <a:pt x="6" y="133"/>
                    </a:moveTo>
                    <a:cubicBezTo>
                      <a:pt x="6" y="133"/>
                      <a:pt x="-6" y="214"/>
                      <a:pt x="4" y="257"/>
                    </a:cubicBezTo>
                    <a:cubicBezTo>
                      <a:pt x="14" y="301"/>
                      <a:pt x="62" y="366"/>
                      <a:pt x="62" y="366"/>
                    </a:cubicBezTo>
                    <a:lnTo>
                      <a:pt x="103" y="371"/>
                    </a:lnTo>
                    <a:cubicBezTo>
                      <a:pt x="103" y="371"/>
                      <a:pt x="158" y="229"/>
                      <a:pt x="197" y="233"/>
                    </a:cubicBezTo>
                    <a:cubicBezTo>
                      <a:pt x="236" y="237"/>
                      <a:pt x="236" y="303"/>
                      <a:pt x="236" y="303"/>
                    </a:cubicBezTo>
                    <a:lnTo>
                      <a:pt x="234" y="320"/>
                    </a:lnTo>
                    <a:lnTo>
                      <a:pt x="261" y="320"/>
                    </a:lnTo>
                    <a:cubicBezTo>
                      <a:pt x="261" y="320"/>
                      <a:pt x="261" y="262"/>
                      <a:pt x="286" y="240"/>
                    </a:cubicBezTo>
                    <a:cubicBezTo>
                      <a:pt x="311" y="218"/>
                      <a:pt x="352" y="205"/>
                      <a:pt x="367" y="199"/>
                    </a:cubicBezTo>
                    <a:cubicBezTo>
                      <a:pt x="419" y="179"/>
                      <a:pt x="423" y="148"/>
                      <a:pt x="423" y="148"/>
                    </a:cubicBezTo>
                    <a:cubicBezTo>
                      <a:pt x="423" y="148"/>
                      <a:pt x="435" y="95"/>
                      <a:pt x="425" y="48"/>
                    </a:cubicBezTo>
                    <a:cubicBezTo>
                      <a:pt x="415" y="0"/>
                      <a:pt x="348" y="-17"/>
                      <a:pt x="280" y="19"/>
                    </a:cubicBezTo>
                    <a:cubicBezTo>
                      <a:pt x="248" y="36"/>
                      <a:pt x="190" y="41"/>
                      <a:pt x="157" y="49"/>
                    </a:cubicBezTo>
                    <a:cubicBezTo>
                      <a:pt x="124" y="58"/>
                      <a:pt x="32" y="29"/>
                      <a:pt x="6" y="133"/>
                    </a:cubicBezTo>
                    <a:close/>
                  </a:path>
                </a:pathLst>
              </a:custGeom>
              <a:solidFill>
                <a:schemeClr val="dk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FFFFFF"/>
                  </a:solidFill>
                  <a:latin typeface="Arial"/>
                  <a:ea typeface="Arial"/>
                  <a:cs typeface="Arial"/>
                  <a:sym typeface="Arial"/>
                </a:endParaRPr>
              </a:p>
            </p:txBody>
          </p:sp>
          <p:sp>
            <p:nvSpPr>
              <p:cNvPr id="313" name="Google Shape;313;p1"/>
              <p:cNvSpPr/>
              <p:nvPr/>
            </p:nvSpPr>
            <p:spPr>
              <a:xfrm flipH="1">
                <a:off x="7426940" y="3471327"/>
                <a:ext cx="118743" cy="99868"/>
              </a:xfrm>
              <a:custGeom>
                <a:rect b="b" l="l" r="r" t="t"/>
                <a:pathLst>
                  <a:path extrusionOk="0" h="291" w="346">
                    <a:moveTo>
                      <a:pt x="4" y="169"/>
                    </a:moveTo>
                    <a:lnTo>
                      <a:pt x="88" y="152"/>
                    </a:lnTo>
                    <a:cubicBezTo>
                      <a:pt x="88" y="152"/>
                      <a:pt x="141" y="71"/>
                      <a:pt x="164" y="49"/>
                    </a:cubicBezTo>
                    <a:cubicBezTo>
                      <a:pt x="187" y="27"/>
                      <a:pt x="242" y="27"/>
                      <a:pt x="281" y="17"/>
                    </a:cubicBezTo>
                    <a:cubicBezTo>
                      <a:pt x="320" y="7"/>
                      <a:pt x="337" y="-8"/>
                      <a:pt x="346" y="6"/>
                    </a:cubicBezTo>
                    <a:cubicBezTo>
                      <a:pt x="354" y="21"/>
                      <a:pt x="274" y="67"/>
                      <a:pt x="266" y="77"/>
                    </a:cubicBezTo>
                    <a:cubicBezTo>
                      <a:pt x="258" y="87"/>
                      <a:pt x="215" y="176"/>
                      <a:pt x="176" y="211"/>
                    </a:cubicBezTo>
                    <a:cubicBezTo>
                      <a:pt x="137" y="246"/>
                      <a:pt x="0" y="291"/>
                      <a:pt x="0" y="291"/>
                    </a:cubicBezTo>
                    <a:lnTo>
                      <a:pt x="4" y="169"/>
                    </a:lnTo>
                    <a:close/>
                  </a:path>
                </a:pathLst>
              </a:custGeom>
              <a:solidFill>
                <a:srgbClr val="886E58"/>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314" name="Google Shape;314;p1"/>
              <p:cNvSpPr/>
              <p:nvPr/>
            </p:nvSpPr>
            <p:spPr>
              <a:xfrm flipH="1">
                <a:off x="7532298" y="3396168"/>
                <a:ext cx="460215" cy="193215"/>
              </a:xfrm>
              <a:custGeom>
                <a:rect b="b" l="l" r="r" t="t"/>
                <a:pathLst>
                  <a:path extrusionOk="0" h="563" w="1341">
                    <a:moveTo>
                      <a:pt x="116" y="404"/>
                    </a:moveTo>
                    <a:cubicBezTo>
                      <a:pt x="116" y="404"/>
                      <a:pt x="562" y="524"/>
                      <a:pt x="685" y="554"/>
                    </a:cubicBezTo>
                    <a:cubicBezTo>
                      <a:pt x="808" y="585"/>
                      <a:pt x="1337" y="525"/>
                      <a:pt x="1337" y="525"/>
                    </a:cubicBezTo>
                    <a:cubicBezTo>
                      <a:pt x="1346" y="458"/>
                      <a:pt x="1340" y="399"/>
                      <a:pt x="1302" y="354"/>
                    </a:cubicBezTo>
                    <a:cubicBezTo>
                      <a:pt x="1302" y="354"/>
                      <a:pt x="873" y="297"/>
                      <a:pt x="801" y="290"/>
                    </a:cubicBezTo>
                    <a:cubicBezTo>
                      <a:pt x="729" y="284"/>
                      <a:pt x="297" y="12"/>
                      <a:pt x="297" y="12"/>
                    </a:cubicBezTo>
                    <a:cubicBezTo>
                      <a:pt x="297" y="12"/>
                      <a:pt x="127" y="-50"/>
                      <a:pt x="29" y="105"/>
                    </a:cubicBezTo>
                    <a:cubicBezTo>
                      <a:pt x="-69" y="260"/>
                      <a:pt x="116" y="404"/>
                      <a:pt x="116" y="404"/>
                    </a:cubicBezTo>
                    <a:close/>
                  </a:path>
                </a:pathLst>
              </a:custGeom>
              <a:solidFill>
                <a:schemeClr val="dk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FFFFFF"/>
                  </a:solidFill>
                  <a:latin typeface="Arial"/>
                  <a:ea typeface="Arial"/>
                  <a:cs typeface="Arial"/>
                  <a:sym typeface="Arial"/>
                </a:endParaRPr>
              </a:p>
            </p:txBody>
          </p:sp>
          <p:sp>
            <p:nvSpPr>
              <p:cNvPr id="315" name="Google Shape;315;p1"/>
              <p:cNvSpPr/>
              <p:nvPr/>
            </p:nvSpPr>
            <p:spPr>
              <a:xfrm flipH="1">
                <a:off x="7431744" y="3421907"/>
                <a:ext cx="111879" cy="110163"/>
              </a:xfrm>
              <a:custGeom>
                <a:rect b="b" l="l" r="r" t="t"/>
                <a:pathLst>
                  <a:path extrusionOk="0" h="321" w="326">
                    <a:moveTo>
                      <a:pt x="0" y="199"/>
                    </a:moveTo>
                    <a:lnTo>
                      <a:pt x="82" y="174"/>
                    </a:lnTo>
                    <a:cubicBezTo>
                      <a:pt x="82" y="174"/>
                      <a:pt x="128" y="89"/>
                      <a:pt x="149" y="64"/>
                    </a:cubicBezTo>
                    <a:cubicBezTo>
                      <a:pt x="169" y="40"/>
                      <a:pt x="224" y="36"/>
                      <a:pt x="262" y="22"/>
                    </a:cubicBezTo>
                    <a:cubicBezTo>
                      <a:pt x="299" y="8"/>
                      <a:pt x="315" y="-8"/>
                      <a:pt x="325" y="5"/>
                    </a:cubicBezTo>
                    <a:cubicBezTo>
                      <a:pt x="335" y="19"/>
                      <a:pt x="259" y="73"/>
                      <a:pt x="252" y="83"/>
                    </a:cubicBezTo>
                    <a:cubicBezTo>
                      <a:pt x="244" y="94"/>
                      <a:pt x="210" y="187"/>
                      <a:pt x="175" y="225"/>
                    </a:cubicBezTo>
                    <a:cubicBezTo>
                      <a:pt x="139" y="263"/>
                      <a:pt x="7" y="321"/>
                      <a:pt x="7" y="321"/>
                    </a:cubicBezTo>
                    <a:lnTo>
                      <a:pt x="0" y="199"/>
                    </a:lnTo>
                    <a:close/>
                  </a:path>
                </a:pathLst>
              </a:custGeom>
              <a:solidFill>
                <a:srgbClr val="886E58"/>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316" name="Google Shape;316;p1"/>
              <p:cNvSpPr/>
              <p:nvPr/>
            </p:nvSpPr>
            <p:spPr>
              <a:xfrm flipH="1">
                <a:off x="7500725" y="3392393"/>
                <a:ext cx="491102" cy="184635"/>
              </a:xfrm>
              <a:custGeom>
                <a:rect b="b" l="l" r="r" t="t"/>
                <a:pathLst>
                  <a:path extrusionOk="0" h="538" w="1431">
                    <a:moveTo>
                      <a:pt x="143" y="433"/>
                    </a:moveTo>
                    <a:cubicBezTo>
                      <a:pt x="143" y="433"/>
                      <a:pt x="622" y="516"/>
                      <a:pt x="754" y="536"/>
                    </a:cubicBezTo>
                    <a:cubicBezTo>
                      <a:pt x="886" y="556"/>
                      <a:pt x="1430" y="420"/>
                      <a:pt x="1430" y="420"/>
                    </a:cubicBezTo>
                    <a:cubicBezTo>
                      <a:pt x="1434" y="348"/>
                      <a:pt x="1421" y="286"/>
                      <a:pt x="1377" y="243"/>
                    </a:cubicBezTo>
                    <a:cubicBezTo>
                      <a:pt x="1377" y="243"/>
                      <a:pt x="926" y="249"/>
                      <a:pt x="850" y="249"/>
                    </a:cubicBezTo>
                    <a:cubicBezTo>
                      <a:pt x="774" y="249"/>
                      <a:pt x="295" y="6"/>
                      <a:pt x="295" y="6"/>
                    </a:cubicBezTo>
                    <a:cubicBezTo>
                      <a:pt x="295" y="6"/>
                      <a:pt x="110" y="-43"/>
                      <a:pt x="22" y="129"/>
                    </a:cubicBezTo>
                    <a:cubicBezTo>
                      <a:pt x="-66" y="301"/>
                      <a:pt x="143" y="433"/>
                      <a:pt x="143" y="433"/>
                    </a:cubicBezTo>
                    <a:close/>
                  </a:path>
                </a:pathLst>
              </a:custGeom>
              <a:solidFill>
                <a:schemeClr val="dk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317" name="Google Shape;317;p1"/>
              <p:cNvSpPr/>
              <p:nvPr/>
            </p:nvSpPr>
            <p:spPr>
              <a:xfrm flipH="1">
                <a:off x="7892646" y="3365281"/>
                <a:ext cx="107075" cy="149630"/>
              </a:xfrm>
              <a:custGeom>
                <a:rect b="b" l="l" r="r" t="t"/>
                <a:pathLst>
                  <a:path extrusionOk="0" h="436" w="312">
                    <a:moveTo>
                      <a:pt x="129" y="436"/>
                    </a:moveTo>
                    <a:cubicBezTo>
                      <a:pt x="128" y="436"/>
                      <a:pt x="127" y="435"/>
                      <a:pt x="127" y="435"/>
                    </a:cubicBezTo>
                    <a:cubicBezTo>
                      <a:pt x="59" y="397"/>
                      <a:pt x="9" y="319"/>
                      <a:pt x="1" y="236"/>
                    </a:cubicBezTo>
                    <a:cubicBezTo>
                      <a:pt x="-6" y="164"/>
                      <a:pt x="19" y="100"/>
                      <a:pt x="70" y="56"/>
                    </a:cubicBezTo>
                    <a:cubicBezTo>
                      <a:pt x="195" y="-52"/>
                      <a:pt x="309" y="28"/>
                      <a:pt x="310" y="28"/>
                    </a:cubicBezTo>
                    <a:cubicBezTo>
                      <a:pt x="312" y="30"/>
                      <a:pt x="312" y="33"/>
                      <a:pt x="311" y="34"/>
                    </a:cubicBezTo>
                    <a:cubicBezTo>
                      <a:pt x="309" y="36"/>
                      <a:pt x="307" y="37"/>
                      <a:pt x="305" y="36"/>
                    </a:cubicBezTo>
                    <a:cubicBezTo>
                      <a:pt x="301" y="32"/>
                      <a:pt x="196" y="-41"/>
                      <a:pt x="76" y="62"/>
                    </a:cubicBezTo>
                    <a:cubicBezTo>
                      <a:pt x="27" y="105"/>
                      <a:pt x="3" y="166"/>
                      <a:pt x="10" y="236"/>
                    </a:cubicBezTo>
                    <a:cubicBezTo>
                      <a:pt x="18" y="315"/>
                      <a:pt x="65" y="390"/>
                      <a:pt x="131" y="427"/>
                    </a:cubicBezTo>
                    <a:cubicBezTo>
                      <a:pt x="133" y="429"/>
                      <a:pt x="134" y="431"/>
                      <a:pt x="133" y="433"/>
                    </a:cubicBezTo>
                    <a:cubicBezTo>
                      <a:pt x="132" y="435"/>
                      <a:pt x="130" y="436"/>
                      <a:pt x="129" y="436"/>
                    </a:cubicBezTo>
                    <a:close/>
                  </a:path>
                </a:pathLst>
              </a:custGeom>
              <a:solidFill>
                <a:schemeClr val="accent2"/>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sp>
          <p:nvSpPr>
            <p:cNvPr id="318" name="Google Shape;318;p1"/>
            <p:cNvSpPr txBox="1"/>
            <p:nvPr/>
          </p:nvSpPr>
          <p:spPr>
            <a:xfrm>
              <a:off x="1241750" y="2895700"/>
              <a:ext cx="1546500" cy="1546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2000">
                  <a:solidFill>
                    <a:srgbClr val="C0E4F5"/>
                  </a:solidFill>
                  <a:latin typeface="Be Vietnam Pro SemiBold"/>
                  <a:ea typeface="Be Vietnam Pro SemiBold"/>
                  <a:cs typeface="Be Vietnam Pro SemiBold"/>
                  <a:sym typeface="Be Vietnam Pro SemiBold"/>
                </a:rPr>
                <a:t>$</a:t>
              </a:r>
              <a:endParaRPr sz="12000">
                <a:solidFill>
                  <a:srgbClr val="C0E4F5"/>
                </a:solidFill>
                <a:latin typeface="Be Vietnam Pro SemiBold"/>
                <a:ea typeface="Be Vietnam Pro SemiBold"/>
                <a:cs typeface="Be Vietnam Pro SemiBold"/>
                <a:sym typeface="Be Vietnam Pro SemiBold"/>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3" name="Shape 323"/>
        <p:cNvGrpSpPr/>
        <p:nvPr/>
      </p:nvGrpSpPr>
      <p:grpSpPr>
        <a:xfrm>
          <a:off x="0" y="0"/>
          <a:ext cx="0" cy="0"/>
          <a:chOff x="0" y="0"/>
          <a:chExt cx="0" cy="0"/>
        </a:xfrm>
      </p:grpSpPr>
      <p:sp>
        <p:nvSpPr>
          <p:cNvPr id="324" name="Google Shape;324;p2"/>
          <p:cNvSpPr/>
          <p:nvPr/>
        </p:nvSpPr>
        <p:spPr>
          <a:xfrm>
            <a:off x="393668" y="742334"/>
            <a:ext cx="11404568" cy="836903"/>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0000"/>
              </a:buClr>
              <a:buSzPts val="3600"/>
              <a:buFont typeface="Helvetica Neue"/>
              <a:buNone/>
            </a:pPr>
            <a:r>
              <a:rPr b="1" lang="en-US" sz="3600">
                <a:solidFill>
                  <a:srgbClr val="000000"/>
                </a:solidFill>
                <a:latin typeface="Helvetica Neue"/>
                <a:ea typeface="Helvetica Neue"/>
                <a:cs typeface="Helvetica Neue"/>
                <a:sym typeface="Helvetica Neue"/>
              </a:rPr>
              <a:t>The project solves a monitoring problem</a:t>
            </a:r>
            <a:endParaRPr/>
          </a:p>
        </p:txBody>
      </p:sp>
      <p:sp>
        <p:nvSpPr>
          <p:cNvPr id="325" name="Google Shape;325;p2"/>
          <p:cNvSpPr/>
          <p:nvPr/>
        </p:nvSpPr>
        <p:spPr>
          <a:xfrm>
            <a:off x="629573" y="2078361"/>
            <a:ext cx="5338608" cy="403730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0000"/>
              </a:buClr>
              <a:buSzPts val="1800"/>
              <a:buFont typeface="Helvetica Neue"/>
              <a:buNone/>
            </a:pPr>
            <a:r>
              <a:rPr b="1" lang="en-US" sz="1800">
                <a:solidFill>
                  <a:srgbClr val="000000"/>
                </a:solidFill>
                <a:latin typeface="Helvetica Neue"/>
                <a:ea typeface="Helvetica Neue"/>
                <a:cs typeface="Helvetica Neue"/>
                <a:sym typeface="Helvetica Neue"/>
              </a:rPr>
              <a:t>Central-bank supervision becomes difficult when information is scattered</a:t>
            </a:r>
            <a:r>
              <a:rPr b="0" lang="en-US" sz="1800">
                <a:solidFill>
                  <a:srgbClr val="000000"/>
                </a:solidFill>
                <a:latin typeface="Helvetica Neue"/>
                <a:ea typeface="Helvetica Neue"/>
                <a:cs typeface="Helvetica Neue"/>
                <a:sym typeface="Helvetica Neue"/>
              </a:rPr>
              <a:t>:</a:t>
            </a:r>
            <a:endParaRPr/>
          </a:p>
          <a:p>
            <a:pPr indent="0" lvl="0" marL="0" marR="0" rtl="0" algn="l">
              <a:spcBef>
                <a:spcPts val="0"/>
              </a:spcBef>
              <a:spcAft>
                <a:spcPts val="0"/>
              </a:spcAft>
              <a:buNone/>
            </a:pPr>
            <a:r>
              <a:t/>
            </a:r>
            <a:endParaRPr b="0" sz="1800">
              <a:solidFill>
                <a:srgbClr val="000000"/>
              </a:solidFill>
              <a:latin typeface="Helvetica Neue"/>
              <a:ea typeface="Helvetica Neue"/>
              <a:cs typeface="Helvetica Neue"/>
              <a:sym typeface="Helvetica Neue"/>
            </a:endParaRPr>
          </a:p>
          <a:p>
            <a:pPr indent="0" lvl="0" marL="0" marR="0" rtl="0" algn="l">
              <a:spcBef>
                <a:spcPts val="0"/>
              </a:spcBef>
              <a:spcAft>
                <a:spcPts val="0"/>
              </a:spcAft>
              <a:buClr>
                <a:srgbClr val="000000"/>
              </a:buClr>
              <a:buSzPts val="1800"/>
              <a:buFont typeface="Helvetica Neue"/>
              <a:buNone/>
            </a:pPr>
            <a:r>
              <a:rPr b="0" lang="en-US" sz="1800">
                <a:solidFill>
                  <a:srgbClr val="000000"/>
                </a:solidFill>
                <a:latin typeface="Helvetica Neue"/>
                <a:ea typeface="Helvetica Neue"/>
                <a:cs typeface="Helvetica Neue"/>
                <a:sym typeface="Helvetica Neue"/>
              </a:rPr>
              <a:t>- Multiple commercial banks must be monitored together</a:t>
            </a:r>
            <a:endParaRPr/>
          </a:p>
          <a:p>
            <a:pPr indent="0" lvl="0" marL="0" marR="0" rtl="0" algn="l">
              <a:spcBef>
                <a:spcPts val="0"/>
              </a:spcBef>
              <a:spcAft>
                <a:spcPts val="0"/>
              </a:spcAft>
              <a:buClr>
                <a:srgbClr val="000000"/>
              </a:buClr>
              <a:buSzPts val="1800"/>
              <a:buFont typeface="Helvetica Neue"/>
              <a:buNone/>
            </a:pPr>
            <a:r>
              <a:rPr b="0" lang="en-US" sz="1800">
                <a:solidFill>
                  <a:srgbClr val="000000"/>
                </a:solidFill>
                <a:latin typeface="Helvetica Neue"/>
                <a:ea typeface="Helvetica Neue"/>
                <a:cs typeface="Helvetica Neue"/>
                <a:sym typeface="Helvetica Neue"/>
              </a:rPr>
              <a:t>- Loans, reserves, transactions, and approvals need clear records</a:t>
            </a:r>
            <a:endParaRPr/>
          </a:p>
          <a:p>
            <a:pPr indent="0" lvl="0" marL="0" marR="0" rtl="0" algn="l">
              <a:spcBef>
                <a:spcPts val="0"/>
              </a:spcBef>
              <a:spcAft>
                <a:spcPts val="0"/>
              </a:spcAft>
              <a:buClr>
                <a:srgbClr val="000000"/>
              </a:buClr>
              <a:buSzPts val="1800"/>
              <a:buFont typeface="Helvetica Neue"/>
              <a:buNone/>
            </a:pPr>
            <a:r>
              <a:rPr b="0" lang="en-US" sz="1800">
                <a:solidFill>
                  <a:srgbClr val="000000"/>
                </a:solidFill>
                <a:latin typeface="Helvetica Neue"/>
                <a:ea typeface="Helvetica Neue"/>
                <a:cs typeface="Helvetica Neue"/>
                <a:sym typeface="Helvetica Neue"/>
              </a:rPr>
              <a:t>- Suspicious activity is hard to identify manually</a:t>
            </a:r>
            <a:endParaRPr/>
          </a:p>
          <a:p>
            <a:pPr indent="0" lvl="0" marL="0" marR="0" rtl="0" algn="l">
              <a:spcBef>
                <a:spcPts val="0"/>
              </a:spcBef>
              <a:spcAft>
                <a:spcPts val="0"/>
              </a:spcAft>
              <a:buClr>
                <a:srgbClr val="000000"/>
              </a:buClr>
              <a:buSzPts val="1800"/>
              <a:buFont typeface="Helvetica Neue"/>
              <a:buNone/>
            </a:pPr>
            <a:r>
              <a:rPr b="0" lang="en-US" sz="1800">
                <a:solidFill>
                  <a:srgbClr val="000000"/>
                </a:solidFill>
                <a:latin typeface="Helvetica Neue"/>
                <a:ea typeface="Helvetica Neue"/>
                <a:cs typeface="Helvetica Neue"/>
                <a:sym typeface="Helvetica Neue"/>
              </a:rPr>
              <a:t>- Reports and decisions need reliable, centralized data</a:t>
            </a:r>
            <a:endParaRPr/>
          </a:p>
        </p:txBody>
      </p:sp>
      <p:sp>
        <p:nvSpPr>
          <p:cNvPr id="326" name="Google Shape;326;p2"/>
          <p:cNvSpPr/>
          <p:nvPr/>
        </p:nvSpPr>
        <p:spPr>
          <a:xfrm>
            <a:off x="6381750" y="1695450"/>
            <a:ext cx="4905375" cy="3333750"/>
          </a:xfrm>
          <a:prstGeom prst="rect">
            <a:avLst/>
          </a:prstGeom>
          <a:solidFill>
            <a:srgbClr val="FFFFFF"/>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7" name="Google Shape;327;p2"/>
          <p:cNvPicPr preferRelativeResize="0"/>
          <p:nvPr/>
        </p:nvPicPr>
        <p:blipFill rotWithShape="1">
          <a:blip r:embed="rId4">
            <a:alphaModFix/>
          </a:blip>
          <a:srcRect b="0" l="0" r="0" t="0"/>
          <a:stretch/>
        </p:blipFill>
        <p:spPr>
          <a:xfrm>
            <a:off x="6457950" y="1811661"/>
            <a:ext cx="4752975" cy="3101327"/>
          </a:xfrm>
          <a:prstGeom prst="rect">
            <a:avLst/>
          </a:prstGeom>
          <a:noFill/>
          <a:ln>
            <a:noFill/>
          </a:ln>
        </p:spPr>
      </p:pic>
      <p:sp>
        <p:nvSpPr>
          <p:cNvPr id="328" name="Google Shape;328;p2"/>
          <p:cNvSpPr/>
          <p:nvPr/>
        </p:nvSpPr>
        <p:spPr>
          <a:xfrm>
            <a:off x="6381750" y="1695450"/>
            <a:ext cx="4905375" cy="3333750"/>
          </a:xfrm>
          <a:prstGeom prst="rect">
            <a:avLst/>
          </a:prstGeom>
          <a:no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
          <p:cNvSpPr/>
          <p:nvPr/>
        </p:nvSpPr>
        <p:spPr>
          <a:xfrm>
            <a:off x="6381750" y="5257800"/>
            <a:ext cx="4905375" cy="6477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F78B4"/>
              </a:buClr>
              <a:buSzPts val="1686"/>
              <a:buFont typeface="Helvetica Neue"/>
              <a:buNone/>
            </a:pPr>
            <a:r>
              <a:t/>
            </a:r>
            <a:endParaRPr b="1" sz="1687">
              <a:solidFill>
                <a:srgbClr val="595959"/>
              </a:solidFill>
              <a:latin typeface="Helvetica Neue"/>
              <a:ea typeface="Helvetica Neue"/>
              <a:cs typeface="Helvetica Neue"/>
              <a:sym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4" name="Shape 334"/>
        <p:cNvGrpSpPr/>
        <p:nvPr/>
      </p:nvGrpSpPr>
      <p:grpSpPr>
        <a:xfrm>
          <a:off x="0" y="0"/>
          <a:ext cx="0" cy="0"/>
          <a:chOff x="0" y="0"/>
          <a:chExt cx="0" cy="0"/>
        </a:xfrm>
      </p:grpSpPr>
      <p:sp>
        <p:nvSpPr>
          <p:cNvPr id="335" name="Google Shape;335;p3"/>
          <p:cNvSpPr/>
          <p:nvPr/>
        </p:nvSpPr>
        <p:spPr>
          <a:xfrm>
            <a:off x="393668" y="556590"/>
            <a:ext cx="11404568" cy="624509"/>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0000"/>
              </a:buClr>
              <a:buSzPts val="3600"/>
              <a:buFont typeface="Helvetica Neue"/>
              <a:buNone/>
            </a:pPr>
            <a:r>
              <a:rPr b="1" lang="en-US" sz="3600">
                <a:solidFill>
                  <a:srgbClr val="000000"/>
                </a:solidFill>
                <a:latin typeface="Helvetica Neue"/>
                <a:ea typeface="Helvetica Neue"/>
                <a:cs typeface="Helvetica Neue"/>
                <a:sym typeface="Helvetica Neue"/>
              </a:rPr>
              <a:t>The objective is controlled central-bank supervision</a:t>
            </a:r>
            <a:endParaRPr/>
          </a:p>
        </p:txBody>
      </p:sp>
      <p:cxnSp>
        <p:nvCxnSpPr>
          <p:cNvPr id="336" name="Google Shape;336;p3"/>
          <p:cNvCxnSpPr/>
          <p:nvPr/>
        </p:nvCxnSpPr>
        <p:spPr>
          <a:xfrm>
            <a:off x="393668" y="1295400"/>
            <a:ext cx="11404568" cy="0"/>
          </a:xfrm>
          <a:prstGeom prst="straightConnector1">
            <a:avLst/>
          </a:prstGeom>
          <a:noFill/>
          <a:ln cap="flat" cmpd="sng" w="9525">
            <a:solidFill>
              <a:srgbClr val="B8BCC4"/>
            </a:solidFill>
            <a:prstDash val="solid"/>
            <a:round/>
            <a:headEnd len="sm" w="sm" type="none"/>
            <a:tailEnd len="sm" w="sm" type="none"/>
          </a:ln>
        </p:spPr>
      </p:cxnSp>
      <p:sp>
        <p:nvSpPr>
          <p:cNvPr id="337" name="Google Shape;337;p3"/>
          <p:cNvSpPr/>
          <p:nvPr/>
        </p:nvSpPr>
        <p:spPr>
          <a:xfrm>
            <a:off x="11277600" y="6257925"/>
            <a:ext cx="514350" cy="2286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000000"/>
              </a:buClr>
              <a:buSzPts val="975"/>
              <a:buFont typeface="Helvetica Neue"/>
              <a:buNone/>
            </a:pPr>
            <a:r>
              <a:t/>
            </a:r>
            <a:endParaRPr b="0" sz="975">
              <a:solidFill>
                <a:srgbClr val="000000"/>
              </a:solidFill>
              <a:latin typeface="Helvetica Neue"/>
              <a:ea typeface="Helvetica Neue"/>
              <a:cs typeface="Helvetica Neue"/>
              <a:sym typeface="Helvetica Neue"/>
            </a:endParaRPr>
          </a:p>
        </p:txBody>
      </p:sp>
      <p:sp>
        <p:nvSpPr>
          <p:cNvPr id="338" name="Google Shape;338;p3"/>
          <p:cNvSpPr/>
          <p:nvPr/>
        </p:nvSpPr>
        <p:spPr>
          <a:xfrm>
            <a:off x="590550" y="1619250"/>
            <a:ext cx="514350" cy="419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78B4"/>
              </a:buClr>
              <a:buSzPts val="1800"/>
              <a:buFont typeface="Helvetica Neue"/>
              <a:buNone/>
            </a:pPr>
            <a:r>
              <a:rPr b="1" lang="en-US" sz="1800">
                <a:solidFill>
                  <a:srgbClr val="1F78B4"/>
                </a:solidFill>
                <a:latin typeface="Helvetica Neue"/>
                <a:ea typeface="Helvetica Neue"/>
                <a:cs typeface="Helvetica Neue"/>
                <a:sym typeface="Helvetica Neue"/>
              </a:rPr>
              <a:t>01</a:t>
            </a:r>
            <a:endParaRPr/>
          </a:p>
        </p:txBody>
      </p:sp>
      <p:cxnSp>
        <p:nvCxnSpPr>
          <p:cNvPr id="339" name="Google Shape;339;p3"/>
          <p:cNvCxnSpPr/>
          <p:nvPr/>
        </p:nvCxnSpPr>
        <p:spPr>
          <a:xfrm>
            <a:off x="1276350" y="1819275"/>
            <a:ext cx="209550" cy="0"/>
          </a:xfrm>
          <a:prstGeom prst="straightConnector1">
            <a:avLst/>
          </a:prstGeom>
          <a:noFill/>
          <a:ln cap="flat" cmpd="sng" w="28575">
            <a:solidFill>
              <a:srgbClr val="1F78B4"/>
            </a:solidFill>
            <a:prstDash val="solid"/>
            <a:round/>
            <a:headEnd len="sm" w="sm" type="none"/>
            <a:tailEnd len="sm" w="sm" type="none"/>
          </a:ln>
        </p:spPr>
      </p:cxnSp>
      <p:sp>
        <p:nvSpPr>
          <p:cNvPr id="340" name="Google Shape;340;p3"/>
          <p:cNvSpPr/>
          <p:nvPr/>
        </p:nvSpPr>
        <p:spPr>
          <a:xfrm>
            <a:off x="1695450" y="1581150"/>
            <a:ext cx="9144000" cy="55245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0000"/>
              </a:buClr>
              <a:buSzPts val="1950"/>
              <a:buFont typeface="Helvetica Neue"/>
              <a:buNone/>
            </a:pPr>
            <a:r>
              <a:rPr b="0" lang="en-US" sz="1950">
                <a:solidFill>
                  <a:srgbClr val="000000"/>
                </a:solidFill>
                <a:latin typeface="Helvetica Neue"/>
                <a:ea typeface="Helvetica Neue"/>
                <a:cs typeface="Helvetica Neue"/>
                <a:sym typeface="Helvetica Neue"/>
              </a:rPr>
              <a:t>Register and manage commercial banks under one central system.</a:t>
            </a:r>
            <a:endParaRPr/>
          </a:p>
        </p:txBody>
      </p:sp>
      <p:sp>
        <p:nvSpPr>
          <p:cNvPr id="341" name="Google Shape;341;p3"/>
          <p:cNvSpPr/>
          <p:nvPr/>
        </p:nvSpPr>
        <p:spPr>
          <a:xfrm>
            <a:off x="590550" y="2438400"/>
            <a:ext cx="514350" cy="419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78B4"/>
              </a:buClr>
              <a:buSzPts val="1800"/>
              <a:buFont typeface="Helvetica Neue"/>
              <a:buNone/>
            </a:pPr>
            <a:r>
              <a:rPr b="1" lang="en-US" sz="1800">
                <a:solidFill>
                  <a:srgbClr val="1F78B4"/>
                </a:solidFill>
                <a:latin typeface="Helvetica Neue"/>
                <a:ea typeface="Helvetica Neue"/>
                <a:cs typeface="Helvetica Neue"/>
                <a:sym typeface="Helvetica Neue"/>
              </a:rPr>
              <a:t>02</a:t>
            </a:r>
            <a:endParaRPr/>
          </a:p>
        </p:txBody>
      </p:sp>
      <p:cxnSp>
        <p:nvCxnSpPr>
          <p:cNvPr id="342" name="Google Shape;342;p3"/>
          <p:cNvCxnSpPr/>
          <p:nvPr/>
        </p:nvCxnSpPr>
        <p:spPr>
          <a:xfrm>
            <a:off x="1276350" y="2638425"/>
            <a:ext cx="209550" cy="0"/>
          </a:xfrm>
          <a:prstGeom prst="straightConnector1">
            <a:avLst/>
          </a:prstGeom>
          <a:noFill/>
          <a:ln cap="flat" cmpd="sng" w="28575">
            <a:solidFill>
              <a:srgbClr val="1F78B4"/>
            </a:solidFill>
            <a:prstDash val="solid"/>
            <a:round/>
            <a:headEnd len="sm" w="sm" type="none"/>
            <a:tailEnd len="sm" w="sm" type="none"/>
          </a:ln>
        </p:spPr>
      </p:cxnSp>
      <p:sp>
        <p:nvSpPr>
          <p:cNvPr id="343" name="Google Shape;343;p3"/>
          <p:cNvSpPr/>
          <p:nvPr/>
        </p:nvSpPr>
        <p:spPr>
          <a:xfrm>
            <a:off x="1695450" y="2400300"/>
            <a:ext cx="9144000" cy="55245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0000"/>
              </a:buClr>
              <a:buSzPts val="1950"/>
              <a:buFont typeface="Helvetica Neue"/>
              <a:buNone/>
            </a:pPr>
            <a:r>
              <a:rPr b="0" lang="en-US" sz="1950">
                <a:solidFill>
                  <a:srgbClr val="000000"/>
                </a:solidFill>
                <a:latin typeface="Helvetica Neue"/>
                <a:ea typeface="Helvetica Neue"/>
                <a:cs typeface="Helvetica Neue"/>
                <a:sym typeface="Helvetica Neue"/>
              </a:rPr>
              <a:t>Support money supply, liquidity, reserve, and monetary policy operations.</a:t>
            </a:r>
            <a:endParaRPr/>
          </a:p>
        </p:txBody>
      </p:sp>
      <p:sp>
        <p:nvSpPr>
          <p:cNvPr id="344" name="Google Shape;344;p3"/>
          <p:cNvSpPr/>
          <p:nvPr/>
        </p:nvSpPr>
        <p:spPr>
          <a:xfrm>
            <a:off x="590550" y="3257550"/>
            <a:ext cx="514350" cy="419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78B4"/>
              </a:buClr>
              <a:buSzPts val="1800"/>
              <a:buFont typeface="Helvetica Neue"/>
              <a:buNone/>
            </a:pPr>
            <a:r>
              <a:rPr b="1" lang="en-US" sz="1800">
                <a:solidFill>
                  <a:srgbClr val="1F78B4"/>
                </a:solidFill>
                <a:latin typeface="Helvetica Neue"/>
                <a:ea typeface="Helvetica Neue"/>
                <a:cs typeface="Helvetica Neue"/>
                <a:sym typeface="Helvetica Neue"/>
              </a:rPr>
              <a:t>03</a:t>
            </a:r>
            <a:endParaRPr/>
          </a:p>
        </p:txBody>
      </p:sp>
      <p:cxnSp>
        <p:nvCxnSpPr>
          <p:cNvPr id="345" name="Google Shape;345;p3"/>
          <p:cNvCxnSpPr/>
          <p:nvPr/>
        </p:nvCxnSpPr>
        <p:spPr>
          <a:xfrm>
            <a:off x="1276350" y="3457575"/>
            <a:ext cx="209550" cy="0"/>
          </a:xfrm>
          <a:prstGeom prst="straightConnector1">
            <a:avLst/>
          </a:prstGeom>
          <a:noFill/>
          <a:ln cap="flat" cmpd="sng" w="28575">
            <a:solidFill>
              <a:srgbClr val="1F78B4"/>
            </a:solidFill>
            <a:prstDash val="solid"/>
            <a:round/>
            <a:headEnd len="sm" w="sm" type="none"/>
            <a:tailEnd len="sm" w="sm" type="none"/>
          </a:ln>
        </p:spPr>
      </p:cxnSp>
      <p:sp>
        <p:nvSpPr>
          <p:cNvPr id="346" name="Google Shape;346;p3"/>
          <p:cNvSpPr/>
          <p:nvPr/>
        </p:nvSpPr>
        <p:spPr>
          <a:xfrm>
            <a:off x="1695450" y="3219450"/>
            <a:ext cx="9144000" cy="55245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0000"/>
              </a:buClr>
              <a:buSzPts val="1950"/>
              <a:buFont typeface="Helvetica Neue"/>
              <a:buNone/>
            </a:pPr>
            <a:r>
              <a:rPr b="0" lang="en-US" sz="1950">
                <a:solidFill>
                  <a:srgbClr val="000000"/>
                </a:solidFill>
                <a:latin typeface="Helvetica Neue"/>
                <a:ea typeface="Helvetica Neue"/>
                <a:cs typeface="Helvetica Neue"/>
                <a:sym typeface="Helvetica Neue"/>
              </a:rPr>
              <a:t>Monitor inter-bank transactions and flag suspicious activity.</a:t>
            </a:r>
            <a:endParaRPr/>
          </a:p>
        </p:txBody>
      </p:sp>
      <p:sp>
        <p:nvSpPr>
          <p:cNvPr id="347" name="Google Shape;347;p3"/>
          <p:cNvSpPr/>
          <p:nvPr/>
        </p:nvSpPr>
        <p:spPr>
          <a:xfrm>
            <a:off x="590550" y="4076700"/>
            <a:ext cx="514350" cy="419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78B4"/>
              </a:buClr>
              <a:buSzPts val="1800"/>
              <a:buFont typeface="Helvetica Neue"/>
              <a:buNone/>
            </a:pPr>
            <a:r>
              <a:rPr b="1" lang="en-US" sz="1800">
                <a:solidFill>
                  <a:srgbClr val="1F78B4"/>
                </a:solidFill>
                <a:latin typeface="Helvetica Neue"/>
                <a:ea typeface="Helvetica Neue"/>
                <a:cs typeface="Helvetica Neue"/>
                <a:sym typeface="Helvetica Neue"/>
              </a:rPr>
              <a:t>04</a:t>
            </a:r>
            <a:endParaRPr/>
          </a:p>
        </p:txBody>
      </p:sp>
      <p:cxnSp>
        <p:nvCxnSpPr>
          <p:cNvPr id="348" name="Google Shape;348;p3"/>
          <p:cNvCxnSpPr/>
          <p:nvPr/>
        </p:nvCxnSpPr>
        <p:spPr>
          <a:xfrm>
            <a:off x="1276350" y="4276725"/>
            <a:ext cx="209550" cy="0"/>
          </a:xfrm>
          <a:prstGeom prst="straightConnector1">
            <a:avLst/>
          </a:prstGeom>
          <a:noFill/>
          <a:ln cap="flat" cmpd="sng" w="28575">
            <a:solidFill>
              <a:srgbClr val="1F78B4"/>
            </a:solidFill>
            <a:prstDash val="solid"/>
            <a:round/>
            <a:headEnd len="sm" w="sm" type="none"/>
            <a:tailEnd len="sm" w="sm" type="none"/>
          </a:ln>
        </p:spPr>
      </p:cxnSp>
      <p:sp>
        <p:nvSpPr>
          <p:cNvPr id="349" name="Google Shape;349;p3"/>
          <p:cNvSpPr/>
          <p:nvPr/>
        </p:nvSpPr>
        <p:spPr>
          <a:xfrm>
            <a:off x="1695450" y="4038600"/>
            <a:ext cx="9144000" cy="55245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0000"/>
              </a:buClr>
              <a:buSzPts val="1950"/>
              <a:buFont typeface="Helvetica Neue"/>
              <a:buNone/>
            </a:pPr>
            <a:r>
              <a:rPr b="0" lang="en-US" sz="1950">
                <a:solidFill>
                  <a:srgbClr val="000000"/>
                </a:solidFill>
                <a:latin typeface="Helvetica Neue"/>
                <a:ea typeface="Helvetica Neue"/>
                <a:cs typeface="Helvetica Neue"/>
                <a:sym typeface="Helvetica Neue"/>
              </a:rPr>
              <a:t>Manage customers, accounts, loans, approvals, and notifications.</a:t>
            </a:r>
            <a:endParaRPr/>
          </a:p>
        </p:txBody>
      </p:sp>
      <p:sp>
        <p:nvSpPr>
          <p:cNvPr id="350" name="Google Shape;350;p3"/>
          <p:cNvSpPr/>
          <p:nvPr/>
        </p:nvSpPr>
        <p:spPr>
          <a:xfrm>
            <a:off x="590550" y="4895850"/>
            <a:ext cx="514350" cy="419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78B4"/>
              </a:buClr>
              <a:buSzPts val="1800"/>
              <a:buFont typeface="Helvetica Neue"/>
              <a:buNone/>
            </a:pPr>
            <a:r>
              <a:rPr b="1" lang="en-US" sz="1800">
                <a:solidFill>
                  <a:srgbClr val="1F78B4"/>
                </a:solidFill>
                <a:latin typeface="Helvetica Neue"/>
                <a:ea typeface="Helvetica Neue"/>
                <a:cs typeface="Helvetica Neue"/>
                <a:sym typeface="Helvetica Neue"/>
              </a:rPr>
              <a:t>05</a:t>
            </a:r>
            <a:endParaRPr/>
          </a:p>
        </p:txBody>
      </p:sp>
      <p:cxnSp>
        <p:nvCxnSpPr>
          <p:cNvPr id="351" name="Google Shape;351;p3"/>
          <p:cNvCxnSpPr/>
          <p:nvPr/>
        </p:nvCxnSpPr>
        <p:spPr>
          <a:xfrm>
            <a:off x="1276350" y="5095875"/>
            <a:ext cx="209550" cy="0"/>
          </a:xfrm>
          <a:prstGeom prst="straightConnector1">
            <a:avLst/>
          </a:prstGeom>
          <a:noFill/>
          <a:ln cap="flat" cmpd="sng" w="28575">
            <a:solidFill>
              <a:srgbClr val="1F78B4"/>
            </a:solidFill>
            <a:prstDash val="solid"/>
            <a:round/>
            <a:headEnd len="sm" w="sm" type="none"/>
            <a:tailEnd len="sm" w="sm" type="none"/>
          </a:ln>
        </p:spPr>
      </p:cxnSp>
      <p:sp>
        <p:nvSpPr>
          <p:cNvPr id="352" name="Google Shape;352;p3"/>
          <p:cNvSpPr/>
          <p:nvPr/>
        </p:nvSpPr>
        <p:spPr>
          <a:xfrm>
            <a:off x="1695450" y="4857750"/>
            <a:ext cx="9144000" cy="55245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0000"/>
              </a:buClr>
              <a:buSzPts val="1950"/>
              <a:buFont typeface="Helvetica Neue"/>
              <a:buNone/>
            </a:pPr>
            <a:r>
              <a:rPr b="0" lang="en-US" sz="1950">
                <a:solidFill>
                  <a:srgbClr val="000000"/>
                </a:solidFill>
                <a:latin typeface="Helvetica Neue"/>
                <a:ea typeface="Helvetica Neue"/>
                <a:cs typeface="Helvetica Neue"/>
                <a:sym typeface="Helvetica Neue"/>
              </a:rPr>
              <a:t>Generate reports for banks, reserves, fraud, loans, performance, and risk.</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7" name="Shape 357"/>
        <p:cNvGrpSpPr/>
        <p:nvPr/>
      </p:nvGrpSpPr>
      <p:grpSpPr>
        <a:xfrm>
          <a:off x="0" y="0"/>
          <a:ext cx="0" cy="0"/>
          <a:chOff x="0" y="0"/>
          <a:chExt cx="0" cy="0"/>
        </a:xfrm>
      </p:grpSpPr>
      <p:sp>
        <p:nvSpPr>
          <p:cNvPr id="358" name="Google Shape;358;p4"/>
          <p:cNvSpPr/>
          <p:nvPr/>
        </p:nvSpPr>
        <p:spPr>
          <a:xfrm>
            <a:off x="393716" y="723899"/>
            <a:ext cx="11404568" cy="828675"/>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0000"/>
              </a:buClr>
              <a:buSzPts val="3600"/>
              <a:buFont typeface="Helvetica Neue"/>
              <a:buNone/>
            </a:pPr>
            <a:r>
              <a:rPr b="1" lang="en-US" sz="3600">
                <a:solidFill>
                  <a:srgbClr val="000000"/>
                </a:solidFill>
                <a:latin typeface="Helvetica Neue"/>
                <a:ea typeface="Helvetica Neue"/>
                <a:cs typeface="Helvetica Neue"/>
                <a:sym typeface="Helvetica Neue"/>
              </a:rPr>
              <a:t>Three user roles keep authority separated</a:t>
            </a:r>
            <a:endParaRPr/>
          </a:p>
        </p:txBody>
      </p:sp>
      <p:sp>
        <p:nvSpPr>
          <p:cNvPr id="359" name="Google Shape;359;p4"/>
          <p:cNvSpPr/>
          <p:nvPr/>
        </p:nvSpPr>
        <p:spPr>
          <a:xfrm>
            <a:off x="590550" y="1600200"/>
            <a:ext cx="3714750" cy="1066800"/>
          </a:xfrm>
          <a:prstGeom prst="rect">
            <a:avLst/>
          </a:prstGeom>
          <a:solidFill>
            <a:srgbClr val="D8EFFB"/>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4"/>
          <p:cNvSpPr/>
          <p:nvPr/>
        </p:nvSpPr>
        <p:spPr>
          <a:xfrm>
            <a:off x="762000" y="1733550"/>
            <a:ext cx="3371850" cy="32385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0000"/>
              </a:buClr>
              <a:buSzPts val="1875"/>
              <a:buFont typeface="Helvetica Neue"/>
              <a:buNone/>
            </a:pPr>
            <a:r>
              <a:rPr b="1" lang="en-US" sz="1875">
                <a:solidFill>
                  <a:srgbClr val="000000"/>
                </a:solidFill>
                <a:latin typeface="Helvetica Neue"/>
                <a:ea typeface="Helvetica Neue"/>
                <a:cs typeface="Helvetica Neue"/>
                <a:sym typeface="Helvetica Neue"/>
              </a:rPr>
              <a:t>Governor</a:t>
            </a:r>
            <a:endParaRPr/>
          </a:p>
        </p:txBody>
      </p:sp>
      <p:sp>
        <p:nvSpPr>
          <p:cNvPr id="361" name="Google Shape;361;p4"/>
          <p:cNvSpPr/>
          <p:nvPr/>
        </p:nvSpPr>
        <p:spPr>
          <a:xfrm>
            <a:off x="762000" y="2114550"/>
            <a:ext cx="3371850" cy="4572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rgbClr val="4A5568"/>
              </a:buClr>
              <a:buSzPts val="1095"/>
              <a:buFont typeface="Helvetica Neue"/>
              <a:buNone/>
            </a:pPr>
            <a:r>
              <a:rPr b="0" lang="en-US" sz="1096">
                <a:solidFill>
                  <a:srgbClr val="4A5568"/>
                </a:solidFill>
                <a:latin typeface="Helvetica Neue"/>
                <a:ea typeface="Helvetica Neue"/>
                <a:cs typeface="Helvetica Neue"/>
                <a:sym typeface="Helvetica Neue"/>
              </a:rPr>
              <a:t>Highest authority</a:t>
            </a:r>
            <a:endParaRPr/>
          </a:p>
          <a:p>
            <a:pPr indent="0" lvl="0" marL="0" marR="0" rtl="0" algn="l">
              <a:lnSpc>
                <a:spcPct val="90000"/>
              </a:lnSpc>
              <a:spcBef>
                <a:spcPts val="0"/>
              </a:spcBef>
              <a:spcAft>
                <a:spcPts val="0"/>
              </a:spcAft>
              <a:buClr>
                <a:srgbClr val="4A5568"/>
              </a:buClr>
              <a:buSzPts val="1095"/>
              <a:buFont typeface="Helvetica Neue"/>
              <a:buNone/>
            </a:pPr>
            <a:r>
              <a:rPr b="0" lang="en-US" sz="1096">
                <a:solidFill>
                  <a:srgbClr val="4A5568"/>
                </a:solidFill>
                <a:latin typeface="Helvetica Neue"/>
                <a:ea typeface="Helvetica Neue"/>
                <a:cs typeface="Helvetica Neue"/>
                <a:sym typeface="Helvetica Neue"/>
              </a:rPr>
              <a:t>Manages administrator access</a:t>
            </a:r>
            <a:endParaRPr/>
          </a:p>
          <a:p>
            <a:pPr indent="0" lvl="0" marL="0" marR="0" rtl="0" algn="l">
              <a:lnSpc>
                <a:spcPct val="90000"/>
              </a:lnSpc>
              <a:spcBef>
                <a:spcPts val="0"/>
              </a:spcBef>
              <a:spcAft>
                <a:spcPts val="0"/>
              </a:spcAft>
              <a:buClr>
                <a:srgbClr val="4A5568"/>
              </a:buClr>
              <a:buSzPts val="1095"/>
              <a:buFont typeface="Helvetica Neue"/>
              <a:buNone/>
            </a:pPr>
            <a:r>
              <a:rPr b="0" lang="en-US" sz="1096">
                <a:solidFill>
                  <a:srgbClr val="4A5568"/>
                </a:solidFill>
                <a:latin typeface="Helvetica Neue"/>
                <a:ea typeface="Helvetica Neue"/>
                <a:cs typeface="Helvetica Neue"/>
                <a:sym typeface="Helvetica Neue"/>
              </a:rPr>
              <a:t>Approves or rejects critical requests</a:t>
            </a:r>
            <a:endParaRPr/>
          </a:p>
        </p:txBody>
      </p:sp>
      <p:sp>
        <p:nvSpPr>
          <p:cNvPr id="362" name="Google Shape;362;p4"/>
          <p:cNvSpPr/>
          <p:nvPr/>
        </p:nvSpPr>
        <p:spPr>
          <a:xfrm>
            <a:off x="590550" y="2876550"/>
            <a:ext cx="3714750" cy="1066800"/>
          </a:xfrm>
          <a:prstGeom prst="rect">
            <a:avLst/>
          </a:prstGeom>
          <a:solidFill>
            <a:srgbClr val="F1F3F6"/>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4"/>
          <p:cNvSpPr/>
          <p:nvPr/>
        </p:nvSpPr>
        <p:spPr>
          <a:xfrm>
            <a:off x="762000" y="3009900"/>
            <a:ext cx="3371850" cy="32385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0000"/>
              </a:buClr>
              <a:buSzPts val="1875"/>
              <a:buFont typeface="Helvetica Neue"/>
              <a:buNone/>
            </a:pPr>
            <a:r>
              <a:rPr b="1" lang="en-US" sz="1875">
                <a:solidFill>
                  <a:srgbClr val="000000"/>
                </a:solidFill>
                <a:latin typeface="Helvetica Neue"/>
                <a:ea typeface="Helvetica Neue"/>
                <a:cs typeface="Helvetica Neue"/>
                <a:sym typeface="Helvetica Neue"/>
              </a:rPr>
              <a:t>Administrator</a:t>
            </a:r>
            <a:endParaRPr/>
          </a:p>
        </p:txBody>
      </p:sp>
      <p:sp>
        <p:nvSpPr>
          <p:cNvPr id="364" name="Google Shape;364;p4"/>
          <p:cNvSpPr/>
          <p:nvPr/>
        </p:nvSpPr>
        <p:spPr>
          <a:xfrm>
            <a:off x="762000" y="3390900"/>
            <a:ext cx="3371850" cy="4572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rgbClr val="4A5568"/>
              </a:buClr>
              <a:buSzPts val="1095"/>
              <a:buFont typeface="Helvetica Neue"/>
              <a:buNone/>
            </a:pPr>
            <a:r>
              <a:rPr b="0" lang="en-US" sz="1096">
                <a:solidFill>
                  <a:srgbClr val="4A5568"/>
                </a:solidFill>
                <a:latin typeface="Helvetica Neue"/>
                <a:ea typeface="Helvetica Neue"/>
                <a:cs typeface="Helvetica Neue"/>
                <a:sym typeface="Helvetica Neue"/>
              </a:rPr>
              <a:t>Submits bank applications</a:t>
            </a:r>
            <a:endParaRPr/>
          </a:p>
          <a:p>
            <a:pPr indent="0" lvl="0" marL="0" marR="0" rtl="0" algn="l">
              <a:lnSpc>
                <a:spcPct val="90000"/>
              </a:lnSpc>
              <a:spcBef>
                <a:spcPts val="0"/>
              </a:spcBef>
              <a:spcAft>
                <a:spcPts val="0"/>
              </a:spcAft>
              <a:buClr>
                <a:srgbClr val="4A5568"/>
              </a:buClr>
              <a:buSzPts val="1095"/>
              <a:buFont typeface="Helvetica Neue"/>
              <a:buNone/>
            </a:pPr>
            <a:r>
              <a:rPr b="0" lang="en-US" sz="1096">
                <a:solidFill>
                  <a:srgbClr val="4A5568"/>
                </a:solidFill>
                <a:latin typeface="Helvetica Neue"/>
                <a:ea typeface="Helvetica Neue"/>
                <a:cs typeface="Helvetica Neue"/>
                <a:sym typeface="Helvetica Neue"/>
              </a:rPr>
              <a:t>Decides loans</a:t>
            </a:r>
            <a:endParaRPr/>
          </a:p>
          <a:p>
            <a:pPr indent="0" lvl="0" marL="0" marR="0" rtl="0" algn="l">
              <a:lnSpc>
                <a:spcPct val="90000"/>
              </a:lnSpc>
              <a:spcBef>
                <a:spcPts val="0"/>
              </a:spcBef>
              <a:spcAft>
                <a:spcPts val="0"/>
              </a:spcAft>
              <a:buClr>
                <a:srgbClr val="4A5568"/>
              </a:buClr>
              <a:buSzPts val="1095"/>
              <a:buFont typeface="Helvetica Neue"/>
              <a:buNone/>
            </a:pPr>
            <a:r>
              <a:rPr b="0" lang="en-US" sz="1096">
                <a:solidFill>
                  <a:srgbClr val="4A5568"/>
                </a:solidFill>
                <a:latin typeface="Helvetica Neue"/>
                <a:ea typeface="Helvetica Neue"/>
                <a:cs typeface="Helvetica Neue"/>
                <a:sym typeface="Helvetica Neue"/>
              </a:rPr>
              <a:t>Requests policy, reserve, and supply changes</a:t>
            </a:r>
            <a:endParaRPr/>
          </a:p>
        </p:txBody>
      </p:sp>
      <p:sp>
        <p:nvSpPr>
          <p:cNvPr id="365" name="Google Shape;365;p4"/>
          <p:cNvSpPr/>
          <p:nvPr/>
        </p:nvSpPr>
        <p:spPr>
          <a:xfrm>
            <a:off x="590550" y="4152900"/>
            <a:ext cx="3714750" cy="1066800"/>
          </a:xfrm>
          <a:prstGeom prst="rect">
            <a:avLst/>
          </a:prstGeom>
          <a:solidFill>
            <a:srgbClr val="F1F3F6"/>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4"/>
          <p:cNvSpPr/>
          <p:nvPr/>
        </p:nvSpPr>
        <p:spPr>
          <a:xfrm>
            <a:off x="762000" y="4286250"/>
            <a:ext cx="3371850" cy="32385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0000"/>
              </a:buClr>
              <a:buSzPts val="1875"/>
              <a:buFont typeface="Helvetica Neue"/>
              <a:buNone/>
            </a:pPr>
            <a:r>
              <a:rPr b="1" lang="en-US" sz="1875">
                <a:solidFill>
                  <a:srgbClr val="000000"/>
                </a:solidFill>
                <a:latin typeface="Helvetica Neue"/>
                <a:ea typeface="Helvetica Neue"/>
                <a:cs typeface="Helvetica Neue"/>
                <a:sym typeface="Helvetica Neue"/>
              </a:rPr>
              <a:t>Commercial Bank</a:t>
            </a:r>
            <a:endParaRPr/>
          </a:p>
        </p:txBody>
      </p:sp>
      <p:sp>
        <p:nvSpPr>
          <p:cNvPr id="367" name="Google Shape;367;p4"/>
          <p:cNvSpPr/>
          <p:nvPr/>
        </p:nvSpPr>
        <p:spPr>
          <a:xfrm>
            <a:off x="762000" y="4667250"/>
            <a:ext cx="3371850" cy="4572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rgbClr val="4A5568"/>
              </a:buClr>
              <a:buSzPts val="1095"/>
              <a:buFont typeface="Helvetica Neue"/>
              <a:buNone/>
            </a:pPr>
            <a:r>
              <a:rPr b="0" lang="en-US" sz="1096">
                <a:solidFill>
                  <a:srgbClr val="4A5568"/>
                </a:solidFill>
                <a:latin typeface="Helvetica Neue"/>
                <a:ea typeface="Helvetica Neue"/>
                <a:cs typeface="Helvetica Neue"/>
                <a:sym typeface="Helvetica Neue"/>
              </a:rPr>
              <a:t>Uses bank dashboard</a:t>
            </a:r>
            <a:endParaRPr/>
          </a:p>
          <a:p>
            <a:pPr indent="0" lvl="0" marL="0" marR="0" rtl="0" algn="l">
              <a:lnSpc>
                <a:spcPct val="90000"/>
              </a:lnSpc>
              <a:spcBef>
                <a:spcPts val="0"/>
              </a:spcBef>
              <a:spcAft>
                <a:spcPts val="0"/>
              </a:spcAft>
              <a:buClr>
                <a:srgbClr val="4A5568"/>
              </a:buClr>
              <a:buSzPts val="1095"/>
              <a:buFont typeface="Helvetica Neue"/>
              <a:buNone/>
            </a:pPr>
            <a:r>
              <a:rPr b="0" lang="en-US" sz="1096">
                <a:solidFill>
                  <a:srgbClr val="4A5568"/>
                </a:solidFill>
                <a:latin typeface="Helvetica Neue"/>
                <a:ea typeface="Helvetica Neue"/>
                <a:cs typeface="Helvetica Neue"/>
                <a:sym typeface="Helvetica Neue"/>
              </a:rPr>
              <a:t>Applies for loans and transfers</a:t>
            </a:r>
            <a:endParaRPr/>
          </a:p>
          <a:p>
            <a:pPr indent="0" lvl="0" marL="0" marR="0" rtl="0" algn="l">
              <a:lnSpc>
                <a:spcPct val="90000"/>
              </a:lnSpc>
              <a:spcBef>
                <a:spcPts val="0"/>
              </a:spcBef>
              <a:spcAft>
                <a:spcPts val="0"/>
              </a:spcAft>
              <a:buClr>
                <a:srgbClr val="4A5568"/>
              </a:buClr>
              <a:buSzPts val="1095"/>
              <a:buFont typeface="Helvetica Neue"/>
              <a:buNone/>
            </a:pPr>
            <a:r>
              <a:rPr b="0" lang="en-US" sz="1096">
                <a:solidFill>
                  <a:srgbClr val="4A5568"/>
                </a:solidFill>
                <a:latin typeface="Helvetica Neue"/>
                <a:ea typeface="Helvetica Neue"/>
                <a:cs typeface="Helvetica Neue"/>
                <a:sym typeface="Helvetica Neue"/>
              </a:rPr>
              <a:t>Manages customers, accounts, and profile</a:t>
            </a:r>
            <a:endParaRPr/>
          </a:p>
        </p:txBody>
      </p:sp>
      <p:sp>
        <p:nvSpPr>
          <p:cNvPr id="368" name="Google Shape;368;p4"/>
          <p:cNvSpPr/>
          <p:nvPr/>
        </p:nvSpPr>
        <p:spPr>
          <a:xfrm>
            <a:off x="4953000" y="5772150"/>
            <a:ext cx="5619900" cy="28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5959"/>
              </a:buClr>
              <a:buSzPts val="1650"/>
              <a:buFont typeface="Helvetica Neue"/>
              <a:buNone/>
            </a:pPr>
            <a:r>
              <a:rPr b="1" lang="en-US" sz="1650">
                <a:solidFill>
                  <a:srgbClr val="595959"/>
                </a:solidFill>
                <a:latin typeface="Helvetica Neue"/>
                <a:ea typeface="Helvetica Neue"/>
                <a:cs typeface="Helvetica Neue"/>
                <a:sym typeface="Helvetica Neue"/>
              </a:rPr>
              <a:t>Use-case view from the final report</a:t>
            </a:r>
            <a:endParaRPr/>
          </a:p>
        </p:txBody>
      </p:sp>
      <p:sp>
        <p:nvSpPr>
          <p:cNvPr id="369" name="Google Shape;369;p4"/>
          <p:cNvSpPr/>
          <p:nvPr/>
        </p:nvSpPr>
        <p:spPr>
          <a:xfrm>
            <a:off x="4953000" y="1962150"/>
            <a:ext cx="6191250" cy="3638550"/>
          </a:xfrm>
          <a:prstGeom prst="rect">
            <a:avLst/>
          </a:prstGeom>
          <a:solidFill>
            <a:srgbClr val="FFFFFF"/>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70" name="Google Shape;370;p4"/>
          <p:cNvPicPr preferRelativeResize="0"/>
          <p:nvPr/>
        </p:nvPicPr>
        <p:blipFill rotWithShape="1">
          <a:blip r:embed="rId4">
            <a:alphaModFix/>
          </a:blip>
          <a:srcRect b="0" l="0" r="0" t="0"/>
          <a:stretch/>
        </p:blipFill>
        <p:spPr>
          <a:xfrm>
            <a:off x="5160794" y="2009775"/>
            <a:ext cx="5775663" cy="3543300"/>
          </a:xfrm>
          <a:prstGeom prst="rect">
            <a:avLst/>
          </a:prstGeom>
          <a:noFill/>
          <a:ln>
            <a:noFill/>
          </a:ln>
        </p:spPr>
      </p:pic>
      <p:sp>
        <p:nvSpPr>
          <p:cNvPr id="371" name="Google Shape;371;p4"/>
          <p:cNvSpPr/>
          <p:nvPr/>
        </p:nvSpPr>
        <p:spPr>
          <a:xfrm>
            <a:off x="4953000" y="1962150"/>
            <a:ext cx="6191250" cy="3638550"/>
          </a:xfrm>
          <a:prstGeom prst="rect">
            <a:avLst/>
          </a:prstGeom>
          <a:no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4"/>
          <p:cNvSpPr/>
          <p:nvPr/>
        </p:nvSpPr>
        <p:spPr>
          <a:xfrm>
            <a:off x="4953000" y="5696025"/>
            <a:ext cx="6191400" cy="4383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F78B4"/>
              </a:buClr>
              <a:buSzPts val="1555"/>
              <a:buFont typeface="Helvetica Neue"/>
              <a:buNone/>
            </a:pPr>
            <a:r>
              <a:rPr b="1" lang="en-US" sz="1556">
                <a:solidFill>
                  <a:srgbClr val="1F78B4"/>
                </a:solidFill>
                <a:latin typeface="Helvetica Neue"/>
                <a:ea typeface="Helvetica Neue"/>
                <a:cs typeface="Helvetica Neue"/>
                <a:sym typeface="Helvetica Neue"/>
              </a:rPr>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7" name="Shape 377"/>
        <p:cNvGrpSpPr/>
        <p:nvPr/>
      </p:nvGrpSpPr>
      <p:grpSpPr>
        <a:xfrm>
          <a:off x="0" y="0"/>
          <a:ext cx="0" cy="0"/>
          <a:chOff x="0" y="0"/>
          <a:chExt cx="0" cy="0"/>
        </a:xfrm>
      </p:grpSpPr>
      <p:sp>
        <p:nvSpPr>
          <p:cNvPr id="378" name="Google Shape;378;p5"/>
          <p:cNvSpPr/>
          <p:nvPr/>
        </p:nvSpPr>
        <p:spPr>
          <a:xfrm>
            <a:off x="393668" y="536712"/>
            <a:ext cx="11404568" cy="644387"/>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0000"/>
              </a:buClr>
              <a:buSzPts val="3600"/>
              <a:buFont typeface="Helvetica Neue"/>
              <a:buNone/>
            </a:pPr>
            <a:r>
              <a:rPr b="1" lang="en-US" sz="3600">
                <a:solidFill>
                  <a:srgbClr val="000000"/>
                </a:solidFill>
                <a:latin typeface="Helvetica Neue"/>
                <a:ea typeface="Helvetica Neue"/>
                <a:cs typeface="Helvetica Neue"/>
                <a:sym typeface="Helvetica Neue"/>
              </a:rPr>
              <a:t>The feature set covers the main banking workflow</a:t>
            </a:r>
            <a:endParaRPr/>
          </a:p>
        </p:txBody>
      </p:sp>
      <p:graphicFrame>
        <p:nvGraphicFramePr>
          <p:cNvPr id="379" name="Google Shape;379;p5"/>
          <p:cNvGraphicFramePr/>
          <p:nvPr/>
        </p:nvGraphicFramePr>
        <p:xfrm>
          <a:off x="590550" y="1562100"/>
          <a:ext cx="3000000" cy="3000000"/>
        </p:xfrm>
        <a:graphic>
          <a:graphicData uri="http://schemas.openxmlformats.org/drawingml/2006/table">
            <a:tbl>
              <a:tblPr>
                <a:noFill/>
                <a:tableStyleId>{1B960F83-028C-447E-940E-92B3A145AF0A}</a:tableStyleId>
              </a:tblPr>
              <a:tblGrid>
                <a:gridCol w="3670300"/>
                <a:gridCol w="3670300"/>
                <a:gridCol w="3349775"/>
              </a:tblGrid>
              <a:tr h="601425">
                <a:tc>
                  <a:txBody>
                    <a:bodyPr/>
                    <a:lstStyle/>
                    <a:p>
                      <a:pPr indent="0" lvl="0" marL="0" marR="0" rtl="0" algn="l">
                        <a:spcBef>
                          <a:spcPts val="0"/>
                        </a:spcBef>
                        <a:spcAft>
                          <a:spcPts val="0"/>
                        </a:spcAft>
                        <a:buClr>
                          <a:srgbClr val="000000"/>
                        </a:buClr>
                        <a:buSzPts val="1350"/>
                        <a:buFont typeface="Helvetica Neue"/>
                        <a:buNone/>
                      </a:pPr>
                      <a:r>
                        <a:rPr b="1" lang="en-US" sz="1350" u="none" cap="none" strike="noStrike">
                          <a:solidFill>
                            <a:srgbClr val="000000"/>
                          </a:solidFill>
                          <a:latin typeface="Helvetica Neue"/>
                          <a:ea typeface="Helvetica Neue"/>
                          <a:cs typeface="Helvetica Neue"/>
                          <a:sym typeface="Helvetica Neue"/>
                        </a:rPr>
                        <a:t>Management</a:t>
                      </a:r>
                      <a:endParaRPr/>
                    </a:p>
                  </a:txBody>
                  <a:tcPr marT="76200" marB="76200" marR="95250" marL="95250">
                    <a:solidFill>
                      <a:srgbClr val="F1F3F6"/>
                    </a:solidFill>
                  </a:tcPr>
                </a:tc>
                <a:tc>
                  <a:txBody>
                    <a:bodyPr/>
                    <a:lstStyle/>
                    <a:p>
                      <a:pPr indent="0" lvl="0" marL="0" marR="0" rtl="0" algn="l">
                        <a:spcBef>
                          <a:spcPts val="0"/>
                        </a:spcBef>
                        <a:spcAft>
                          <a:spcPts val="0"/>
                        </a:spcAft>
                        <a:buClr>
                          <a:srgbClr val="000000"/>
                        </a:buClr>
                        <a:buSzPts val="1350"/>
                        <a:buFont typeface="Helvetica Neue"/>
                        <a:buNone/>
                      </a:pPr>
                      <a:r>
                        <a:rPr b="1" lang="en-US" sz="1350">
                          <a:solidFill>
                            <a:srgbClr val="000000"/>
                          </a:solidFill>
                          <a:latin typeface="Helvetica Neue"/>
                          <a:ea typeface="Helvetica Neue"/>
                          <a:cs typeface="Helvetica Neue"/>
                          <a:sym typeface="Helvetica Neue"/>
                        </a:rPr>
                        <a:t>Financial Operations</a:t>
                      </a:r>
                      <a:endParaRPr/>
                    </a:p>
                  </a:txBody>
                  <a:tcPr marT="76200" marB="76200" marR="95250" marL="95250">
                    <a:solidFill>
                      <a:srgbClr val="F1F3F6"/>
                    </a:solidFill>
                  </a:tcPr>
                </a:tc>
                <a:tc>
                  <a:txBody>
                    <a:bodyPr/>
                    <a:lstStyle/>
                    <a:p>
                      <a:pPr indent="0" lvl="0" marL="0" marR="0" rtl="0" algn="l">
                        <a:spcBef>
                          <a:spcPts val="0"/>
                        </a:spcBef>
                        <a:spcAft>
                          <a:spcPts val="0"/>
                        </a:spcAft>
                        <a:buClr>
                          <a:srgbClr val="000000"/>
                        </a:buClr>
                        <a:buSzPts val="1350"/>
                        <a:buFont typeface="Helvetica Neue"/>
                        <a:buNone/>
                      </a:pPr>
                      <a:r>
                        <a:rPr b="1" lang="en-US" sz="1350">
                          <a:solidFill>
                            <a:srgbClr val="000000"/>
                          </a:solidFill>
                          <a:latin typeface="Helvetica Neue"/>
                          <a:ea typeface="Helvetica Neue"/>
                          <a:cs typeface="Helvetica Neue"/>
                          <a:sym typeface="Helvetica Neue"/>
                        </a:rPr>
                        <a:t>Monitoring and Output</a:t>
                      </a:r>
                      <a:endParaRPr/>
                    </a:p>
                  </a:txBody>
                  <a:tcPr marT="76200" marB="76200" marR="95250" marL="95250">
                    <a:solidFill>
                      <a:srgbClr val="F1F3F6"/>
                    </a:solidFill>
                  </a:tcPr>
                </a:tc>
              </a:tr>
              <a:tr h="601425">
                <a:tc>
                  <a:txBody>
                    <a:bodyPr/>
                    <a:lstStyle/>
                    <a:p>
                      <a:pPr indent="0" lvl="0" marL="0" marR="0" rtl="0" algn="l">
                        <a:spcBef>
                          <a:spcPts val="0"/>
                        </a:spcBef>
                        <a:spcAft>
                          <a:spcPts val="0"/>
                        </a:spcAft>
                        <a:buClr>
                          <a:srgbClr val="000000"/>
                        </a:buClr>
                        <a:buSzPts val="1200"/>
                        <a:buFont typeface="Helvetica Neue"/>
                        <a:buNone/>
                      </a:pPr>
                      <a:r>
                        <a:rPr lang="en-US" sz="1200">
                          <a:solidFill>
                            <a:srgbClr val="000000"/>
                          </a:solidFill>
                          <a:latin typeface="Helvetica Neue"/>
                          <a:ea typeface="Helvetica Neue"/>
                          <a:cs typeface="Helvetica Neue"/>
                          <a:sym typeface="Helvetica Neue"/>
                        </a:rPr>
                        <a:t>Bank registration and suspension</a:t>
                      </a:r>
                      <a:endParaRPr/>
                    </a:p>
                  </a:txBody>
                  <a:tcPr marT="76200" marB="76200" marR="95250" marL="95250"/>
                </a:tc>
                <a:tc>
                  <a:txBody>
                    <a:bodyPr/>
                    <a:lstStyle/>
                    <a:p>
                      <a:pPr indent="0" lvl="0" marL="0" marR="0" rtl="0" algn="l">
                        <a:spcBef>
                          <a:spcPts val="0"/>
                        </a:spcBef>
                        <a:spcAft>
                          <a:spcPts val="0"/>
                        </a:spcAft>
                        <a:buClr>
                          <a:srgbClr val="000000"/>
                        </a:buClr>
                        <a:buSzPts val="1200"/>
                        <a:buFont typeface="Helvetica Neue"/>
                        <a:buNone/>
                      </a:pPr>
                      <a:r>
                        <a:rPr lang="en-US" sz="1200">
                          <a:solidFill>
                            <a:srgbClr val="000000"/>
                          </a:solidFill>
                          <a:latin typeface="Helvetica Neue"/>
                          <a:ea typeface="Helvetica Neue"/>
                          <a:cs typeface="Helvetica Neue"/>
                          <a:sym typeface="Helvetica Neue"/>
                        </a:rPr>
                        <a:t>Inter-bank fund transfers</a:t>
                      </a:r>
                      <a:endParaRPr/>
                    </a:p>
                  </a:txBody>
                  <a:tcPr marT="76200" marB="76200" marR="95250" marL="95250"/>
                </a:tc>
                <a:tc>
                  <a:txBody>
                    <a:bodyPr/>
                    <a:lstStyle/>
                    <a:p>
                      <a:pPr indent="0" lvl="0" marL="0" marR="0" rtl="0" algn="l">
                        <a:spcBef>
                          <a:spcPts val="0"/>
                        </a:spcBef>
                        <a:spcAft>
                          <a:spcPts val="0"/>
                        </a:spcAft>
                        <a:buClr>
                          <a:srgbClr val="000000"/>
                        </a:buClr>
                        <a:buSzPts val="1200"/>
                        <a:buFont typeface="Helvetica Neue"/>
                        <a:buNone/>
                      </a:pPr>
                      <a:r>
                        <a:rPr lang="en-US" sz="1200">
                          <a:solidFill>
                            <a:srgbClr val="000000"/>
                          </a:solidFill>
                          <a:latin typeface="Helvetica Neue"/>
                          <a:ea typeface="Helvetica Neue"/>
                          <a:cs typeface="Helvetica Neue"/>
                          <a:sym typeface="Helvetica Neue"/>
                        </a:rPr>
                        <a:t>Risk assessment</a:t>
                      </a:r>
                      <a:endParaRPr/>
                    </a:p>
                  </a:txBody>
                  <a:tcPr marT="76200" marB="76200" marR="95250" marL="95250"/>
                </a:tc>
              </a:tr>
              <a:tr h="601425">
                <a:tc>
                  <a:txBody>
                    <a:bodyPr/>
                    <a:lstStyle/>
                    <a:p>
                      <a:pPr indent="0" lvl="0" marL="0" marR="0" rtl="0" algn="l">
                        <a:spcBef>
                          <a:spcPts val="0"/>
                        </a:spcBef>
                        <a:spcAft>
                          <a:spcPts val="0"/>
                        </a:spcAft>
                        <a:buClr>
                          <a:srgbClr val="000000"/>
                        </a:buClr>
                        <a:buSzPts val="1200"/>
                        <a:buFont typeface="Helvetica Neue"/>
                        <a:buNone/>
                      </a:pPr>
                      <a:r>
                        <a:rPr lang="en-US" sz="1200">
                          <a:solidFill>
                            <a:srgbClr val="000000"/>
                          </a:solidFill>
                          <a:latin typeface="Helvetica Neue"/>
                          <a:ea typeface="Helvetica Neue"/>
                          <a:cs typeface="Helvetica Neue"/>
                          <a:sym typeface="Helvetica Neue"/>
                        </a:rPr>
                        <a:t>Customer and account handling</a:t>
                      </a:r>
                      <a:endParaRPr/>
                    </a:p>
                  </a:txBody>
                  <a:tcPr marT="76200" marB="76200" marR="95250" marL="95250"/>
                </a:tc>
                <a:tc>
                  <a:txBody>
                    <a:bodyPr/>
                    <a:lstStyle/>
                    <a:p>
                      <a:pPr indent="0" lvl="0" marL="0" marR="0" rtl="0" algn="l">
                        <a:spcBef>
                          <a:spcPts val="0"/>
                        </a:spcBef>
                        <a:spcAft>
                          <a:spcPts val="0"/>
                        </a:spcAft>
                        <a:buClr>
                          <a:srgbClr val="000000"/>
                        </a:buClr>
                        <a:buSzPts val="1200"/>
                        <a:buFont typeface="Helvetica Neue"/>
                        <a:buNone/>
                      </a:pPr>
                      <a:r>
                        <a:rPr lang="en-US" sz="1200">
                          <a:solidFill>
                            <a:srgbClr val="000000"/>
                          </a:solidFill>
                          <a:latin typeface="Helvetica Neue"/>
                          <a:ea typeface="Helvetica Neue"/>
                          <a:cs typeface="Helvetica Neue"/>
                          <a:sym typeface="Helvetica Neue"/>
                        </a:rPr>
                        <a:t>Loan applications and decisions</a:t>
                      </a:r>
                      <a:endParaRPr/>
                    </a:p>
                  </a:txBody>
                  <a:tcPr marT="76200" marB="76200" marR="95250" marL="95250"/>
                </a:tc>
                <a:tc>
                  <a:txBody>
                    <a:bodyPr/>
                    <a:lstStyle/>
                    <a:p>
                      <a:pPr indent="0" lvl="0" marL="0" marR="0" rtl="0" algn="l">
                        <a:spcBef>
                          <a:spcPts val="0"/>
                        </a:spcBef>
                        <a:spcAft>
                          <a:spcPts val="0"/>
                        </a:spcAft>
                        <a:buClr>
                          <a:srgbClr val="000000"/>
                        </a:buClr>
                        <a:buSzPts val="1200"/>
                        <a:buFont typeface="Helvetica Neue"/>
                        <a:buNone/>
                      </a:pPr>
                      <a:r>
                        <a:rPr lang="en-US" sz="1200">
                          <a:solidFill>
                            <a:srgbClr val="000000"/>
                          </a:solidFill>
                          <a:latin typeface="Helvetica Neue"/>
                          <a:ea typeface="Helvetica Neue"/>
                          <a:cs typeface="Helvetica Neue"/>
                          <a:sym typeface="Helvetica Neue"/>
                        </a:rPr>
                        <a:t>Fraud detection</a:t>
                      </a:r>
                      <a:endParaRPr/>
                    </a:p>
                  </a:txBody>
                  <a:tcPr marT="76200" marB="76200" marR="95250" marL="95250"/>
                </a:tc>
              </a:tr>
              <a:tr h="601425">
                <a:tc>
                  <a:txBody>
                    <a:bodyPr/>
                    <a:lstStyle/>
                    <a:p>
                      <a:pPr indent="0" lvl="0" marL="0" marR="0" rtl="0" algn="l">
                        <a:spcBef>
                          <a:spcPts val="0"/>
                        </a:spcBef>
                        <a:spcAft>
                          <a:spcPts val="0"/>
                        </a:spcAft>
                        <a:buClr>
                          <a:srgbClr val="000000"/>
                        </a:buClr>
                        <a:buSzPts val="1200"/>
                        <a:buFont typeface="Helvetica Neue"/>
                        <a:buNone/>
                      </a:pPr>
                      <a:r>
                        <a:rPr lang="en-US" sz="1200">
                          <a:solidFill>
                            <a:srgbClr val="000000"/>
                          </a:solidFill>
                          <a:latin typeface="Helvetica Neue"/>
                          <a:ea typeface="Helvetica Neue"/>
                          <a:cs typeface="Helvetica Neue"/>
                          <a:sym typeface="Helvetica Neue"/>
                        </a:rPr>
                        <a:t>Role-based dashboards</a:t>
                      </a:r>
                      <a:endParaRPr/>
                    </a:p>
                  </a:txBody>
                  <a:tcPr marT="76200" marB="76200" marR="95250" marL="95250"/>
                </a:tc>
                <a:tc>
                  <a:txBody>
                    <a:bodyPr/>
                    <a:lstStyle/>
                    <a:p>
                      <a:pPr indent="0" lvl="0" marL="0" marR="0" rtl="0" algn="l">
                        <a:spcBef>
                          <a:spcPts val="0"/>
                        </a:spcBef>
                        <a:spcAft>
                          <a:spcPts val="0"/>
                        </a:spcAft>
                        <a:buClr>
                          <a:srgbClr val="000000"/>
                        </a:buClr>
                        <a:buSzPts val="1200"/>
                        <a:buFont typeface="Helvetica Neue"/>
                        <a:buNone/>
                      </a:pPr>
                      <a:r>
                        <a:rPr lang="en-US" sz="1200">
                          <a:solidFill>
                            <a:srgbClr val="000000"/>
                          </a:solidFill>
                          <a:latin typeface="Helvetica Neue"/>
                          <a:ea typeface="Helvetica Neue"/>
                          <a:cs typeface="Helvetica Neue"/>
                          <a:sym typeface="Helvetica Neue"/>
                        </a:rPr>
                        <a:t>Deposits and withdrawals</a:t>
                      </a:r>
                      <a:endParaRPr/>
                    </a:p>
                  </a:txBody>
                  <a:tcPr marT="76200" marB="76200" marR="95250" marL="95250"/>
                </a:tc>
                <a:tc>
                  <a:txBody>
                    <a:bodyPr/>
                    <a:lstStyle/>
                    <a:p>
                      <a:pPr indent="0" lvl="0" marL="0" marR="0" rtl="0" algn="l">
                        <a:spcBef>
                          <a:spcPts val="0"/>
                        </a:spcBef>
                        <a:spcAft>
                          <a:spcPts val="0"/>
                        </a:spcAft>
                        <a:buClr>
                          <a:srgbClr val="000000"/>
                        </a:buClr>
                        <a:buSzPts val="1200"/>
                        <a:buFont typeface="Helvetica Neue"/>
                        <a:buNone/>
                      </a:pPr>
                      <a:r>
                        <a:rPr lang="en-US" sz="1200">
                          <a:solidFill>
                            <a:srgbClr val="000000"/>
                          </a:solidFill>
                          <a:latin typeface="Helvetica Neue"/>
                          <a:ea typeface="Helvetica Neue"/>
                          <a:cs typeface="Helvetica Neue"/>
                          <a:sym typeface="Helvetica Neue"/>
                        </a:rPr>
                        <a:t>Approval requests</a:t>
                      </a:r>
                      <a:endParaRPr/>
                    </a:p>
                  </a:txBody>
                  <a:tcPr marT="76200" marB="76200" marR="95250" marL="95250"/>
                </a:tc>
              </a:tr>
              <a:tr h="601425">
                <a:tc>
                  <a:txBody>
                    <a:bodyPr/>
                    <a:lstStyle/>
                    <a:p>
                      <a:pPr indent="0" lvl="0" marL="0" marR="0" rtl="0" algn="l">
                        <a:spcBef>
                          <a:spcPts val="0"/>
                        </a:spcBef>
                        <a:spcAft>
                          <a:spcPts val="0"/>
                        </a:spcAft>
                        <a:buClr>
                          <a:srgbClr val="000000"/>
                        </a:buClr>
                        <a:buSzPts val="1200"/>
                        <a:buFont typeface="Helvetica Neue"/>
                        <a:buNone/>
                      </a:pPr>
                      <a:r>
                        <a:rPr lang="en-US" sz="1200">
                          <a:solidFill>
                            <a:srgbClr val="000000"/>
                          </a:solidFill>
                          <a:latin typeface="Helvetica Neue"/>
                          <a:ea typeface="Helvetica Neue"/>
                          <a:cs typeface="Helvetica Neue"/>
                          <a:sym typeface="Helvetica Neue"/>
                        </a:rPr>
                        <a:t>Administrator and Governor control</a:t>
                      </a:r>
                      <a:endParaRPr/>
                    </a:p>
                  </a:txBody>
                  <a:tcPr marT="76200" marB="76200" marR="95250" marL="95250"/>
                </a:tc>
                <a:tc>
                  <a:txBody>
                    <a:bodyPr/>
                    <a:lstStyle/>
                    <a:p>
                      <a:pPr indent="0" lvl="0" marL="0" marR="0" rtl="0" algn="l">
                        <a:spcBef>
                          <a:spcPts val="0"/>
                        </a:spcBef>
                        <a:spcAft>
                          <a:spcPts val="0"/>
                        </a:spcAft>
                        <a:buClr>
                          <a:srgbClr val="000000"/>
                        </a:buClr>
                        <a:buSzPts val="1200"/>
                        <a:buFont typeface="Helvetica Neue"/>
                        <a:buNone/>
                      </a:pPr>
                      <a:r>
                        <a:rPr lang="en-US" sz="1200">
                          <a:solidFill>
                            <a:srgbClr val="000000"/>
                          </a:solidFill>
                          <a:latin typeface="Helvetica Neue"/>
                          <a:ea typeface="Helvetica Neue"/>
                          <a:cs typeface="Helvetica Neue"/>
                          <a:sym typeface="Helvetica Neue"/>
                        </a:rPr>
                        <a:t>Reserve management</a:t>
                      </a:r>
                      <a:endParaRPr/>
                    </a:p>
                  </a:txBody>
                  <a:tcPr marT="76200" marB="76200" marR="95250" marL="95250"/>
                </a:tc>
                <a:tc>
                  <a:txBody>
                    <a:bodyPr/>
                    <a:lstStyle/>
                    <a:p>
                      <a:pPr indent="0" lvl="0" marL="0" marR="0" rtl="0" algn="l">
                        <a:spcBef>
                          <a:spcPts val="0"/>
                        </a:spcBef>
                        <a:spcAft>
                          <a:spcPts val="0"/>
                        </a:spcAft>
                        <a:buClr>
                          <a:srgbClr val="000000"/>
                        </a:buClr>
                        <a:buSzPts val="1200"/>
                        <a:buFont typeface="Helvetica Neue"/>
                        <a:buNone/>
                      </a:pPr>
                      <a:r>
                        <a:rPr lang="en-US" sz="1200">
                          <a:solidFill>
                            <a:srgbClr val="000000"/>
                          </a:solidFill>
                          <a:latin typeface="Helvetica Neue"/>
                          <a:ea typeface="Helvetica Neue"/>
                          <a:cs typeface="Helvetica Neue"/>
                          <a:sym typeface="Helvetica Neue"/>
                        </a:rPr>
                        <a:t>Notifications</a:t>
                      </a:r>
                      <a:endParaRPr/>
                    </a:p>
                  </a:txBody>
                  <a:tcPr marT="76200" marB="76200" marR="95250" marL="95250"/>
                </a:tc>
              </a:tr>
              <a:tr h="601425">
                <a:tc>
                  <a:txBody>
                    <a:bodyPr/>
                    <a:lstStyle/>
                    <a:p>
                      <a:pPr indent="0" lvl="0" marL="0" marR="0" rtl="0" algn="l">
                        <a:spcBef>
                          <a:spcPts val="0"/>
                        </a:spcBef>
                        <a:spcAft>
                          <a:spcPts val="0"/>
                        </a:spcAft>
                        <a:buClr>
                          <a:srgbClr val="000000"/>
                        </a:buClr>
                        <a:buSzPts val="1200"/>
                        <a:buFont typeface="Helvetica Neue"/>
                        <a:buNone/>
                      </a:pPr>
                      <a:r>
                        <a:rPr lang="en-US" sz="1200">
                          <a:solidFill>
                            <a:srgbClr val="000000"/>
                          </a:solidFill>
                          <a:latin typeface="Helvetica Neue"/>
                          <a:ea typeface="Helvetica Neue"/>
                          <a:cs typeface="Helvetica Neue"/>
                          <a:sym typeface="Helvetica Neue"/>
                        </a:rPr>
                        <a:t>Commercial bank profile control</a:t>
                      </a:r>
                      <a:endParaRPr/>
                    </a:p>
                  </a:txBody>
                  <a:tcPr marT="76200" marB="76200" marR="95250" marL="95250"/>
                </a:tc>
                <a:tc>
                  <a:txBody>
                    <a:bodyPr/>
                    <a:lstStyle/>
                    <a:p>
                      <a:pPr indent="0" lvl="0" marL="0" marR="0" rtl="0" algn="l">
                        <a:spcBef>
                          <a:spcPts val="0"/>
                        </a:spcBef>
                        <a:spcAft>
                          <a:spcPts val="0"/>
                        </a:spcAft>
                        <a:buClr>
                          <a:srgbClr val="000000"/>
                        </a:buClr>
                        <a:buSzPts val="1200"/>
                        <a:buFont typeface="Helvetica Neue"/>
                        <a:buNone/>
                      </a:pPr>
                      <a:r>
                        <a:rPr lang="en-US" sz="1200">
                          <a:solidFill>
                            <a:srgbClr val="000000"/>
                          </a:solidFill>
                          <a:latin typeface="Helvetica Neue"/>
                          <a:ea typeface="Helvetica Neue"/>
                          <a:cs typeface="Helvetica Neue"/>
                          <a:sym typeface="Helvetica Neue"/>
                        </a:rPr>
                        <a:t>Monetary policy updates</a:t>
                      </a:r>
                      <a:endParaRPr/>
                    </a:p>
                  </a:txBody>
                  <a:tcPr marT="76200" marB="76200" marR="95250" marL="95250"/>
                </a:tc>
                <a:tc>
                  <a:txBody>
                    <a:bodyPr/>
                    <a:lstStyle/>
                    <a:p>
                      <a:pPr indent="0" lvl="0" marL="0" marR="0" rtl="0" algn="l">
                        <a:spcBef>
                          <a:spcPts val="0"/>
                        </a:spcBef>
                        <a:spcAft>
                          <a:spcPts val="0"/>
                        </a:spcAft>
                        <a:buClr>
                          <a:srgbClr val="000000"/>
                        </a:buClr>
                        <a:buSzPts val="1200"/>
                        <a:buFont typeface="Helvetica Neue"/>
                        <a:buNone/>
                      </a:pPr>
                      <a:r>
                        <a:rPr lang="en-US" sz="1200">
                          <a:solidFill>
                            <a:srgbClr val="000000"/>
                          </a:solidFill>
                          <a:latin typeface="Helvetica Neue"/>
                          <a:ea typeface="Helvetica Neue"/>
                          <a:cs typeface="Helvetica Neue"/>
                          <a:sym typeface="Helvetica Neue"/>
                        </a:rPr>
                        <a:t>Audit and activity logs</a:t>
                      </a:r>
                      <a:endParaRPr/>
                    </a:p>
                  </a:txBody>
                  <a:tcPr marT="76200" marB="76200" marR="95250" marL="95250"/>
                </a:tc>
              </a:tr>
              <a:tr h="601425">
                <a:tc>
                  <a:txBody>
                    <a:bodyPr/>
                    <a:lstStyle/>
                    <a:p>
                      <a:pPr indent="0" lvl="0" marL="0" marR="0" rtl="0" algn="l">
                        <a:spcBef>
                          <a:spcPts val="0"/>
                        </a:spcBef>
                        <a:spcAft>
                          <a:spcPts val="0"/>
                        </a:spcAft>
                        <a:buClr>
                          <a:srgbClr val="000000"/>
                        </a:buClr>
                        <a:buSzPts val="1200"/>
                        <a:buFont typeface="Helvetica Neue"/>
                        <a:buNone/>
                      </a:pPr>
                      <a:r>
                        <a:rPr lang="en-US" sz="1200">
                          <a:solidFill>
                            <a:srgbClr val="000000"/>
                          </a:solidFill>
                          <a:latin typeface="Helvetica Neue"/>
                          <a:ea typeface="Helvetica Neue"/>
                          <a:cs typeface="Helvetica Neue"/>
                          <a:sym typeface="Helvetica Neue"/>
                        </a:rPr>
                        <a:t>Data stored in structured CSV files</a:t>
                      </a:r>
                      <a:endParaRPr/>
                    </a:p>
                  </a:txBody>
                  <a:tcPr marT="76200" marB="76200" marR="95250" marL="95250"/>
                </a:tc>
                <a:tc>
                  <a:txBody>
                    <a:bodyPr/>
                    <a:lstStyle/>
                    <a:p>
                      <a:pPr indent="0" lvl="0" marL="0" marR="0" rtl="0" algn="l">
                        <a:spcBef>
                          <a:spcPts val="0"/>
                        </a:spcBef>
                        <a:spcAft>
                          <a:spcPts val="0"/>
                        </a:spcAft>
                        <a:buClr>
                          <a:srgbClr val="000000"/>
                        </a:buClr>
                        <a:buSzPts val="1200"/>
                        <a:buFont typeface="Helvetica Neue"/>
                        <a:buNone/>
                      </a:pPr>
                      <a:r>
                        <a:rPr lang="en-US" sz="1200">
                          <a:solidFill>
                            <a:srgbClr val="000000"/>
                          </a:solidFill>
                          <a:latin typeface="Helvetica Neue"/>
                          <a:ea typeface="Helvetica Neue"/>
                          <a:cs typeface="Helvetica Neue"/>
                          <a:sym typeface="Helvetica Neue"/>
                        </a:rPr>
                        <a:t>Exchange-rate information</a:t>
                      </a:r>
                      <a:endParaRPr/>
                    </a:p>
                  </a:txBody>
                  <a:tcPr marT="76200" marB="76200" marR="95250" marL="95250"/>
                </a:tc>
                <a:tc>
                  <a:txBody>
                    <a:bodyPr/>
                    <a:lstStyle/>
                    <a:p>
                      <a:pPr indent="0" lvl="0" marL="0" marR="0" rtl="0" algn="l">
                        <a:spcBef>
                          <a:spcPts val="0"/>
                        </a:spcBef>
                        <a:spcAft>
                          <a:spcPts val="0"/>
                        </a:spcAft>
                        <a:buClr>
                          <a:srgbClr val="000000"/>
                        </a:buClr>
                        <a:buSzPts val="1200"/>
                        <a:buFont typeface="Helvetica Neue"/>
                        <a:buNone/>
                      </a:pPr>
                      <a:r>
                        <a:rPr lang="en-US" sz="1200">
                          <a:solidFill>
                            <a:srgbClr val="000000"/>
                          </a:solidFill>
                          <a:latin typeface="Helvetica Neue"/>
                          <a:ea typeface="Helvetica Neue"/>
                          <a:cs typeface="Helvetica Neue"/>
                          <a:sym typeface="Helvetica Neue"/>
                        </a:rPr>
                        <a:t>Bank, loan, reserve, fraud, and summary reports</a:t>
                      </a:r>
                      <a:endParaRPr/>
                    </a:p>
                  </a:txBody>
                  <a:tcPr marT="76200" marB="76200" marR="95250" marL="95250"/>
                </a:tc>
              </a:tr>
            </a:tbl>
          </a:graphicData>
        </a:graphic>
      </p:graphicFrame>
      <p:sp>
        <p:nvSpPr>
          <p:cNvPr id="380" name="Google Shape;380;p5"/>
          <p:cNvSpPr/>
          <p:nvPr/>
        </p:nvSpPr>
        <p:spPr>
          <a:xfrm>
            <a:off x="590550" y="5924550"/>
            <a:ext cx="828675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78B4"/>
              </a:buClr>
              <a:buSzPts val="1800"/>
              <a:buFont typeface="Helvetica Neue"/>
              <a:buNone/>
            </a:pPr>
            <a:r>
              <a:t/>
            </a:r>
            <a:endParaRPr b="1" sz="1800">
              <a:solidFill>
                <a:srgbClr val="1F78B4"/>
              </a:solidFill>
              <a:latin typeface="Helvetica Neue"/>
              <a:ea typeface="Helvetica Neue"/>
              <a:cs typeface="Helvetica Neue"/>
              <a:sym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5" name="Shape 385"/>
        <p:cNvGrpSpPr/>
        <p:nvPr/>
      </p:nvGrpSpPr>
      <p:grpSpPr>
        <a:xfrm>
          <a:off x="0" y="0"/>
          <a:ext cx="0" cy="0"/>
          <a:chOff x="0" y="0"/>
          <a:chExt cx="0" cy="0"/>
        </a:xfrm>
      </p:grpSpPr>
      <p:sp>
        <p:nvSpPr>
          <p:cNvPr id="386" name="Google Shape;386;p6"/>
          <p:cNvSpPr/>
          <p:nvPr/>
        </p:nvSpPr>
        <p:spPr>
          <a:xfrm>
            <a:off x="393668" y="514348"/>
            <a:ext cx="11404568" cy="666751"/>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0000"/>
              </a:buClr>
              <a:buSzPts val="3600"/>
              <a:buFont typeface="Helvetica Neue"/>
              <a:buNone/>
            </a:pPr>
            <a:r>
              <a:rPr b="1" lang="en-US" sz="3600">
                <a:solidFill>
                  <a:srgbClr val="000000"/>
                </a:solidFill>
                <a:latin typeface="Helvetica Neue"/>
                <a:ea typeface="Helvetica Neue"/>
                <a:cs typeface="Helvetica Neue"/>
                <a:sym typeface="Helvetica Neue"/>
              </a:rPr>
              <a:t>Architecture and data flow</a:t>
            </a:r>
            <a:endParaRPr/>
          </a:p>
        </p:txBody>
      </p:sp>
      <p:sp>
        <p:nvSpPr>
          <p:cNvPr id="387" name="Google Shape;387;p6"/>
          <p:cNvSpPr/>
          <p:nvPr/>
        </p:nvSpPr>
        <p:spPr>
          <a:xfrm>
            <a:off x="590550" y="1543050"/>
            <a:ext cx="4114800" cy="666750"/>
          </a:xfrm>
          <a:prstGeom prst="rect">
            <a:avLst/>
          </a:prstGeom>
          <a:solidFill>
            <a:srgbClr val="D8EFFB"/>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6"/>
          <p:cNvSpPr/>
          <p:nvPr/>
        </p:nvSpPr>
        <p:spPr>
          <a:xfrm>
            <a:off x="762000" y="1647825"/>
            <a:ext cx="1506900" cy="476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650"/>
              <a:buFont typeface="Helvetica Neue"/>
              <a:buNone/>
            </a:pPr>
            <a:r>
              <a:rPr b="1" lang="en-US" sz="1650">
                <a:solidFill>
                  <a:srgbClr val="000000"/>
                </a:solidFill>
                <a:latin typeface="Helvetica Neue"/>
                <a:ea typeface="Helvetica Neue"/>
                <a:cs typeface="Helvetica Neue"/>
                <a:sym typeface="Helvetica Neue"/>
              </a:rPr>
              <a:t>Browser UI</a:t>
            </a:r>
            <a:endParaRPr/>
          </a:p>
          <a:p>
            <a:pPr indent="0" lvl="0" marL="0" marR="0" rtl="0" algn="l">
              <a:spcBef>
                <a:spcPts val="0"/>
              </a:spcBef>
              <a:spcAft>
                <a:spcPts val="0"/>
              </a:spcAft>
              <a:buClr>
                <a:srgbClr val="000000"/>
              </a:buClr>
              <a:buSzPts val="1650"/>
              <a:buFont typeface="Helvetica Neue"/>
              <a:buNone/>
            </a:pPr>
            <a:r>
              <a:rPr b="1" lang="en-US" sz="1650">
                <a:solidFill>
                  <a:srgbClr val="000000"/>
                </a:solidFill>
                <a:latin typeface="Helvetica Neue"/>
                <a:ea typeface="Helvetica Neue"/>
                <a:cs typeface="Helvetica Neue"/>
                <a:sym typeface="Helvetica Neue"/>
              </a:rPr>
              <a:t>PageRenderer</a:t>
            </a:r>
            <a:endParaRPr b="1" sz="1650">
              <a:solidFill>
                <a:srgbClr val="000000"/>
              </a:solidFill>
              <a:latin typeface="Helvetica Neue"/>
              <a:ea typeface="Helvetica Neue"/>
              <a:cs typeface="Helvetica Neue"/>
              <a:sym typeface="Helvetica Neue"/>
            </a:endParaRPr>
          </a:p>
        </p:txBody>
      </p:sp>
      <p:sp>
        <p:nvSpPr>
          <p:cNvPr id="389" name="Google Shape;389;p6"/>
          <p:cNvSpPr/>
          <p:nvPr/>
        </p:nvSpPr>
        <p:spPr>
          <a:xfrm>
            <a:off x="2190750" y="1647825"/>
            <a:ext cx="2324100" cy="419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4A5568"/>
              </a:buClr>
              <a:buSzPts val="1275"/>
              <a:buFont typeface="Helvetica Neue"/>
              <a:buNone/>
            </a:pPr>
            <a:r>
              <a:rPr b="0" lang="en-US" sz="1275">
                <a:solidFill>
                  <a:srgbClr val="4A5568"/>
                </a:solidFill>
                <a:latin typeface="Helvetica Neue"/>
                <a:ea typeface="Helvetica Neue"/>
                <a:cs typeface="Helvetica Neue"/>
                <a:sym typeface="Helvetica Neue"/>
              </a:rPr>
              <a:t>HTML and CSS pages rendered from Java</a:t>
            </a:r>
            <a:endParaRPr/>
          </a:p>
        </p:txBody>
      </p:sp>
      <p:sp>
        <p:nvSpPr>
          <p:cNvPr id="390" name="Google Shape;390;p6"/>
          <p:cNvSpPr/>
          <p:nvPr/>
        </p:nvSpPr>
        <p:spPr>
          <a:xfrm>
            <a:off x="2438400" y="2228850"/>
            <a:ext cx="381000" cy="2476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78B4"/>
              </a:buClr>
              <a:buSzPts val="1650"/>
              <a:buFont typeface="Helvetica Neue"/>
              <a:buNone/>
            </a:pPr>
            <a:r>
              <a:rPr b="1" lang="en-US" sz="1650">
                <a:solidFill>
                  <a:srgbClr val="1F78B4"/>
                </a:solidFill>
                <a:latin typeface="Helvetica Neue"/>
                <a:ea typeface="Helvetica Neue"/>
                <a:cs typeface="Helvetica Neue"/>
                <a:sym typeface="Helvetica Neue"/>
              </a:rPr>
              <a:t>v</a:t>
            </a:r>
            <a:endParaRPr/>
          </a:p>
        </p:txBody>
      </p:sp>
      <p:sp>
        <p:nvSpPr>
          <p:cNvPr id="391" name="Google Shape;391;p6"/>
          <p:cNvSpPr/>
          <p:nvPr/>
        </p:nvSpPr>
        <p:spPr>
          <a:xfrm>
            <a:off x="590550" y="2419350"/>
            <a:ext cx="4114800" cy="666750"/>
          </a:xfrm>
          <a:prstGeom prst="rect">
            <a:avLst/>
          </a:prstGeom>
          <a:solidFill>
            <a:srgbClr val="F1F3F6"/>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6"/>
          <p:cNvSpPr/>
          <p:nvPr/>
        </p:nvSpPr>
        <p:spPr>
          <a:xfrm>
            <a:off x="762000" y="2514600"/>
            <a:ext cx="14287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650"/>
              <a:buFont typeface="Helvetica Neue"/>
              <a:buNone/>
            </a:pPr>
            <a:r>
              <a:rPr b="1" lang="en-US" sz="1650">
                <a:solidFill>
                  <a:srgbClr val="000000"/>
                </a:solidFill>
                <a:latin typeface="Helvetica Neue"/>
                <a:ea typeface="Helvetica Neue"/>
                <a:cs typeface="Helvetica Neue"/>
                <a:sym typeface="Helvetica Neue"/>
              </a:rPr>
              <a:t>AppRouter</a:t>
            </a:r>
            <a:endParaRPr/>
          </a:p>
        </p:txBody>
      </p:sp>
      <p:sp>
        <p:nvSpPr>
          <p:cNvPr id="393" name="Google Shape;393;p6"/>
          <p:cNvSpPr/>
          <p:nvPr/>
        </p:nvSpPr>
        <p:spPr>
          <a:xfrm>
            <a:off x="2190750" y="2524125"/>
            <a:ext cx="2324100" cy="419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4A5568"/>
              </a:buClr>
              <a:buSzPts val="1275"/>
              <a:buFont typeface="Helvetica Neue"/>
              <a:buNone/>
            </a:pPr>
            <a:r>
              <a:rPr b="0" lang="en-US" sz="1275">
                <a:solidFill>
                  <a:srgbClr val="4A5568"/>
                </a:solidFill>
                <a:latin typeface="Helvetica Neue"/>
                <a:ea typeface="Helvetica Neue"/>
                <a:cs typeface="Helvetica Neue"/>
                <a:sym typeface="Helvetica Neue"/>
              </a:rPr>
              <a:t>Routes GET/POST requests to the correct operation</a:t>
            </a:r>
            <a:endParaRPr/>
          </a:p>
        </p:txBody>
      </p:sp>
      <p:sp>
        <p:nvSpPr>
          <p:cNvPr id="394" name="Google Shape;394;p6"/>
          <p:cNvSpPr/>
          <p:nvPr/>
        </p:nvSpPr>
        <p:spPr>
          <a:xfrm>
            <a:off x="2438400" y="3105150"/>
            <a:ext cx="381000" cy="2476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78B4"/>
              </a:buClr>
              <a:buSzPts val="1650"/>
              <a:buFont typeface="Helvetica Neue"/>
              <a:buNone/>
            </a:pPr>
            <a:r>
              <a:rPr b="1" lang="en-US" sz="1650">
                <a:solidFill>
                  <a:srgbClr val="1F78B4"/>
                </a:solidFill>
                <a:latin typeface="Helvetica Neue"/>
                <a:ea typeface="Helvetica Neue"/>
                <a:cs typeface="Helvetica Neue"/>
                <a:sym typeface="Helvetica Neue"/>
              </a:rPr>
              <a:t>v</a:t>
            </a:r>
            <a:endParaRPr/>
          </a:p>
        </p:txBody>
      </p:sp>
      <p:sp>
        <p:nvSpPr>
          <p:cNvPr id="395" name="Google Shape;395;p6"/>
          <p:cNvSpPr/>
          <p:nvPr/>
        </p:nvSpPr>
        <p:spPr>
          <a:xfrm>
            <a:off x="590550" y="3295650"/>
            <a:ext cx="4114800" cy="666750"/>
          </a:xfrm>
          <a:prstGeom prst="rect">
            <a:avLst/>
          </a:prstGeom>
          <a:solidFill>
            <a:srgbClr val="F1F3F6"/>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6"/>
          <p:cNvSpPr/>
          <p:nvPr/>
        </p:nvSpPr>
        <p:spPr>
          <a:xfrm>
            <a:off x="762000" y="3390900"/>
            <a:ext cx="14287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650"/>
              <a:buFont typeface="Helvetica Neue"/>
              <a:buNone/>
            </a:pPr>
            <a:r>
              <a:rPr b="1" lang="en-US" sz="1650">
                <a:solidFill>
                  <a:srgbClr val="000000"/>
                </a:solidFill>
                <a:latin typeface="Helvetica Neue"/>
                <a:ea typeface="Helvetica Neue"/>
                <a:cs typeface="Helvetica Neue"/>
                <a:sym typeface="Helvetica Neue"/>
              </a:rPr>
              <a:t>Services</a:t>
            </a:r>
            <a:endParaRPr/>
          </a:p>
        </p:txBody>
      </p:sp>
      <p:sp>
        <p:nvSpPr>
          <p:cNvPr id="397" name="Google Shape;397;p6"/>
          <p:cNvSpPr/>
          <p:nvPr/>
        </p:nvSpPr>
        <p:spPr>
          <a:xfrm>
            <a:off x="2190750" y="3400425"/>
            <a:ext cx="2324100" cy="4191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rgbClr val="4A5568"/>
              </a:buClr>
              <a:buSzPts val="1083"/>
              <a:buFont typeface="Helvetica Neue"/>
              <a:buNone/>
            </a:pPr>
            <a:r>
              <a:rPr b="0" lang="en-US" sz="1084">
                <a:solidFill>
                  <a:srgbClr val="4A5568"/>
                </a:solidFill>
                <a:latin typeface="Helvetica Neue"/>
                <a:ea typeface="Helvetica Neue"/>
                <a:cs typeface="Helvetica Neue"/>
                <a:sym typeface="Helvetica Neue"/>
              </a:rPr>
              <a:t>CentralBankSystem, LoginManager, RiskAssessment, FraudDetector</a:t>
            </a:r>
            <a:endParaRPr/>
          </a:p>
        </p:txBody>
      </p:sp>
      <p:sp>
        <p:nvSpPr>
          <p:cNvPr id="398" name="Google Shape;398;p6"/>
          <p:cNvSpPr/>
          <p:nvPr/>
        </p:nvSpPr>
        <p:spPr>
          <a:xfrm>
            <a:off x="2438400" y="3981450"/>
            <a:ext cx="381000" cy="2476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78B4"/>
              </a:buClr>
              <a:buSzPts val="1650"/>
              <a:buFont typeface="Helvetica Neue"/>
              <a:buNone/>
            </a:pPr>
            <a:r>
              <a:rPr b="1" lang="en-US" sz="1650">
                <a:solidFill>
                  <a:srgbClr val="1F78B4"/>
                </a:solidFill>
                <a:latin typeface="Helvetica Neue"/>
                <a:ea typeface="Helvetica Neue"/>
                <a:cs typeface="Helvetica Neue"/>
                <a:sym typeface="Helvetica Neue"/>
              </a:rPr>
              <a:t>v</a:t>
            </a:r>
            <a:endParaRPr/>
          </a:p>
        </p:txBody>
      </p:sp>
      <p:sp>
        <p:nvSpPr>
          <p:cNvPr id="399" name="Google Shape;399;p6"/>
          <p:cNvSpPr/>
          <p:nvPr/>
        </p:nvSpPr>
        <p:spPr>
          <a:xfrm>
            <a:off x="590550" y="4171950"/>
            <a:ext cx="4114800" cy="666750"/>
          </a:xfrm>
          <a:prstGeom prst="rect">
            <a:avLst/>
          </a:prstGeom>
          <a:solidFill>
            <a:srgbClr val="F1F3F6"/>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6"/>
          <p:cNvSpPr/>
          <p:nvPr/>
        </p:nvSpPr>
        <p:spPr>
          <a:xfrm>
            <a:off x="762000" y="4267200"/>
            <a:ext cx="14287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650"/>
              <a:buFont typeface="Helvetica Neue"/>
              <a:buNone/>
            </a:pPr>
            <a:r>
              <a:rPr b="1" lang="en-US" sz="1650">
                <a:solidFill>
                  <a:srgbClr val="000000"/>
                </a:solidFill>
                <a:latin typeface="Helvetica Neue"/>
                <a:ea typeface="Helvetica Neue"/>
                <a:cs typeface="Helvetica Neue"/>
                <a:sym typeface="Helvetica Neue"/>
              </a:rPr>
              <a:t>Models</a:t>
            </a:r>
            <a:endParaRPr/>
          </a:p>
        </p:txBody>
      </p:sp>
      <p:sp>
        <p:nvSpPr>
          <p:cNvPr id="401" name="Google Shape;401;p6"/>
          <p:cNvSpPr/>
          <p:nvPr/>
        </p:nvSpPr>
        <p:spPr>
          <a:xfrm>
            <a:off x="2190750" y="4276725"/>
            <a:ext cx="2324100" cy="419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4A5568"/>
              </a:buClr>
              <a:buSzPts val="1275"/>
              <a:buFont typeface="Helvetica Neue"/>
              <a:buNone/>
            </a:pPr>
            <a:r>
              <a:rPr b="0" lang="en-US" sz="1275">
                <a:solidFill>
                  <a:srgbClr val="4A5568"/>
                </a:solidFill>
                <a:latin typeface="Helvetica Neue"/>
                <a:ea typeface="Helvetica Neue"/>
                <a:cs typeface="Helvetica Neue"/>
                <a:sym typeface="Helvetica Neue"/>
              </a:rPr>
              <a:t>Bank, Customer, Account, Loan, Transaction, Reserve, Policy</a:t>
            </a:r>
            <a:endParaRPr/>
          </a:p>
        </p:txBody>
      </p:sp>
      <p:sp>
        <p:nvSpPr>
          <p:cNvPr id="402" name="Google Shape;402;p6"/>
          <p:cNvSpPr/>
          <p:nvPr/>
        </p:nvSpPr>
        <p:spPr>
          <a:xfrm>
            <a:off x="2438400" y="4857750"/>
            <a:ext cx="381000" cy="2476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78B4"/>
              </a:buClr>
              <a:buSzPts val="1650"/>
              <a:buFont typeface="Helvetica Neue"/>
              <a:buNone/>
            </a:pPr>
            <a:r>
              <a:rPr b="1" lang="en-US" sz="1650">
                <a:solidFill>
                  <a:srgbClr val="1F78B4"/>
                </a:solidFill>
                <a:latin typeface="Helvetica Neue"/>
                <a:ea typeface="Helvetica Neue"/>
                <a:cs typeface="Helvetica Neue"/>
                <a:sym typeface="Helvetica Neue"/>
              </a:rPr>
              <a:t>v</a:t>
            </a:r>
            <a:endParaRPr/>
          </a:p>
        </p:txBody>
      </p:sp>
      <p:sp>
        <p:nvSpPr>
          <p:cNvPr id="403" name="Google Shape;403;p6"/>
          <p:cNvSpPr/>
          <p:nvPr/>
        </p:nvSpPr>
        <p:spPr>
          <a:xfrm>
            <a:off x="590550" y="5048250"/>
            <a:ext cx="4114800" cy="666750"/>
          </a:xfrm>
          <a:prstGeom prst="rect">
            <a:avLst/>
          </a:prstGeom>
          <a:solidFill>
            <a:srgbClr val="D8EFFB"/>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6"/>
          <p:cNvSpPr/>
          <p:nvPr/>
        </p:nvSpPr>
        <p:spPr>
          <a:xfrm>
            <a:off x="762000" y="5143500"/>
            <a:ext cx="14287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650"/>
              <a:buFont typeface="Helvetica Neue"/>
              <a:buNone/>
            </a:pPr>
            <a:r>
              <a:rPr b="1" lang="en-US" sz="1650">
                <a:solidFill>
                  <a:srgbClr val="000000"/>
                </a:solidFill>
                <a:latin typeface="Helvetica Neue"/>
                <a:ea typeface="Helvetica Neue"/>
                <a:cs typeface="Helvetica Neue"/>
                <a:sym typeface="Helvetica Neue"/>
              </a:rPr>
              <a:t>CSV Storage</a:t>
            </a:r>
            <a:endParaRPr/>
          </a:p>
        </p:txBody>
      </p:sp>
      <p:sp>
        <p:nvSpPr>
          <p:cNvPr id="405" name="Google Shape;405;p6"/>
          <p:cNvSpPr/>
          <p:nvPr/>
        </p:nvSpPr>
        <p:spPr>
          <a:xfrm>
            <a:off x="2190750" y="5153025"/>
            <a:ext cx="2324100" cy="419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4A5568"/>
              </a:buClr>
              <a:buSzPts val="1179"/>
              <a:buFont typeface="Helvetica Neue"/>
              <a:buNone/>
            </a:pPr>
            <a:r>
              <a:rPr b="0" lang="en-US" sz="1179">
                <a:solidFill>
                  <a:srgbClr val="4A5568"/>
                </a:solidFill>
                <a:latin typeface="Helvetica Neue"/>
                <a:ea typeface="Helvetica Neue"/>
                <a:cs typeface="Helvetica Neue"/>
                <a:sym typeface="Helvetica Neue"/>
              </a:rPr>
              <a:t>Banks, customers, accounts, loans, transactions, reserves, logs</a:t>
            </a:r>
            <a:endParaRPr/>
          </a:p>
        </p:txBody>
      </p:sp>
      <p:sp>
        <p:nvSpPr>
          <p:cNvPr id="406" name="Google Shape;406;p6"/>
          <p:cNvSpPr/>
          <p:nvPr/>
        </p:nvSpPr>
        <p:spPr>
          <a:xfrm>
            <a:off x="5238750" y="1562100"/>
            <a:ext cx="5905500" cy="3714750"/>
          </a:xfrm>
          <a:prstGeom prst="rect">
            <a:avLst/>
          </a:prstGeom>
          <a:solidFill>
            <a:srgbClr val="FFFFFF"/>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7" name="Google Shape;407;p6"/>
          <p:cNvPicPr preferRelativeResize="0"/>
          <p:nvPr/>
        </p:nvPicPr>
        <p:blipFill rotWithShape="1">
          <a:blip r:embed="rId4">
            <a:alphaModFix/>
          </a:blip>
          <a:srcRect b="0" l="0" r="0" t="0"/>
          <a:stretch/>
        </p:blipFill>
        <p:spPr>
          <a:xfrm>
            <a:off x="5295900" y="1832039"/>
            <a:ext cx="5791200" cy="3174871"/>
          </a:xfrm>
          <a:prstGeom prst="rect">
            <a:avLst/>
          </a:prstGeom>
          <a:noFill/>
          <a:ln>
            <a:noFill/>
          </a:ln>
        </p:spPr>
      </p:pic>
      <p:sp>
        <p:nvSpPr>
          <p:cNvPr id="408" name="Google Shape;408;p6"/>
          <p:cNvSpPr/>
          <p:nvPr/>
        </p:nvSpPr>
        <p:spPr>
          <a:xfrm>
            <a:off x="5238750" y="1562100"/>
            <a:ext cx="5905500" cy="3714750"/>
          </a:xfrm>
          <a:prstGeom prst="rect">
            <a:avLst/>
          </a:prstGeom>
          <a:no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6"/>
          <p:cNvSpPr/>
          <p:nvPr/>
        </p:nvSpPr>
        <p:spPr>
          <a:xfrm>
            <a:off x="5238750" y="5429250"/>
            <a:ext cx="5905500" cy="51435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F78B4"/>
              </a:buClr>
              <a:buSzPts val="1687"/>
              <a:buFont typeface="Helvetica Neue"/>
              <a:buNone/>
            </a:pPr>
            <a:r>
              <a:t/>
            </a:r>
            <a:endParaRPr b="1" sz="1687">
              <a:solidFill>
                <a:srgbClr val="1F78B4"/>
              </a:solidFill>
              <a:latin typeface="Helvetica Neue"/>
              <a:ea typeface="Helvetica Neue"/>
              <a:cs typeface="Helvetica Neue"/>
              <a:sym typeface="Helvetica Neu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4" name="Shape 414"/>
        <p:cNvGrpSpPr/>
        <p:nvPr/>
      </p:nvGrpSpPr>
      <p:grpSpPr>
        <a:xfrm>
          <a:off x="0" y="0"/>
          <a:ext cx="0" cy="0"/>
          <a:chOff x="0" y="0"/>
          <a:chExt cx="0" cy="0"/>
        </a:xfrm>
      </p:grpSpPr>
      <p:sp>
        <p:nvSpPr>
          <p:cNvPr id="415" name="Google Shape;415;p7"/>
          <p:cNvSpPr/>
          <p:nvPr/>
        </p:nvSpPr>
        <p:spPr>
          <a:xfrm>
            <a:off x="393668" y="590550"/>
            <a:ext cx="11404568" cy="59055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0000"/>
              </a:buClr>
              <a:buSzPts val="3600"/>
              <a:buFont typeface="Helvetica Neue"/>
              <a:buNone/>
            </a:pPr>
            <a:r>
              <a:rPr b="1" lang="en-US" sz="3600">
                <a:solidFill>
                  <a:srgbClr val="000000"/>
                </a:solidFill>
                <a:latin typeface="Helvetica Neue"/>
                <a:ea typeface="Helvetica Neue"/>
                <a:cs typeface="Helvetica Neue"/>
                <a:sym typeface="Helvetica Neue"/>
              </a:rPr>
              <a:t>Risk and approval controls</a:t>
            </a:r>
            <a:endParaRPr/>
          </a:p>
        </p:txBody>
      </p:sp>
      <p:sp>
        <p:nvSpPr>
          <p:cNvPr id="416" name="Google Shape;416;p7"/>
          <p:cNvSpPr/>
          <p:nvPr/>
        </p:nvSpPr>
        <p:spPr>
          <a:xfrm>
            <a:off x="590550" y="1581150"/>
            <a:ext cx="4857750" cy="3619500"/>
          </a:xfrm>
          <a:prstGeom prst="rect">
            <a:avLst/>
          </a:prstGeom>
          <a:solidFill>
            <a:srgbClr val="F1F3F6"/>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7"/>
          <p:cNvSpPr/>
          <p:nvPr/>
        </p:nvSpPr>
        <p:spPr>
          <a:xfrm>
            <a:off x="6324600" y="1581150"/>
            <a:ext cx="4857750" cy="3619500"/>
          </a:xfrm>
          <a:prstGeom prst="rect">
            <a:avLst/>
          </a:prstGeom>
          <a:solidFill>
            <a:srgbClr val="F1F3F6"/>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7"/>
          <p:cNvSpPr/>
          <p:nvPr/>
        </p:nvSpPr>
        <p:spPr>
          <a:xfrm>
            <a:off x="876300" y="1866900"/>
            <a:ext cx="4286250" cy="41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2400"/>
              <a:buFont typeface="Helvetica Neue"/>
              <a:buNone/>
            </a:pPr>
            <a:r>
              <a:rPr b="1" lang="en-US" sz="2400">
                <a:solidFill>
                  <a:srgbClr val="000000"/>
                </a:solidFill>
                <a:latin typeface="Helvetica Neue"/>
                <a:ea typeface="Helvetica Neue"/>
                <a:cs typeface="Helvetica Neue"/>
                <a:sym typeface="Helvetica Neue"/>
              </a:rPr>
              <a:t>Risk assessment</a:t>
            </a:r>
            <a:endParaRPr/>
          </a:p>
        </p:txBody>
      </p:sp>
      <p:sp>
        <p:nvSpPr>
          <p:cNvPr id="419" name="Google Shape;419;p7"/>
          <p:cNvSpPr/>
          <p:nvPr/>
        </p:nvSpPr>
        <p:spPr>
          <a:xfrm>
            <a:off x="876300" y="2514600"/>
            <a:ext cx="4095750" cy="20955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0000"/>
              </a:buClr>
              <a:buSzPts val="1875"/>
              <a:buFont typeface="Helvetica Neue"/>
              <a:buNone/>
            </a:pPr>
            <a:r>
              <a:rPr b="0" lang="en-US" sz="1875">
                <a:solidFill>
                  <a:srgbClr val="000000"/>
                </a:solidFill>
                <a:latin typeface="Helvetica Neue"/>
                <a:ea typeface="Helvetica Neue"/>
                <a:cs typeface="Helvetica Neue"/>
                <a:sym typeface="Helvetica Neue"/>
              </a:rPr>
              <a:t>- Reserve position</a:t>
            </a:r>
            <a:endParaRPr/>
          </a:p>
          <a:p>
            <a:pPr indent="0" lvl="0" marL="0" marR="0" rtl="0" algn="l">
              <a:spcBef>
                <a:spcPts val="0"/>
              </a:spcBef>
              <a:spcAft>
                <a:spcPts val="0"/>
              </a:spcAft>
              <a:buClr>
                <a:srgbClr val="000000"/>
              </a:buClr>
              <a:buSzPts val="1875"/>
              <a:buFont typeface="Helvetica Neue"/>
              <a:buNone/>
            </a:pPr>
            <a:r>
              <a:rPr b="0" lang="en-US" sz="1875">
                <a:solidFill>
                  <a:srgbClr val="000000"/>
                </a:solidFill>
                <a:latin typeface="Helvetica Neue"/>
                <a:ea typeface="Helvetica Neue"/>
                <a:cs typeface="Helvetica Neue"/>
                <a:sym typeface="Helvetica Neue"/>
              </a:rPr>
              <a:t>- Debt ratio</a:t>
            </a:r>
            <a:endParaRPr/>
          </a:p>
          <a:p>
            <a:pPr indent="0" lvl="0" marL="0" marR="0" rtl="0" algn="l">
              <a:spcBef>
                <a:spcPts val="0"/>
              </a:spcBef>
              <a:spcAft>
                <a:spcPts val="0"/>
              </a:spcAft>
              <a:buClr>
                <a:srgbClr val="000000"/>
              </a:buClr>
              <a:buSzPts val="1875"/>
              <a:buFont typeface="Helvetica Neue"/>
              <a:buNone/>
            </a:pPr>
            <a:r>
              <a:rPr b="0" lang="en-US" sz="1875">
                <a:solidFill>
                  <a:srgbClr val="000000"/>
                </a:solidFill>
                <a:latin typeface="Helvetica Neue"/>
                <a:ea typeface="Helvetica Neue"/>
                <a:cs typeface="Helvetica Neue"/>
                <a:sym typeface="Helvetica Neue"/>
              </a:rPr>
              <a:t>- Credit rating</a:t>
            </a:r>
            <a:endParaRPr/>
          </a:p>
          <a:p>
            <a:pPr indent="0" lvl="0" marL="0" marR="0" rtl="0" algn="l">
              <a:spcBef>
                <a:spcPts val="0"/>
              </a:spcBef>
              <a:spcAft>
                <a:spcPts val="0"/>
              </a:spcAft>
              <a:buClr>
                <a:srgbClr val="000000"/>
              </a:buClr>
              <a:buSzPts val="1875"/>
              <a:buFont typeface="Helvetica Neue"/>
              <a:buNone/>
            </a:pPr>
            <a:r>
              <a:rPr b="0" lang="en-US" sz="1875">
                <a:solidFill>
                  <a:srgbClr val="000000"/>
                </a:solidFill>
                <a:latin typeface="Helvetica Neue"/>
                <a:ea typeface="Helvetica Neue"/>
                <a:cs typeface="Helvetica Neue"/>
                <a:sym typeface="Helvetica Neue"/>
              </a:rPr>
              <a:t>- Previous loan history</a:t>
            </a:r>
            <a:endParaRPr/>
          </a:p>
          <a:p>
            <a:pPr indent="0" lvl="0" marL="0" marR="0" rtl="0" algn="l">
              <a:spcBef>
                <a:spcPts val="0"/>
              </a:spcBef>
              <a:spcAft>
                <a:spcPts val="0"/>
              </a:spcAft>
              <a:buClr>
                <a:srgbClr val="000000"/>
              </a:buClr>
              <a:buSzPts val="1875"/>
              <a:buFont typeface="Helvetica Neue"/>
              <a:buNone/>
            </a:pPr>
            <a:r>
              <a:rPr b="0" lang="en-US" sz="1875">
                <a:solidFill>
                  <a:srgbClr val="000000"/>
                </a:solidFill>
                <a:latin typeface="Helvetica Neue"/>
                <a:ea typeface="Helvetica Neue"/>
                <a:cs typeface="Helvetica Neue"/>
                <a:sym typeface="Helvetica Neue"/>
              </a:rPr>
              <a:t>- Requested amount vs. capital</a:t>
            </a:r>
            <a:endParaRPr/>
          </a:p>
          <a:p>
            <a:pPr indent="0" lvl="0" marL="0" marR="0" rtl="0" algn="l">
              <a:spcBef>
                <a:spcPts val="0"/>
              </a:spcBef>
              <a:spcAft>
                <a:spcPts val="0"/>
              </a:spcAft>
              <a:buClr>
                <a:srgbClr val="000000"/>
              </a:buClr>
              <a:buSzPts val="1875"/>
              <a:buFont typeface="Helvetica Neue"/>
              <a:buNone/>
            </a:pPr>
            <a:r>
              <a:rPr b="0" lang="en-US" sz="1875">
                <a:solidFill>
                  <a:srgbClr val="000000"/>
                </a:solidFill>
                <a:latin typeface="Helvetica Neue"/>
                <a:ea typeface="Helvetica Neue"/>
                <a:cs typeface="Helvetica Neue"/>
                <a:sym typeface="Helvetica Neue"/>
              </a:rPr>
              <a:t>- Outstanding loan exposure</a:t>
            </a:r>
            <a:endParaRPr/>
          </a:p>
        </p:txBody>
      </p:sp>
      <p:sp>
        <p:nvSpPr>
          <p:cNvPr id="420" name="Google Shape;420;p7"/>
          <p:cNvSpPr/>
          <p:nvPr/>
        </p:nvSpPr>
        <p:spPr>
          <a:xfrm>
            <a:off x="876300" y="4705350"/>
            <a:ext cx="4000500" cy="34290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Clr>
                <a:srgbClr val="595959"/>
              </a:buClr>
              <a:buSzPts val="1362"/>
              <a:buFont typeface="Helvetica Neue"/>
              <a:buNone/>
            </a:pPr>
            <a:r>
              <a:rPr b="1" lang="en-US" sz="1362">
                <a:solidFill>
                  <a:srgbClr val="595959"/>
                </a:solidFill>
                <a:latin typeface="Helvetica Neue"/>
                <a:ea typeface="Helvetica Neue"/>
                <a:cs typeface="Helvetica Neue"/>
                <a:sym typeface="Helvetica Neue"/>
              </a:rPr>
              <a:t>Output: score + LOW / MEDIUM / HIGH / CRITICAL level</a:t>
            </a:r>
            <a:endParaRPr/>
          </a:p>
        </p:txBody>
      </p:sp>
      <p:sp>
        <p:nvSpPr>
          <p:cNvPr id="421" name="Google Shape;421;p7"/>
          <p:cNvSpPr/>
          <p:nvPr/>
        </p:nvSpPr>
        <p:spPr>
          <a:xfrm>
            <a:off x="6610350" y="1866900"/>
            <a:ext cx="4286250" cy="41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2400"/>
              <a:buFont typeface="Helvetica Neue"/>
              <a:buNone/>
            </a:pPr>
            <a:r>
              <a:rPr b="1" lang="en-US" sz="2400">
                <a:solidFill>
                  <a:srgbClr val="000000"/>
                </a:solidFill>
                <a:latin typeface="Helvetica Neue"/>
                <a:ea typeface="Helvetica Neue"/>
                <a:cs typeface="Helvetica Neue"/>
                <a:sym typeface="Helvetica Neue"/>
              </a:rPr>
              <a:t>Fraud detection</a:t>
            </a:r>
            <a:endParaRPr/>
          </a:p>
        </p:txBody>
      </p:sp>
      <p:sp>
        <p:nvSpPr>
          <p:cNvPr id="422" name="Google Shape;422;p7"/>
          <p:cNvSpPr/>
          <p:nvPr/>
        </p:nvSpPr>
        <p:spPr>
          <a:xfrm>
            <a:off x="6610350" y="2514600"/>
            <a:ext cx="4095750" cy="200025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0000"/>
              </a:buClr>
              <a:buSzPts val="1875"/>
              <a:buFont typeface="Helvetica Neue"/>
              <a:buNone/>
            </a:pPr>
            <a:r>
              <a:rPr b="0" lang="en-US" sz="1875">
                <a:solidFill>
                  <a:srgbClr val="000000"/>
                </a:solidFill>
                <a:latin typeface="Helvetica Neue"/>
                <a:ea typeface="Helvetica Neue"/>
                <a:cs typeface="Helvetica Neue"/>
                <a:sym typeface="Helvetica Neue"/>
              </a:rPr>
              <a:t>- Zero or negative transfer amount</a:t>
            </a:r>
            <a:endParaRPr/>
          </a:p>
          <a:p>
            <a:pPr indent="0" lvl="0" marL="0" marR="0" rtl="0" algn="l">
              <a:spcBef>
                <a:spcPts val="0"/>
              </a:spcBef>
              <a:spcAft>
                <a:spcPts val="0"/>
              </a:spcAft>
              <a:buClr>
                <a:srgbClr val="000000"/>
              </a:buClr>
              <a:buSzPts val="1875"/>
              <a:buFont typeface="Helvetica Neue"/>
              <a:buNone/>
            </a:pPr>
            <a:r>
              <a:rPr b="0" lang="en-US" sz="1875">
                <a:solidFill>
                  <a:srgbClr val="000000"/>
                </a:solidFill>
                <a:latin typeface="Helvetica Neue"/>
                <a:ea typeface="Helvetica Neue"/>
                <a:cs typeface="Helvetica Neue"/>
                <a:sym typeface="Helvetica Neue"/>
              </a:rPr>
              <a:t>- Transfer of 500,000 or more</a:t>
            </a:r>
            <a:endParaRPr/>
          </a:p>
          <a:p>
            <a:pPr indent="0" lvl="0" marL="0" marR="0" rtl="0" algn="l">
              <a:spcBef>
                <a:spcPts val="0"/>
              </a:spcBef>
              <a:spcAft>
                <a:spcPts val="0"/>
              </a:spcAft>
              <a:buClr>
                <a:srgbClr val="000000"/>
              </a:buClr>
              <a:buSzPts val="1875"/>
              <a:buFont typeface="Helvetica Neue"/>
              <a:buNone/>
            </a:pPr>
            <a:r>
              <a:rPr b="0" lang="en-US" sz="1875">
                <a:solidFill>
                  <a:srgbClr val="000000"/>
                </a:solidFill>
                <a:latin typeface="Helvetica Neue"/>
                <a:ea typeface="Helvetica Neue"/>
                <a:cs typeface="Helvetica Neue"/>
                <a:sym typeface="Helvetica Neue"/>
              </a:rPr>
              <a:t>- Negative sender balance</a:t>
            </a:r>
            <a:endParaRPr/>
          </a:p>
          <a:p>
            <a:pPr indent="0" lvl="0" marL="0" marR="0" rtl="0" algn="l">
              <a:spcBef>
                <a:spcPts val="0"/>
              </a:spcBef>
              <a:spcAft>
                <a:spcPts val="0"/>
              </a:spcAft>
              <a:buClr>
                <a:srgbClr val="000000"/>
              </a:buClr>
              <a:buSzPts val="1875"/>
              <a:buFont typeface="Helvetica Neue"/>
              <a:buNone/>
            </a:pPr>
            <a:r>
              <a:rPr b="0" lang="en-US" sz="1875">
                <a:solidFill>
                  <a:srgbClr val="000000"/>
                </a:solidFill>
                <a:latin typeface="Helvetica Neue"/>
                <a:ea typeface="Helvetica Neue"/>
                <a:cs typeface="Helvetica Neue"/>
                <a:sym typeface="Helvetica Neue"/>
              </a:rPr>
              <a:t>- Repeated failed transfers</a:t>
            </a:r>
            <a:endParaRPr/>
          </a:p>
          <a:p>
            <a:pPr indent="0" lvl="0" marL="0" marR="0" rtl="0" algn="l">
              <a:spcBef>
                <a:spcPts val="0"/>
              </a:spcBef>
              <a:spcAft>
                <a:spcPts val="0"/>
              </a:spcAft>
              <a:buClr>
                <a:srgbClr val="000000"/>
              </a:buClr>
              <a:buSzPts val="1875"/>
              <a:buFont typeface="Helvetica Neue"/>
              <a:buNone/>
            </a:pPr>
            <a:r>
              <a:rPr b="0" lang="en-US" sz="1875">
                <a:solidFill>
                  <a:srgbClr val="000000"/>
                </a:solidFill>
                <a:latin typeface="Helvetica Neue"/>
                <a:ea typeface="Helvetica Neue"/>
                <a:cs typeface="Helvetica Neue"/>
                <a:sym typeface="Helvetica Neue"/>
              </a:rPr>
              <a:t>- Repeated 100,000+ transfers</a:t>
            </a:r>
            <a:endParaRPr/>
          </a:p>
          <a:p>
            <a:pPr indent="0" lvl="0" marL="0" marR="0" rtl="0" algn="l">
              <a:spcBef>
                <a:spcPts val="0"/>
              </a:spcBef>
              <a:spcAft>
                <a:spcPts val="0"/>
              </a:spcAft>
              <a:buClr>
                <a:srgbClr val="000000"/>
              </a:buClr>
              <a:buSzPts val="1875"/>
              <a:buFont typeface="Helvetica Neue"/>
              <a:buNone/>
            </a:pPr>
            <a:r>
              <a:rPr b="0" lang="en-US" sz="1875">
                <a:solidFill>
                  <a:srgbClr val="000000"/>
                </a:solidFill>
                <a:latin typeface="Helvetica Neue"/>
                <a:ea typeface="Helvetica Neue"/>
                <a:cs typeface="Helvetica Neue"/>
                <a:sym typeface="Helvetica Neue"/>
              </a:rPr>
              <a:t>  between same banks (24h)</a:t>
            </a:r>
            <a:endParaRPr/>
          </a:p>
        </p:txBody>
      </p:sp>
      <p:sp>
        <p:nvSpPr>
          <p:cNvPr id="423" name="Google Shape;423;p7"/>
          <p:cNvSpPr/>
          <p:nvPr/>
        </p:nvSpPr>
        <p:spPr>
          <a:xfrm>
            <a:off x="6610350" y="4705350"/>
            <a:ext cx="4000500" cy="34290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Clr>
                <a:srgbClr val="595959"/>
              </a:buClr>
              <a:buSzPts val="1361"/>
              <a:buFont typeface="Helvetica Neue"/>
              <a:buNone/>
            </a:pPr>
            <a:r>
              <a:rPr b="1" lang="en-US" sz="1362">
                <a:solidFill>
                  <a:srgbClr val="595959"/>
                </a:solidFill>
                <a:latin typeface="Helvetica Neue"/>
                <a:ea typeface="Helvetica Neue"/>
                <a:cs typeface="Helvetica Neue"/>
                <a:sym typeface="Helvetica Neue"/>
              </a:rPr>
              <a:t>Output: warnings, FLAGGED status, alerts, and audit log</a:t>
            </a:r>
            <a:endParaRPr/>
          </a:p>
        </p:txBody>
      </p:sp>
      <p:cxnSp>
        <p:nvCxnSpPr>
          <p:cNvPr id="424" name="Google Shape;424;p7"/>
          <p:cNvCxnSpPr/>
          <p:nvPr/>
        </p:nvCxnSpPr>
        <p:spPr>
          <a:xfrm>
            <a:off x="5724525" y="1847850"/>
            <a:ext cx="0" cy="0"/>
          </a:xfrm>
          <a:prstGeom prst="straightConnector1">
            <a:avLst/>
          </a:prstGeom>
          <a:noFill/>
          <a:ln cap="flat" cmpd="sng" w="9525">
            <a:solidFill>
              <a:srgbClr val="8A9099"/>
            </a:solidFill>
            <a:prstDash val="solid"/>
            <a:round/>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9" name="Shape 429"/>
        <p:cNvGrpSpPr/>
        <p:nvPr/>
      </p:nvGrpSpPr>
      <p:grpSpPr>
        <a:xfrm>
          <a:off x="0" y="0"/>
          <a:ext cx="0" cy="0"/>
          <a:chOff x="0" y="0"/>
          <a:chExt cx="0" cy="0"/>
        </a:xfrm>
      </p:grpSpPr>
      <p:sp>
        <p:nvSpPr>
          <p:cNvPr id="430" name="Google Shape;430;p8"/>
          <p:cNvSpPr/>
          <p:nvPr/>
        </p:nvSpPr>
        <p:spPr>
          <a:xfrm>
            <a:off x="393668" y="629264"/>
            <a:ext cx="11404568" cy="1209367"/>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0000"/>
              </a:buClr>
              <a:buSzPts val="3600"/>
              <a:buFont typeface="Helvetica Neue"/>
              <a:buNone/>
            </a:pPr>
            <a:r>
              <a:rPr b="1" lang="en-US" sz="3600">
                <a:solidFill>
                  <a:srgbClr val="000000"/>
                </a:solidFill>
                <a:latin typeface="Helvetica Neue"/>
                <a:ea typeface="Helvetica Neue"/>
                <a:cs typeface="Helvetica Neue"/>
                <a:sym typeface="Helvetica Neue"/>
              </a:rPr>
              <a:t>Development followed an iterative path</a:t>
            </a:r>
            <a:endParaRPr/>
          </a:p>
        </p:txBody>
      </p:sp>
      <p:cxnSp>
        <p:nvCxnSpPr>
          <p:cNvPr id="431" name="Google Shape;431;p8"/>
          <p:cNvCxnSpPr/>
          <p:nvPr/>
        </p:nvCxnSpPr>
        <p:spPr>
          <a:xfrm>
            <a:off x="685800" y="3371850"/>
            <a:ext cx="10668000" cy="0"/>
          </a:xfrm>
          <a:prstGeom prst="straightConnector1">
            <a:avLst/>
          </a:prstGeom>
          <a:noFill/>
          <a:ln cap="flat" cmpd="sng" w="9525">
            <a:solidFill>
              <a:srgbClr val="000000"/>
            </a:solidFill>
            <a:prstDash val="solid"/>
            <a:round/>
            <a:headEnd len="sm" w="sm" type="none"/>
            <a:tailEnd len="sm" w="sm" type="none"/>
          </a:ln>
        </p:spPr>
      </p:cxnSp>
      <p:sp>
        <p:nvSpPr>
          <p:cNvPr id="432" name="Google Shape;432;p8"/>
          <p:cNvSpPr/>
          <p:nvPr/>
        </p:nvSpPr>
        <p:spPr>
          <a:xfrm>
            <a:off x="723900" y="3314700"/>
            <a:ext cx="114300" cy="1143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8"/>
          <p:cNvSpPr/>
          <p:nvPr/>
        </p:nvSpPr>
        <p:spPr>
          <a:xfrm>
            <a:off x="685800" y="2743200"/>
            <a:ext cx="16192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575"/>
              <a:buFont typeface="Helvetica Neue"/>
              <a:buNone/>
            </a:pPr>
            <a:r>
              <a:rPr b="1" lang="en-US" sz="1575">
                <a:solidFill>
                  <a:srgbClr val="000000"/>
                </a:solidFill>
                <a:latin typeface="Helvetica Neue"/>
                <a:ea typeface="Helvetica Neue"/>
                <a:cs typeface="Helvetica Neue"/>
                <a:sym typeface="Helvetica Neue"/>
              </a:rPr>
              <a:t>Weeks 1-4</a:t>
            </a:r>
            <a:endParaRPr/>
          </a:p>
        </p:txBody>
      </p:sp>
      <p:sp>
        <p:nvSpPr>
          <p:cNvPr id="434" name="Google Shape;434;p8"/>
          <p:cNvSpPr/>
          <p:nvPr/>
        </p:nvSpPr>
        <p:spPr>
          <a:xfrm>
            <a:off x="685800" y="3848100"/>
            <a:ext cx="1714500" cy="8763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C0C0C"/>
              </a:buClr>
              <a:buSzPts val="1650"/>
              <a:buFont typeface="Helvetica Neue"/>
              <a:buNone/>
            </a:pPr>
            <a:r>
              <a:rPr b="1" lang="en-US" sz="1650">
                <a:solidFill>
                  <a:srgbClr val="0C0C0C"/>
                </a:solidFill>
                <a:latin typeface="Helvetica Neue"/>
                <a:ea typeface="Helvetica Neue"/>
                <a:cs typeface="Helvetica Neue"/>
                <a:sym typeface="Helvetica Neue"/>
              </a:rPr>
              <a:t>Topic, proposal,</a:t>
            </a:r>
            <a:endParaRPr/>
          </a:p>
          <a:p>
            <a:pPr indent="0" lvl="0" marL="0" marR="0" rtl="0" algn="l">
              <a:spcBef>
                <a:spcPts val="0"/>
              </a:spcBef>
              <a:spcAft>
                <a:spcPts val="0"/>
              </a:spcAft>
              <a:buClr>
                <a:srgbClr val="0C0C0C"/>
              </a:buClr>
              <a:buSzPts val="1650"/>
              <a:buFont typeface="Helvetica Neue"/>
              <a:buNone/>
            </a:pPr>
            <a:r>
              <a:rPr b="1" lang="en-US" sz="1650">
                <a:solidFill>
                  <a:srgbClr val="0C0C0C"/>
                </a:solidFill>
                <a:latin typeface="Helvetica Neue"/>
                <a:ea typeface="Helvetica Neue"/>
                <a:cs typeface="Helvetica Neue"/>
                <a:sym typeface="Helvetica Neue"/>
              </a:rPr>
              <a:t>requirements</a:t>
            </a:r>
            <a:endParaRPr/>
          </a:p>
        </p:txBody>
      </p:sp>
      <p:sp>
        <p:nvSpPr>
          <p:cNvPr id="435" name="Google Shape;435;p8"/>
          <p:cNvSpPr/>
          <p:nvPr/>
        </p:nvSpPr>
        <p:spPr>
          <a:xfrm>
            <a:off x="2876550" y="3314700"/>
            <a:ext cx="114300" cy="1143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8"/>
          <p:cNvSpPr/>
          <p:nvPr/>
        </p:nvSpPr>
        <p:spPr>
          <a:xfrm>
            <a:off x="2838450" y="2743200"/>
            <a:ext cx="16192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575"/>
              <a:buFont typeface="Helvetica Neue"/>
              <a:buNone/>
            </a:pPr>
            <a:r>
              <a:rPr b="1" lang="en-US" sz="1575">
                <a:solidFill>
                  <a:srgbClr val="000000"/>
                </a:solidFill>
                <a:latin typeface="Helvetica Neue"/>
                <a:ea typeface="Helvetica Neue"/>
                <a:cs typeface="Helvetica Neue"/>
                <a:sym typeface="Helvetica Neue"/>
              </a:rPr>
              <a:t>Weeks 5-7</a:t>
            </a:r>
            <a:endParaRPr/>
          </a:p>
        </p:txBody>
      </p:sp>
      <p:sp>
        <p:nvSpPr>
          <p:cNvPr id="437" name="Google Shape;437;p8"/>
          <p:cNvSpPr/>
          <p:nvPr/>
        </p:nvSpPr>
        <p:spPr>
          <a:xfrm>
            <a:off x="2838450" y="3848100"/>
            <a:ext cx="1714500" cy="8763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C0C0C"/>
              </a:buClr>
              <a:buSzPts val="1526"/>
              <a:buFont typeface="Helvetica Neue"/>
              <a:buNone/>
            </a:pPr>
            <a:r>
              <a:rPr b="1" lang="en-US" sz="1526">
                <a:solidFill>
                  <a:srgbClr val="0C0C0C"/>
                </a:solidFill>
                <a:latin typeface="Helvetica Neue"/>
                <a:ea typeface="Helvetica Neue"/>
                <a:cs typeface="Helvetica Neue"/>
                <a:sym typeface="Helvetica Neue"/>
              </a:rPr>
              <a:t>Background study,</a:t>
            </a:r>
            <a:endParaRPr/>
          </a:p>
          <a:p>
            <a:pPr indent="0" lvl="0" marL="0" marR="0" rtl="0" algn="l">
              <a:spcBef>
                <a:spcPts val="0"/>
              </a:spcBef>
              <a:spcAft>
                <a:spcPts val="0"/>
              </a:spcAft>
              <a:buClr>
                <a:srgbClr val="0C0C0C"/>
              </a:buClr>
              <a:buSzPts val="1526"/>
              <a:buFont typeface="Helvetica Neue"/>
              <a:buNone/>
            </a:pPr>
            <a:r>
              <a:rPr b="1" lang="en-US" sz="1526">
                <a:solidFill>
                  <a:srgbClr val="0C0C0C"/>
                </a:solidFill>
                <a:latin typeface="Helvetica Neue"/>
                <a:ea typeface="Helvetica Neue"/>
                <a:cs typeface="Helvetica Neue"/>
                <a:sym typeface="Helvetica Neue"/>
              </a:rPr>
              <a:t>UML, web learning</a:t>
            </a:r>
            <a:endParaRPr/>
          </a:p>
        </p:txBody>
      </p:sp>
      <p:sp>
        <p:nvSpPr>
          <p:cNvPr id="438" name="Google Shape;438;p8"/>
          <p:cNvSpPr/>
          <p:nvPr/>
        </p:nvSpPr>
        <p:spPr>
          <a:xfrm>
            <a:off x="5029200" y="3314700"/>
            <a:ext cx="114300" cy="1143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8"/>
          <p:cNvSpPr/>
          <p:nvPr/>
        </p:nvSpPr>
        <p:spPr>
          <a:xfrm>
            <a:off x="4991100" y="2743200"/>
            <a:ext cx="16192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575"/>
              <a:buFont typeface="Helvetica Neue"/>
              <a:buNone/>
            </a:pPr>
            <a:r>
              <a:rPr b="1" lang="en-US" sz="1575">
                <a:solidFill>
                  <a:srgbClr val="000000"/>
                </a:solidFill>
                <a:latin typeface="Helvetica Neue"/>
                <a:ea typeface="Helvetica Neue"/>
                <a:cs typeface="Helvetica Neue"/>
                <a:sym typeface="Helvetica Neue"/>
              </a:rPr>
              <a:t>Weeks 8-10</a:t>
            </a:r>
            <a:endParaRPr/>
          </a:p>
        </p:txBody>
      </p:sp>
      <p:sp>
        <p:nvSpPr>
          <p:cNvPr id="440" name="Google Shape;440;p8"/>
          <p:cNvSpPr/>
          <p:nvPr/>
        </p:nvSpPr>
        <p:spPr>
          <a:xfrm>
            <a:off x="4991100" y="3848100"/>
            <a:ext cx="1714500" cy="8763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C0C0C"/>
              </a:buClr>
              <a:buSzPts val="1650"/>
              <a:buFont typeface="Helvetica Neue"/>
              <a:buNone/>
            </a:pPr>
            <a:r>
              <a:rPr b="1" lang="en-US" sz="1650">
                <a:solidFill>
                  <a:srgbClr val="0C0C0C"/>
                </a:solidFill>
                <a:latin typeface="Helvetica Neue"/>
                <a:ea typeface="Helvetica Neue"/>
                <a:cs typeface="Helvetica Neue"/>
                <a:sym typeface="Helvetica Neue"/>
              </a:rPr>
              <a:t>Login, backend,</a:t>
            </a:r>
            <a:endParaRPr/>
          </a:p>
          <a:p>
            <a:pPr indent="0" lvl="0" marL="0" marR="0" rtl="0" algn="l">
              <a:spcBef>
                <a:spcPts val="0"/>
              </a:spcBef>
              <a:spcAft>
                <a:spcPts val="0"/>
              </a:spcAft>
              <a:buClr>
                <a:srgbClr val="0C0C0C"/>
              </a:buClr>
              <a:buSzPts val="1650"/>
              <a:buFont typeface="Helvetica Neue"/>
              <a:buNone/>
            </a:pPr>
            <a:r>
              <a:rPr b="1" lang="en-US" sz="1650">
                <a:solidFill>
                  <a:srgbClr val="0C0C0C"/>
                </a:solidFill>
                <a:latin typeface="Helvetica Neue"/>
                <a:ea typeface="Helvetica Neue"/>
                <a:cs typeface="Helvetica Neue"/>
                <a:sym typeface="Helvetica Neue"/>
              </a:rPr>
              <a:t>exchange rates</a:t>
            </a:r>
            <a:endParaRPr/>
          </a:p>
        </p:txBody>
      </p:sp>
      <p:sp>
        <p:nvSpPr>
          <p:cNvPr id="441" name="Google Shape;441;p8"/>
          <p:cNvSpPr/>
          <p:nvPr/>
        </p:nvSpPr>
        <p:spPr>
          <a:xfrm>
            <a:off x="7181850" y="3314700"/>
            <a:ext cx="114300" cy="1143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8"/>
          <p:cNvSpPr/>
          <p:nvPr/>
        </p:nvSpPr>
        <p:spPr>
          <a:xfrm>
            <a:off x="7143750" y="2743200"/>
            <a:ext cx="16192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575"/>
              <a:buFont typeface="Helvetica Neue"/>
              <a:buNone/>
            </a:pPr>
            <a:r>
              <a:rPr b="1" lang="en-US" sz="1575">
                <a:solidFill>
                  <a:srgbClr val="000000"/>
                </a:solidFill>
                <a:latin typeface="Helvetica Neue"/>
                <a:ea typeface="Helvetica Neue"/>
                <a:cs typeface="Helvetica Neue"/>
                <a:sym typeface="Helvetica Neue"/>
              </a:rPr>
              <a:t>Weeks 11-13</a:t>
            </a:r>
            <a:endParaRPr/>
          </a:p>
        </p:txBody>
      </p:sp>
      <p:sp>
        <p:nvSpPr>
          <p:cNvPr id="443" name="Google Shape;443;p8"/>
          <p:cNvSpPr/>
          <p:nvPr/>
        </p:nvSpPr>
        <p:spPr>
          <a:xfrm>
            <a:off x="7143750" y="3848100"/>
            <a:ext cx="1714500" cy="8763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C0C0C"/>
              </a:buClr>
              <a:buSzPts val="1650"/>
              <a:buFont typeface="Helvetica Neue"/>
              <a:buNone/>
            </a:pPr>
            <a:r>
              <a:rPr b="1" lang="en-US" sz="1650">
                <a:solidFill>
                  <a:srgbClr val="0C0C0C"/>
                </a:solidFill>
                <a:latin typeface="Helvetica Neue"/>
                <a:ea typeface="Helvetica Neue"/>
                <a:cs typeface="Helvetica Neue"/>
                <a:sym typeface="Helvetica Neue"/>
              </a:rPr>
              <a:t>Governor role,</a:t>
            </a:r>
            <a:endParaRPr/>
          </a:p>
          <a:p>
            <a:pPr indent="0" lvl="0" marL="0" marR="0" rtl="0" algn="l">
              <a:spcBef>
                <a:spcPts val="0"/>
              </a:spcBef>
              <a:spcAft>
                <a:spcPts val="0"/>
              </a:spcAft>
              <a:buClr>
                <a:srgbClr val="0C0C0C"/>
              </a:buClr>
              <a:buSzPts val="1650"/>
              <a:buFont typeface="Helvetica Neue"/>
              <a:buNone/>
            </a:pPr>
            <a:r>
              <a:rPr b="1" lang="en-US" sz="1650">
                <a:solidFill>
                  <a:srgbClr val="0C0C0C"/>
                </a:solidFill>
                <a:latin typeface="Helvetica Neue"/>
                <a:ea typeface="Helvetica Neue"/>
                <a:cs typeface="Helvetica Neue"/>
                <a:sym typeface="Helvetica Neue"/>
              </a:rPr>
              <a:t>debugging, UML update</a:t>
            </a:r>
            <a:endParaRPr/>
          </a:p>
        </p:txBody>
      </p:sp>
      <p:sp>
        <p:nvSpPr>
          <p:cNvPr id="444" name="Google Shape;444;p8"/>
          <p:cNvSpPr/>
          <p:nvPr/>
        </p:nvSpPr>
        <p:spPr>
          <a:xfrm>
            <a:off x="9334500" y="3314700"/>
            <a:ext cx="114300" cy="114300"/>
          </a:xfrm>
          <a:prstGeom prst="ellipse">
            <a:avLst/>
          </a:prstGeom>
          <a:solidFill>
            <a:srgbClr val="1F78B4"/>
          </a:solidFill>
          <a:ln cap="flat" cmpd="sng" w="9525">
            <a:solidFill>
              <a:srgbClr val="1F78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8"/>
          <p:cNvSpPr/>
          <p:nvPr/>
        </p:nvSpPr>
        <p:spPr>
          <a:xfrm>
            <a:off x="9296400" y="2743200"/>
            <a:ext cx="16192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575"/>
              <a:buFont typeface="Helvetica Neue"/>
              <a:buNone/>
            </a:pPr>
            <a:r>
              <a:rPr b="1" lang="en-US" sz="1575">
                <a:solidFill>
                  <a:srgbClr val="000000"/>
                </a:solidFill>
                <a:latin typeface="Helvetica Neue"/>
                <a:ea typeface="Helvetica Neue"/>
                <a:cs typeface="Helvetica Neue"/>
                <a:sym typeface="Helvetica Neue"/>
              </a:rPr>
              <a:t>Week 14</a:t>
            </a:r>
            <a:endParaRPr/>
          </a:p>
        </p:txBody>
      </p:sp>
      <p:sp>
        <p:nvSpPr>
          <p:cNvPr id="446" name="Google Shape;446;p8"/>
          <p:cNvSpPr/>
          <p:nvPr/>
        </p:nvSpPr>
        <p:spPr>
          <a:xfrm>
            <a:off x="9296400" y="3848100"/>
            <a:ext cx="1714500" cy="8763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C0C0C"/>
              </a:buClr>
              <a:buSzPts val="1650"/>
              <a:buFont typeface="Helvetica Neue"/>
              <a:buNone/>
            </a:pPr>
            <a:r>
              <a:rPr b="1" lang="en-US" sz="1650">
                <a:solidFill>
                  <a:srgbClr val="0C0C0C"/>
                </a:solidFill>
                <a:latin typeface="Helvetica Neue"/>
                <a:ea typeface="Helvetica Neue"/>
                <a:cs typeface="Helvetica Neue"/>
                <a:sym typeface="Helvetica Neue"/>
              </a:rPr>
              <a:t>Final report and</a:t>
            </a:r>
            <a:endParaRPr/>
          </a:p>
          <a:p>
            <a:pPr indent="0" lvl="0" marL="0" marR="0" rtl="0" algn="l">
              <a:spcBef>
                <a:spcPts val="0"/>
              </a:spcBef>
              <a:spcAft>
                <a:spcPts val="0"/>
              </a:spcAft>
              <a:buClr>
                <a:srgbClr val="0C0C0C"/>
              </a:buClr>
              <a:buSzPts val="1650"/>
              <a:buFont typeface="Helvetica Neue"/>
              <a:buNone/>
            </a:pPr>
            <a:r>
              <a:rPr b="1" lang="en-US" sz="1650">
                <a:solidFill>
                  <a:srgbClr val="0C0C0C"/>
                </a:solidFill>
                <a:latin typeface="Helvetica Neue"/>
                <a:ea typeface="Helvetica Neue"/>
                <a:cs typeface="Helvetica Neue"/>
                <a:sym typeface="Helvetica Neue"/>
              </a:rPr>
              <a:t>presentation</a:t>
            </a:r>
            <a:endParaRPr/>
          </a:p>
        </p:txBody>
      </p:sp>
      <p:sp>
        <p:nvSpPr>
          <p:cNvPr id="447" name="Google Shape;447;p8"/>
          <p:cNvSpPr/>
          <p:nvPr/>
        </p:nvSpPr>
        <p:spPr>
          <a:xfrm>
            <a:off x="685800" y="5334000"/>
            <a:ext cx="8001000" cy="43815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F78B4"/>
              </a:buClr>
              <a:buSzPts val="2010"/>
              <a:buFont typeface="Helvetica Neue"/>
              <a:buNone/>
            </a:pPr>
            <a:r>
              <a:t/>
            </a:r>
            <a:endParaRPr b="1" sz="2010">
              <a:solidFill>
                <a:srgbClr val="595959"/>
              </a:solidFill>
              <a:latin typeface="Helvetica Neue"/>
              <a:ea typeface="Helvetica Neue"/>
              <a:cs typeface="Helvetica Neue"/>
              <a:sym typeface="Helvetica Neu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52" name="Shape 452"/>
        <p:cNvGrpSpPr/>
        <p:nvPr/>
      </p:nvGrpSpPr>
      <p:grpSpPr>
        <a:xfrm>
          <a:off x="0" y="0"/>
          <a:ext cx="0" cy="0"/>
          <a:chOff x="0" y="0"/>
          <a:chExt cx="0" cy="0"/>
        </a:xfrm>
      </p:grpSpPr>
      <p:sp>
        <p:nvSpPr>
          <p:cNvPr id="453" name="Google Shape;453;p9"/>
          <p:cNvSpPr/>
          <p:nvPr/>
        </p:nvSpPr>
        <p:spPr>
          <a:xfrm>
            <a:off x="393668" y="546652"/>
            <a:ext cx="11404568" cy="638796"/>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00000"/>
              </a:buClr>
              <a:buSzPts val="3600"/>
              <a:buFont typeface="Helvetica Neue"/>
              <a:buNone/>
            </a:pPr>
            <a:r>
              <a:rPr b="1" lang="en-US" sz="3600">
                <a:solidFill>
                  <a:srgbClr val="000000"/>
                </a:solidFill>
                <a:latin typeface="Helvetica Neue"/>
                <a:ea typeface="Helvetica Neue"/>
                <a:cs typeface="Helvetica Neue"/>
                <a:sym typeface="Helvetica Neue"/>
              </a:rPr>
              <a:t>The implemented interface proves the workflow</a:t>
            </a:r>
            <a:endParaRPr/>
          </a:p>
        </p:txBody>
      </p:sp>
      <p:sp>
        <p:nvSpPr>
          <p:cNvPr id="454" name="Google Shape;454;p9"/>
          <p:cNvSpPr/>
          <p:nvPr/>
        </p:nvSpPr>
        <p:spPr>
          <a:xfrm>
            <a:off x="1850061" y="1562100"/>
            <a:ext cx="2481601" cy="1714500"/>
          </a:xfrm>
          <a:prstGeom prst="rect">
            <a:avLst/>
          </a:prstGeom>
          <a:solidFill>
            <a:srgbClr val="FFFFFF"/>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5" name="Google Shape;455;p9"/>
          <p:cNvPicPr preferRelativeResize="0"/>
          <p:nvPr/>
        </p:nvPicPr>
        <p:blipFill rotWithShape="1">
          <a:blip r:embed="rId4">
            <a:alphaModFix/>
          </a:blip>
          <a:srcRect b="0" l="0" r="0" t="0"/>
          <a:stretch/>
        </p:blipFill>
        <p:spPr>
          <a:xfrm>
            <a:off x="1850062" y="1595852"/>
            <a:ext cx="2481600" cy="1633123"/>
          </a:xfrm>
          <a:prstGeom prst="rect">
            <a:avLst/>
          </a:prstGeom>
          <a:noFill/>
          <a:ln>
            <a:noFill/>
          </a:ln>
        </p:spPr>
      </p:pic>
      <p:sp>
        <p:nvSpPr>
          <p:cNvPr id="456" name="Google Shape;456;p9"/>
          <p:cNvSpPr/>
          <p:nvPr/>
        </p:nvSpPr>
        <p:spPr>
          <a:xfrm>
            <a:off x="590550" y="1257300"/>
            <a:ext cx="33337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575"/>
              <a:buFont typeface="Helvetica Neue"/>
              <a:buNone/>
            </a:pPr>
            <a:r>
              <a:rPr b="1" lang="en-US" sz="1575">
                <a:solidFill>
                  <a:srgbClr val="000000"/>
                </a:solidFill>
                <a:latin typeface="Helvetica Neue"/>
                <a:ea typeface="Helvetica Neue"/>
                <a:cs typeface="Helvetica Neue"/>
                <a:sym typeface="Helvetica Neue"/>
              </a:rPr>
              <a:t>Public home</a:t>
            </a:r>
            <a:endParaRPr/>
          </a:p>
        </p:txBody>
      </p:sp>
      <p:sp>
        <p:nvSpPr>
          <p:cNvPr id="457" name="Google Shape;457;p9"/>
          <p:cNvSpPr/>
          <p:nvPr/>
        </p:nvSpPr>
        <p:spPr>
          <a:xfrm>
            <a:off x="7429713" y="1609725"/>
            <a:ext cx="2561799" cy="1619250"/>
          </a:xfrm>
          <a:prstGeom prst="rect">
            <a:avLst/>
          </a:prstGeom>
          <a:solidFill>
            <a:srgbClr val="FFFFFF"/>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8" name="Google Shape;458;p9"/>
          <p:cNvPicPr preferRelativeResize="0"/>
          <p:nvPr/>
        </p:nvPicPr>
        <p:blipFill rotWithShape="1">
          <a:blip r:embed="rId5">
            <a:alphaModFix/>
          </a:blip>
          <a:srcRect b="0" l="0" r="0" t="0"/>
          <a:stretch/>
        </p:blipFill>
        <p:spPr>
          <a:xfrm>
            <a:off x="7429713" y="1609725"/>
            <a:ext cx="2561799" cy="1619250"/>
          </a:xfrm>
          <a:prstGeom prst="rect">
            <a:avLst/>
          </a:prstGeom>
          <a:noFill/>
          <a:ln>
            <a:noFill/>
          </a:ln>
        </p:spPr>
      </p:pic>
      <p:sp>
        <p:nvSpPr>
          <p:cNvPr id="459" name="Google Shape;459;p9"/>
          <p:cNvSpPr/>
          <p:nvPr/>
        </p:nvSpPr>
        <p:spPr>
          <a:xfrm>
            <a:off x="6210300" y="1257300"/>
            <a:ext cx="33337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575"/>
              <a:buFont typeface="Helvetica Neue"/>
              <a:buNone/>
            </a:pPr>
            <a:r>
              <a:rPr b="1" lang="en-US" sz="1575">
                <a:solidFill>
                  <a:srgbClr val="000000"/>
                </a:solidFill>
                <a:latin typeface="Helvetica Neue"/>
                <a:ea typeface="Helvetica Neue"/>
                <a:cs typeface="Helvetica Neue"/>
                <a:sym typeface="Helvetica Neue"/>
              </a:rPr>
              <a:t>Governor dashboard</a:t>
            </a:r>
            <a:endParaRPr/>
          </a:p>
        </p:txBody>
      </p:sp>
      <p:sp>
        <p:nvSpPr>
          <p:cNvPr id="460" name="Google Shape;460;p9"/>
          <p:cNvSpPr/>
          <p:nvPr/>
        </p:nvSpPr>
        <p:spPr>
          <a:xfrm>
            <a:off x="1703221" y="3886200"/>
            <a:ext cx="2775283" cy="1714500"/>
          </a:xfrm>
          <a:prstGeom prst="rect">
            <a:avLst/>
          </a:prstGeom>
          <a:solidFill>
            <a:srgbClr val="FFFFFF"/>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61" name="Google Shape;461;p9"/>
          <p:cNvPicPr preferRelativeResize="0"/>
          <p:nvPr/>
        </p:nvPicPr>
        <p:blipFill rotWithShape="1">
          <a:blip r:embed="rId6">
            <a:alphaModFix/>
          </a:blip>
          <a:srcRect b="0" l="0" r="0" t="0"/>
          <a:stretch/>
        </p:blipFill>
        <p:spPr>
          <a:xfrm>
            <a:off x="1703222" y="3886200"/>
            <a:ext cx="2775282" cy="1666875"/>
          </a:xfrm>
          <a:prstGeom prst="rect">
            <a:avLst/>
          </a:prstGeom>
          <a:noFill/>
          <a:ln>
            <a:noFill/>
          </a:ln>
        </p:spPr>
      </p:pic>
      <p:sp>
        <p:nvSpPr>
          <p:cNvPr id="462" name="Google Shape;462;p9"/>
          <p:cNvSpPr/>
          <p:nvPr/>
        </p:nvSpPr>
        <p:spPr>
          <a:xfrm>
            <a:off x="590550" y="3581400"/>
            <a:ext cx="33337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575"/>
              <a:buFont typeface="Helvetica Neue"/>
              <a:buNone/>
            </a:pPr>
            <a:r>
              <a:rPr b="1" lang="en-US" sz="1575">
                <a:solidFill>
                  <a:srgbClr val="000000"/>
                </a:solidFill>
                <a:latin typeface="Helvetica Neue"/>
                <a:ea typeface="Helvetica Neue"/>
                <a:cs typeface="Helvetica Neue"/>
                <a:sym typeface="Helvetica Neue"/>
              </a:rPr>
              <a:t>Administrator dashboard</a:t>
            </a:r>
            <a:endParaRPr/>
          </a:p>
        </p:txBody>
      </p:sp>
      <p:sp>
        <p:nvSpPr>
          <p:cNvPr id="463" name="Google Shape;463;p9"/>
          <p:cNvSpPr/>
          <p:nvPr/>
        </p:nvSpPr>
        <p:spPr>
          <a:xfrm>
            <a:off x="7447633" y="3933824"/>
            <a:ext cx="2543879" cy="1619251"/>
          </a:xfrm>
          <a:prstGeom prst="rect">
            <a:avLst/>
          </a:prstGeom>
          <a:solidFill>
            <a:srgbClr val="FFFFFF"/>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64" name="Google Shape;464;p9"/>
          <p:cNvPicPr preferRelativeResize="0"/>
          <p:nvPr/>
        </p:nvPicPr>
        <p:blipFill rotWithShape="1">
          <a:blip r:embed="rId7">
            <a:alphaModFix/>
          </a:blip>
          <a:srcRect b="0" l="0" r="0" t="0"/>
          <a:stretch/>
        </p:blipFill>
        <p:spPr>
          <a:xfrm>
            <a:off x="7447634" y="3933825"/>
            <a:ext cx="2525957" cy="1619250"/>
          </a:xfrm>
          <a:prstGeom prst="rect">
            <a:avLst/>
          </a:prstGeom>
          <a:noFill/>
          <a:ln>
            <a:noFill/>
          </a:ln>
        </p:spPr>
      </p:pic>
      <p:sp>
        <p:nvSpPr>
          <p:cNvPr id="465" name="Google Shape;465;p9"/>
          <p:cNvSpPr/>
          <p:nvPr/>
        </p:nvSpPr>
        <p:spPr>
          <a:xfrm>
            <a:off x="6210300" y="3581400"/>
            <a:ext cx="33337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575"/>
              <a:buFont typeface="Helvetica Neue"/>
              <a:buNone/>
            </a:pPr>
            <a:r>
              <a:rPr b="1" lang="en-US" sz="1575">
                <a:solidFill>
                  <a:srgbClr val="000000"/>
                </a:solidFill>
                <a:latin typeface="Helvetica Neue"/>
                <a:ea typeface="Helvetica Neue"/>
                <a:cs typeface="Helvetica Neue"/>
                <a:sym typeface="Helvetica Neue"/>
              </a:rPr>
              <a:t>Commercial bank dashboard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70" name="Shape 470"/>
        <p:cNvGrpSpPr/>
        <p:nvPr/>
      </p:nvGrpSpPr>
      <p:grpSpPr>
        <a:xfrm>
          <a:off x="0" y="0"/>
          <a:ext cx="0" cy="0"/>
          <a:chOff x="0" y="0"/>
          <a:chExt cx="0" cy="0"/>
        </a:xfrm>
      </p:grpSpPr>
      <p:sp>
        <p:nvSpPr>
          <p:cNvPr id="471" name="Google Shape;471;p10"/>
          <p:cNvSpPr/>
          <p:nvPr/>
        </p:nvSpPr>
        <p:spPr>
          <a:xfrm>
            <a:off x="393668" y="983974"/>
            <a:ext cx="3429000" cy="5590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C0C0C"/>
              </a:buClr>
              <a:buSzPts val="3200"/>
              <a:buFont typeface="Helvetica Neue"/>
              <a:buNone/>
            </a:pPr>
            <a:r>
              <a:rPr b="1" lang="en-US" sz="3200">
                <a:solidFill>
                  <a:srgbClr val="0C0C0C"/>
                </a:solidFill>
                <a:latin typeface="Helvetica Neue"/>
                <a:ea typeface="Helvetica Neue"/>
                <a:cs typeface="Helvetica Neue"/>
                <a:sym typeface="Helvetica Neue"/>
              </a:rPr>
              <a:t>Conclusion</a:t>
            </a:r>
            <a:endParaRPr/>
          </a:p>
        </p:txBody>
      </p:sp>
      <p:sp>
        <p:nvSpPr>
          <p:cNvPr id="472" name="Google Shape;472;p10"/>
          <p:cNvSpPr/>
          <p:nvPr/>
        </p:nvSpPr>
        <p:spPr>
          <a:xfrm>
            <a:off x="393668" y="1543050"/>
            <a:ext cx="8858250" cy="1428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4350"/>
              <a:buFont typeface="Helvetica Neue"/>
              <a:buNone/>
            </a:pPr>
            <a:r>
              <a:rPr b="1" lang="en-US" sz="4350">
                <a:solidFill>
                  <a:srgbClr val="000000"/>
                </a:solidFill>
                <a:latin typeface="Helvetica Neue"/>
                <a:ea typeface="Helvetica Neue"/>
                <a:cs typeface="Helvetica Neue"/>
                <a:sym typeface="Helvetica Neue"/>
              </a:rPr>
              <a:t>The simulator is a foundation</a:t>
            </a:r>
            <a:endParaRPr/>
          </a:p>
          <a:p>
            <a:pPr indent="0" lvl="0" marL="0" marR="0" rtl="0" algn="l">
              <a:spcBef>
                <a:spcPts val="0"/>
              </a:spcBef>
              <a:spcAft>
                <a:spcPts val="0"/>
              </a:spcAft>
              <a:buClr>
                <a:srgbClr val="000000"/>
              </a:buClr>
              <a:buSzPts val="4350"/>
              <a:buFont typeface="Helvetica Neue"/>
              <a:buNone/>
            </a:pPr>
            <a:r>
              <a:rPr b="1" lang="en-US" sz="4350">
                <a:solidFill>
                  <a:srgbClr val="000000"/>
                </a:solidFill>
                <a:latin typeface="Helvetica Neue"/>
                <a:ea typeface="Helvetica Neue"/>
                <a:cs typeface="Helvetica Neue"/>
                <a:sym typeface="Helvetica Neue"/>
              </a:rPr>
              <a:t>for a stronger system</a:t>
            </a:r>
            <a:endParaRPr/>
          </a:p>
        </p:txBody>
      </p:sp>
      <p:sp>
        <p:nvSpPr>
          <p:cNvPr id="473" name="Google Shape;473;p10"/>
          <p:cNvSpPr/>
          <p:nvPr/>
        </p:nvSpPr>
        <p:spPr>
          <a:xfrm>
            <a:off x="393668" y="3530876"/>
            <a:ext cx="5095875" cy="180312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None/>
            </a:pPr>
            <a:r>
              <a:rPr b="1" lang="en-US" sz="2000">
                <a:solidFill>
                  <a:srgbClr val="000000"/>
                </a:solidFill>
                <a:latin typeface="Helvetica Neue"/>
                <a:ea typeface="Helvetica Neue"/>
                <a:cs typeface="Helvetica Neue"/>
                <a:sym typeface="Helvetica Neue"/>
              </a:rPr>
              <a:t>Future improvements:</a:t>
            </a:r>
            <a:endParaRPr/>
          </a:p>
          <a:p>
            <a:pPr indent="-285750" lvl="0" marL="285750" marR="0" rtl="0" algn="l">
              <a:spcBef>
                <a:spcPts val="0"/>
              </a:spcBef>
              <a:spcAft>
                <a:spcPts val="0"/>
              </a:spcAft>
              <a:buClr>
                <a:srgbClr val="000000"/>
              </a:buClr>
              <a:buSzPts val="1800"/>
              <a:buFont typeface="Noto Sans Symbols"/>
              <a:buChar char="⮚"/>
            </a:pPr>
            <a:r>
              <a:rPr b="0" lang="en-US" sz="1800">
                <a:solidFill>
                  <a:srgbClr val="000000"/>
                </a:solidFill>
                <a:latin typeface="Helvetica Neue"/>
                <a:ea typeface="Helvetica Neue"/>
                <a:cs typeface="Helvetica Neue"/>
                <a:sym typeface="Helvetica Neue"/>
              </a:rPr>
              <a:t> Relational database integration</a:t>
            </a:r>
            <a:endParaRPr/>
          </a:p>
          <a:p>
            <a:pPr indent="-285750" lvl="0" marL="285750" marR="0" rtl="0" algn="l">
              <a:spcBef>
                <a:spcPts val="0"/>
              </a:spcBef>
              <a:spcAft>
                <a:spcPts val="0"/>
              </a:spcAft>
              <a:buClr>
                <a:srgbClr val="000000"/>
              </a:buClr>
              <a:buSzPts val="1800"/>
              <a:buFont typeface="Noto Sans Symbols"/>
              <a:buChar char="⮚"/>
            </a:pPr>
            <a:r>
              <a:rPr b="0" lang="en-US" sz="1800">
                <a:solidFill>
                  <a:srgbClr val="000000"/>
                </a:solidFill>
                <a:latin typeface="Helvetica Neue"/>
                <a:ea typeface="Helvetica Neue"/>
                <a:cs typeface="Helvetica Neue"/>
                <a:sym typeface="Helvetica Neue"/>
              </a:rPr>
              <a:t> MFA, encryption, and security auditing</a:t>
            </a:r>
            <a:endParaRPr/>
          </a:p>
          <a:p>
            <a:pPr indent="-285750" lvl="0" marL="285750" marR="0" rtl="0" algn="l">
              <a:spcBef>
                <a:spcPts val="0"/>
              </a:spcBef>
              <a:spcAft>
                <a:spcPts val="0"/>
              </a:spcAft>
              <a:buClr>
                <a:srgbClr val="000000"/>
              </a:buClr>
              <a:buSzPts val="1800"/>
              <a:buFont typeface="Noto Sans Symbols"/>
              <a:buChar char="⮚"/>
            </a:pPr>
            <a:r>
              <a:rPr b="0" lang="en-US" sz="1800">
                <a:solidFill>
                  <a:srgbClr val="000000"/>
                </a:solidFill>
                <a:latin typeface="Helvetica Neue"/>
                <a:ea typeface="Helvetica Neue"/>
                <a:cs typeface="Helvetica Neue"/>
                <a:sym typeface="Helvetica Neue"/>
              </a:rPr>
              <a:t> Interactive analytical dashboards</a:t>
            </a:r>
            <a:endParaRPr/>
          </a:p>
          <a:p>
            <a:pPr indent="-285750" lvl="0" marL="285750" marR="0" rtl="0" algn="l">
              <a:spcBef>
                <a:spcPts val="0"/>
              </a:spcBef>
              <a:spcAft>
                <a:spcPts val="0"/>
              </a:spcAft>
              <a:buClr>
                <a:srgbClr val="000000"/>
              </a:buClr>
              <a:buSzPts val="1800"/>
              <a:buFont typeface="Noto Sans Symbols"/>
              <a:buChar char="⮚"/>
            </a:pPr>
            <a:r>
              <a:rPr b="0" lang="en-US" sz="1800">
                <a:solidFill>
                  <a:srgbClr val="000000"/>
                </a:solidFill>
                <a:latin typeface="Helvetica Neue"/>
                <a:ea typeface="Helvetica Neue"/>
                <a:cs typeface="Helvetica Neue"/>
                <a:sym typeface="Helvetica Neue"/>
              </a:rPr>
              <a:t> Machine-learning fraud detection</a:t>
            </a:r>
            <a:endParaRPr/>
          </a:p>
          <a:p>
            <a:pPr indent="-285750" lvl="0" marL="285750" marR="0" rtl="0" algn="l">
              <a:spcBef>
                <a:spcPts val="0"/>
              </a:spcBef>
              <a:spcAft>
                <a:spcPts val="0"/>
              </a:spcAft>
              <a:buClr>
                <a:srgbClr val="000000"/>
              </a:buClr>
              <a:buSzPts val="1800"/>
              <a:buFont typeface="Noto Sans Symbols"/>
              <a:buChar char="⮚"/>
            </a:pPr>
            <a:r>
              <a:rPr b="0" lang="en-US" sz="1800">
                <a:solidFill>
                  <a:srgbClr val="000000"/>
                </a:solidFill>
                <a:latin typeface="Helvetica Neue"/>
                <a:ea typeface="Helvetica Neue"/>
                <a:cs typeface="Helvetica Neue"/>
                <a:sym typeface="Helvetica Neue"/>
              </a:rPr>
              <a:t> Larger-data performance testing</a:t>
            </a:r>
            <a:endParaRPr/>
          </a:p>
        </p:txBody>
      </p:sp>
      <p:sp>
        <p:nvSpPr>
          <p:cNvPr id="474" name="Google Shape;474;p10"/>
          <p:cNvSpPr/>
          <p:nvPr/>
        </p:nvSpPr>
        <p:spPr>
          <a:xfrm>
            <a:off x="6226451" y="3389424"/>
            <a:ext cx="5095875" cy="192552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00">
                <a:solidFill>
                  <a:schemeClr val="dk1"/>
                </a:solidFill>
                <a:latin typeface="Helvetica Neue"/>
                <a:ea typeface="Helvetica Neue"/>
                <a:cs typeface="Helvetica Neue"/>
                <a:sym typeface="Helvetica Neue"/>
              </a:rPr>
              <a:t>Limitation:</a:t>
            </a:r>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Simulation only; not a real central banking system</a:t>
            </a:r>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Simplified financial, risk, and fraud processes</a:t>
            </a:r>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Uses CSV files instead of a scalable database</a:t>
            </a:r>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Limited data handling and scalability</a:t>
            </a:r>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Basic fraud detection and risk analysis</a:t>
            </a:r>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Weak security and lack of full compliance</a:t>
            </a:r>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Helvetica Neue"/>
                <a:ea typeface="Helvetica Neue"/>
                <a:cs typeface="Helvetica Neue"/>
                <a:sym typeface="Helvetica Neue"/>
              </a:rPr>
              <a:t>Not suitable for high transaction volume or real-time monitoring</a:t>
            </a:r>
            <a:endParaRPr/>
          </a:p>
          <a:p>
            <a:pPr indent="0" lvl="0" marL="0" marR="0" rtl="0" algn="l">
              <a:spcBef>
                <a:spcPts val="0"/>
              </a:spcBef>
              <a:spcAft>
                <a:spcPts val="0"/>
              </a:spcAft>
              <a:buNone/>
            </a:pPr>
            <a:br>
              <a:rPr lang="en-US" sz="1800">
                <a:solidFill>
                  <a:schemeClr val="dk1"/>
                </a:solidFill>
                <a:latin typeface="Calibri"/>
                <a:ea typeface="Calibri"/>
                <a:cs typeface="Calibri"/>
                <a:sym typeface="Calibri"/>
              </a:rPr>
            </a:br>
            <a:endParaRPr b="0" sz="1800">
              <a:solidFill>
                <a:srgbClr val="000000"/>
              </a:solidFill>
              <a:latin typeface="Helvetica Neue"/>
              <a:ea typeface="Helvetica Neue"/>
              <a:cs typeface="Helvetica Neue"/>
              <a:sym typeface="Helvetica Neue"/>
            </a:endParaRPr>
          </a:p>
        </p:txBody>
      </p:sp>
      <p:sp>
        <p:nvSpPr>
          <p:cNvPr id="475" name="Google Shape;475;p10"/>
          <p:cNvSpPr/>
          <p:nvPr/>
        </p:nvSpPr>
        <p:spPr>
          <a:xfrm>
            <a:off x="393668" y="5505450"/>
            <a:ext cx="6774048" cy="8265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78B4"/>
              </a:buClr>
              <a:buSzPts val="3600"/>
              <a:buFont typeface="Helvetica Neue"/>
              <a:buNone/>
            </a:pPr>
            <a:r>
              <a:t/>
            </a:r>
            <a:endParaRPr b="1" sz="3600">
              <a:solidFill>
                <a:srgbClr val="0C0C0C"/>
              </a:solidFill>
              <a:latin typeface="Helvetica Neue"/>
              <a:ea typeface="Helvetica Neue"/>
              <a:cs typeface="Helvetica Neue"/>
              <a:sym typeface="Helvetica Neue"/>
            </a:endParaRPr>
          </a:p>
        </p:txBody>
      </p:sp>
      <p:sp>
        <p:nvSpPr>
          <p:cNvPr id="476" name="Google Shape;476;p10"/>
          <p:cNvSpPr/>
          <p:nvPr/>
        </p:nvSpPr>
        <p:spPr>
          <a:xfrm>
            <a:off x="11277600" y="6257925"/>
            <a:ext cx="514350" cy="2286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000000"/>
              </a:buClr>
              <a:buSzPts val="975"/>
              <a:buFont typeface="Helvetica Neue"/>
              <a:buNone/>
            </a:pPr>
            <a:r>
              <a:rPr b="0" lang="en-US" sz="975">
                <a:solidFill>
                  <a:srgbClr val="000000"/>
                </a:solidFill>
                <a:latin typeface="Helvetica Neue"/>
                <a:ea typeface="Helvetica Neue"/>
                <a:cs typeface="Helvetica Neue"/>
                <a:sym typeface="Helvetica Neue"/>
              </a:rPr>
              <a:t>0</a:t>
            </a:r>
            <a:endParaRPr/>
          </a:p>
        </p:txBody>
      </p:sp>
      <p:sp>
        <p:nvSpPr>
          <p:cNvPr id="477" name="Google Shape;477;p10"/>
          <p:cNvSpPr txBox="1"/>
          <p:nvPr/>
        </p:nvSpPr>
        <p:spPr>
          <a:xfrm>
            <a:off x="6096000" y="4164496"/>
            <a:ext cx="5423452"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Helvetica Neue"/>
              <a:ea typeface="Helvetica Neue"/>
              <a:cs typeface="Helvetica Neue"/>
              <a:sym typeface="Helvetica Neue"/>
            </a:endParaRPr>
          </a:p>
          <a:p>
            <a:pPr indent="0" lvl="0" marL="0" marR="0" rtl="0" algn="l">
              <a:spcBef>
                <a:spcPts val="0"/>
              </a:spcBef>
              <a:spcAft>
                <a:spcPts val="0"/>
              </a:spcAft>
              <a:buNone/>
            </a:pP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11"/>
          <p:cNvSpPr txBox="1"/>
          <p:nvPr>
            <p:ph type="title"/>
          </p:nvPr>
        </p:nvSpPr>
        <p:spPr>
          <a:xfrm>
            <a:off x="960000" y="951415"/>
            <a:ext cx="10272000" cy="849012"/>
          </a:xfrm>
          <a:prstGeom prst="rect">
            <a:avLst/>
          </a:prstGeom>
          <a:noFill/>
          <a:ln>
            <a:noFill/>
          </a:ln>
        </p:spPr>
        <p:txBody>
          <a:bodyPr anchorCtr="0" anchor="t" bIns="121900" lIns="121900" spcFirstLastPara="1" rIns="121900" wrap="square" tIns="121900">
            <a:noAutofit/>
          </a:bodyPr>
          <a:lstStyle/>
          <a:p>
            <a:pPr indent="0" lvl="0" marL="0" rtl="0" algn="ctr">
              <a:lnSpc>
                <a:spcPct val="90000"/>
              </a:lnSpc>
              <a:spcBef>
                <a:spcPts val="0"/>
              </a:spcBef>
              <a:spcAft>
                <a:spcPts val="0"/>
              </a:spcAft>
              <a:buClr>
                <a:schemeClr val="dk1"/>
              </a:buClr>
              <a:buSzPts val="3500"/>
              <a:buFont typeface="Helvetica Neue"/>
              <a:buNone/>
            </a:pPr>
            <a:r>
              <a:rPr b="1" lang="en-US">
                <a:latin typeface="Helvetica Neue"/>
                <a:ea typeface="Helvetica Neue"/>
                <a:cs typeface="Helvetica Neue"/>
                <a:sym typeface="Helvetica Neue"/>
              </a:rPr>
              <a:t>Thank You!  </a:t>
            </a:r>
            <a:br>
              <a:rPr b="1" lang="en-US">
                <a:latin typeface="Helvetica Neue"/>
                <a:ea typeface="Helvetica Neue"/>
                <a:cs typeface="Helvetica Neue"/>
                <a:sym typeface="Helvetica Neue"/>
              </a:rPr>
            </a:br>
            <a:r>
              <a:rPr b="1" lang="en-US">
                <a:latin typeface="Helvetica Neue"/>
                <a:ea typeface="Helvetica Neue"/>
                <a:cs typeface="Helvetica Neue"/>
                <a:sym typeface="Helvetica Neue"/>
              </a:rPr>
              <a:t>&amp;</a:t>
            </a:r>
            <a:br>
              <a:rPr b="1" lang="en-US">
                <a:latin typeface="Helvetica Neue"/>
                <a:ea typeface="Helvetica Neue"/>
                <a:cs typeface="Helvetica Neue"/>
                <a:sym typeface="Helvetica Neue"/>
              </a:rPr>
            </a:br>
            <a:r>
              <a:rPr b="1" lang="en-US">
                <a:latin typeface="Helvetica Neue"/>
                <a:ea typeface="Helvetica Neue"/>
                <a:cs typeface="Helvetica Neue"/>
                <a:sym typeface="Helvetica Neue"/>
              </a:rPr>
              <a:t>Any questions?</a:t>
            </a:r>
            <a:endParaRPr b="1">
              <a:latin typeface="Helvetica Neue"/>
              <a:ea typeface="Helvetica Neue"/>
              <a:cs typeface="Helvetica Neue"/>
              <a:sym typeface="Helvetica Neue"/>
            </a:endParaRPr>
          </a:p>
        </p:txBody>
      </p:sp>
      <p:grpSp>
        <p:nvGrpSpPr>
          <p:cNvPr id="483" name="Google Shape;483;p11"/>
          <p:cNvGrpSpPr/>
          <p:nvPr/>
        </p:nvGrpSpPr>
        <p:grpSpPr>
          <a:xfrm>
            <a:off x="2341202" y="3357347"/>
            <a:ext cx="954895" cy="2496615"/>
            <a:chOff x="1419045" y="1588290"/>
            <a:chExt cx="1153440" cy="3015720"/>
          </a:xfrm>
        </p:grpSpPr>
        <p:sp>
          <p:nvSpPr>
            <p:cNvPr id="484" name="Google Shape;484;p11"/>
            <p:cNvSpPr/>
            <p:nvPr/>
          </p:nvSpPr>
          <p:spPr>
            <a:xfrm>
              <a:off x="2010165" y="4341210"/>
              <a:ext cx="113760" cy="173880"/>
            </a:xfrm>
            <a:custGeom>
              <a:rect b="b" l="l" r="r" t="t"/>
              <a:pathLst>
                <a:path extrusionOk="0" h="483" w="316">
                  <a:moveTo>
                    <a:pt x="316" y="483"/>
                  </a:moveTo>
                  <a:lnTo>
                    <a:pt x="29" y="483"/>
                  </a:lnTo>
                  <a:lnTo>
                    <a:pt x="0" y="18"/>
                  </a:lnTo>
                  <a:lnTo>
                    <a:pt x="280" y="0"/>
                  </a:lnTo>
                  <a:lnTo>
                    <a:pt x="316" y="483"/>
                  </a:lnTo>
                  <a:close/>
                </a:path>
              </a:pathLst>
            </a:custGeom>
            <a:solidFill>
              <a:srgbClr val="DFAB9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485" name="Google Shape;485;p11"/>
            <p:cNvSpPr/>
            <p:nvPr/>
          </p:nvSpPr>
          <p:spPr>
            <a:xfrm>
              <a:off x="1473045" y="4361730"/>
              <a:ext cx="111240" cy="149760"/>
            </a:xfrm>
            <a:custGeom>
              <a:rect b="b" l="l" r="r" t="t"/>
              <a:pathLst>
                <a:path extrusionOk="0" h="416" w="309">
                  <a:moveTo>
                    <a:pt x="280" y="416"/>
                  </a:moveTo>
                  <a:lnTo>
                    <a:pt x="0" y="407"/>
                  </a:lnTo>
                  <a:lnTo>
                    <a:pt x="50" y="0"/>
                  </a:lnTo>
                  <a:lnTo>
                    <a:pt x="309" y="39"/>
                  </a:lnTo>
                  <a:lnTo>
                    <a:pt x="280" y="416"/>
                  </a:lnTo>
                  <a:close/>
                </a:path>
              </a:pathLst>
            </a:custGeom>
            <a:solidFill>
              <a:srgbClr val="DFAB9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486" name="Google Shape;486;p11"/>
            <p:cNvSpPr/>
            <p:nvPr/>
          </p:nvSpPr>
          <p:spPr>
            <a:xfrm>
              <a:off x="1462245" y="2772330"/>
              <a:ext cx="664920" cy="1676520"/>
            </a:xfrm>
            <a:custGeom>
              <a:rect b="b" l="l" r="r" t="t"/>
              <a:pathLst>
                <a:path extrusionOk="0" h="4657" w="1847">
                  <a:moveTo>
                    <a:pt x="561" y="0"/>
                  </a:moveTo>
                  <a:lnTo>
                    <a:pt x="0" y="4657"/>
                  </a:lnTo>
                  <a:lnTo>
                    <a:pt x="344" y="4657"/>
                  </a:lnTo>
                  <a:lnTo>
                    <a:pt x="1160" y="1268"/>
                  </a:lnTo>
                  <a:lnTo>
                    <a:pt x="1507" y="4657"/>
                  </a:lnTo>
                  <a:lnTo>
                    <a:pt x="1847" y="4657"/>
                  </a:lnTo>
                  <a:lnTo>
                    <a:pt x="1764" y="0"/>
                  </a:lnTo>
                  <a:lnTo>
                    <a:pt x="561" y="0"/>
                  </a:lnTo>
                  <a:close/>
                </a:path>
              </a:pathLst>
            </a:custGeom>
            <a:solidFill>
              <a:schemeClr val="dk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FFFFFF"/>
                </a:solidFill>
                <a:latin typeface="Arial"/>
                <a:ea typeface="Arial"/>
                <a:cs typeface="Arial"/>
                <a:sym typeface="Arial"/>
              </a:endParaRPr>
            </a:p>
          </p:txBody>
        </p:sp>
        <p:sp>
          <p:nvSpPr>
            <p:cNvPr id="487" name="Google Shape;487;p11"/>
            <p:cNvSpPr/>
            <p:nvPr/>
          </p:nvSpPr>
          <p:spPr>
            <a:xfrm>
              <a:off x="2401125" y="2000850"/>
              <a:ext cx="171360" cy="173160"/>
            </a:xfrm>
            <a:custGeom>
              <a:rect b="b" l="l" r="r" t="t"/>
              <a:pathLst>
                <a:path extrusionOk="0" h="481" w="476">
                  <a:moveTo>
                    <a:pt x="0" y="430"/>
                  </a:moveTo>
                  <a:cubicBezTo>
                    <a:pt x="0" y="430"/>
                    <a:pt x="57" y="321"/>
                    <a:pt x="53" y="271"/>
                  </a:cubicBezTo>
                  <a:cubicBezTo>
                    <a:pt x="49" y="220"/>
                    <a:pt x="38" y="148"/>
                    <a:pt x="90" y="71"/>
                  </a:cubicBezTo>
                  <a:cubicBezTo>
                    <a:pt x="102" y="53"/>
                    <a:pt x="135" y="5"/>
                    <a:pt x="135" y="5"/>
                  </a:cubicBezTo>
                  <a:cubicBezTo>
                    <a:pt x="135" y="5"/>
                    <a:pt x="162" y="34"/>
                    <a:pt x="148" y="65"/>
                  </a:cubicBezTo>
                  <a:cubicBezTo>
                    <a:pt x="134" y="96"/>
                    <a:pt x="124" y="129"/>
                    <a:pt x="124" y="129"/>
                  </a:cubicBezTo>
                  <a:cubicBezTo>
                    <a:pt x="124" y="129"/>
                    <a:pt x="149" y="84"/>
                    <a:pt x="243" y="57"/>
                  </a:cubicBezTo>
                  <a:cubicBezTo>
                    <a:pt x="287" y="44"/>
                    <a:pt x="461" y="0"/>
                    <a:pt x="461" y="0"/>
                  </a:cubicBezTo>
                  <a:cubicBezTo>
                    <a:pt x="486" y="0"/>
                    <a:pt x="483" y="35"/>
                    <a:pt x="434" y="58"/>
                  </a:cubicBezTo>
                  <a:cubicBezTo>
                    <a:pt x="434" y="58"/>
                    <a:pt x="456" y="81"/>
                    <a:pt x="416" y="103"/>
                  </a:cubicBezTo>
                  <a:cubicBezTo>
                    <a:pt x="416" y="103"/>
                    <a:pt x="444" y="124"/>
                    <a:pt x="389" y="154"/>
                  </a:cubicBezTo>
                  <a:cubicBezTo>
                    <a:pt x="389" y="154"/>
                    <a:pt x="411" y="172"/>
                    <a:pt x="354" y="206"/>
                  </a:cubicBezTo>
                  <a:cubicBezTo>
                    <a:pt x="303" y="236"/>
                    <a:pt x="221" y="280"/>
                    <a:pt x="203" y="309"/>
                  </a:cubicBezTo>
                  <a:cubicBezTo>
                    <a:pt x="179" y="348"/>
                    <a:pt x="140" y="481"/>
                    <a:pt x="140" y="481"/>
                  </a:cubicBezTo>
                  <a:lnTo>
                    <a:pt x="0" y="430"/>
                  </a:lnTo>
                  <a:close/>
                </a:path>
              </a:pathLst>
            </a:custGeom>
            <a:solidFill>
              <a:srgbClr val="DFAB9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488" name="Google Shape;488;p11"/>
            <p:cNvSpPr/>
            <p:nvPr/>
          </p:nvSpPr>
          <p:spPr>
            <a:xfrm>
              <a:off x="1586085" y="1975650"/>
              <a:ext cx="522000" cy="796680"/>
            </a:xfrm>
            <a:custGeom>
              <a:rect b="b" l="l" r="r" t="t"/>
              <a:pathLst>
                <a:path extrusionOk="0" h="2213" w="1450">
                  <a:moveTo>
                    <a:pt x="461" y="1"/>
                  </a:moveTo>
                  <a:cubicBezTo>
                    <a:pt x="461" y="1"/>
                    <a:pt x="111" y="103"/>
                    <a:pt x="32" y="124"/>
                  </a:cubicBezTo>
                  <a:cubicBezTo>
                    <a:pt x="-48" y="145"/>
                    <a:pt x="32" y="650"/>
                    <a:pt x="141" y="1231"/>
                  </a:cubicBezTo>
                  <a:cubicBezTo>
                    <a:pt x="249" y="1812"/>
                    <a:pt x="217" y="2213"/>
                    <a:pt x="217" y="2213"/>
                  </a:cubicBezTo>
                  <a:lnTo>
                    <a:pt x="1420" y="2213"/>
                  </a:lnTo>
                  <a:cubicBezTo>
                    <a:pt x="1420" y="2213"/>
                    <a:pt x="1470" y="338"/>
                    <a:pt x="1442" y="275"/>
                  </a:cubicBezTo>
                  <a:cubicBezTo>
                    <a:pt x="1392" y="159"/>
                    <a:pt x="888" y="0"/>
                    <a:pt x="888" y="0"/>
                  </a:cubicBezTo>
                  <a:lnTo>
                    <a:pt x="461" y="1"/>
                  </a:lnTo>
                  <a:close/>
                </a:path>
              </a:pathLst>
            </a:custGeom>
            <a:solidFill>
              <a:schemeClr val="accent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489" name="Google Shape;489;p11"/>
            <p:cNvSpPr/>
            <p:nvPr/>
          </p:nvSpPr>
          <p:spPr>
            <a:xfrm>
              <a:off x="1763565" y="1826250"/>
              <a:ext cx="127800" cy="222840"/>
            </a:xfrm>
            <a:custGeom>
              <a:rect b="b" l="l" r="r" t="t"/>
              <a:pathLst>
                <a:path extrusionOk="0" h="619" w="355">
                  <a:moveTo>
                    <a:pt x="38" y="0"/>
                  </a:moveTo>
                  <a:cubicBezTo>
                    <a:pt x="38" y="0"/>
                    <a:pt x="50" y="288"/>
                    <a:pt x="0" y="404"/>
                  </a:cubicBezTo>
                  <a:lnTo>
                    <a:pt x="61" y="520"/>
                  </a:lnTo>
                  <a:lnTo>
                    <a:pt x="223" y="619"/>
                  </a:lnTo>
                  <a:lnTo>
                    <a:pt x="325" y="542"/>
                  </a:lnTo>
                  <a:lnTo>
                    <a:pt x="355" y="454"/>
                  </a:lnTo>
                  <a:lnTo>
                    <a:pt x="355" y="0"/>
                  </a:lnTo>
                  <a:lnTo>
                    <a:pt x="38" y="0"/>
                  </a:lnTo>
                  <a:close/>
                </a:path>
              </a:pathLst>
            </a:custGeom>
            <a:solidFill>
              <a:srgbClr val="DFAB9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490" name="Google Shape;490;p11"/>
            <p:cNvSpPr/>
            <p:nvPr/>
          </p:nvSpPr>
          <p:spPr>
            <a:xfrm>
              <a:off x="1727565" y="1643370"/>
              <a:ext cx="114120" cy="162000"/>
            </a:xfrm>
            <a:custGeom>
              <a:rect b="b" l="l" r="r" t="t"/>
              <a:pathLst>
                <a:path extrusionOk="0" h="450" w="317">
                  <a:moveTo>
                    <a:pt x="10" y="296"/>
                  </a:moveTo>
                  <a:cubicBezTo>
                    <a:pt x="-4" y="259"/>
                    <a:pt x="-3" y="216"/>
                    <a:pt x="14" y="180"/>
                  </a:cubicBezTo>
                  <a:cubicBezTo>
                    <a:pt x="27" y="151"/>
                    <a:pt x="50" y="126"/>
                    <a:pt x="64" y="97"/>
                  </a:cubicBezTo>
                  <a:cubicBezTo>
                    <a:pt x="76" y="72"/>
                    <a:pt x="83" y="43"/>
                    <a:pt x="103" y="23"/>
                  </a:cubicBezTo>
                  <a:cubicBezTo>
                    <a:pt x="123" y="3"/>
                    <a:pt x="155" y="-4"/>
                    <a:pt x="183" y="2"/>
                  </a:cubicBezTo>
                  <a:cubicBezTo>
                    <a:pt x="211" y="7"/>
                    <a:pt x="236" y="24"/>
                    <a:pt x="256" y="44"/>
                  </a:cubicBezTo>
                  <a:cubicBezTo>
                    <a:pt x="283" y="72"/>
                    <a:pt x="303" y="108"/>
                    <a:pt x="311" y="146"/>
                  </a:cubicBezTo>
                  <a:cubicBezTo>
                    <a:pt x="322" y="192"/>
                    <a:pt x="317" y="241"/>
                    <a:pt x="307" y="288"/>
                  </a:cubicBezTo>
                  <a:cubicBezTo>
                    <a:pt x="299" y="330"/>
                    <a:pt x="287" y="374"/>
                    <a:pt x="258" y="406"/>
                  </a:cubicBezTo>
                  <a:cubicBezTo>
                    <a:pt x="235" y="431"/>
                    <a:pt x="202" y="447"/>
                    <a:pt x="168" y="450"/>
                  </a:cubicBezTo>
                  <a:cubicBezTo>
                    <a:pt x="135" y="452"/>
                    <a:pt x="86" y="443"/>
                    <a:pt x="67" y="412"/>
                  </a:cubicBezTo>
                  <a:cubicBezTo>
                    <a:pt x="58" y="396"/>
                    <a:pt x="54" y="378"/>
                    <a:pt x="45" y="362"/>
                  </a:cubicBezTo>
                  <a:cubicBezTo>
                    <a:pt x="34" y="340"/>
                    <a:pt x="19" y="319"/>
                    <a:pt x="10" y="296"/>
                  </a:cubicBezTo>
                  <a:close/>
                </a:path>
              </a:pathLst>
            </a:custGeom>
            <a:solidFill>
              <a:schemeClr val="dk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FFFFFF"/>
                </a:solidFill>
                <a:latin typeface="Arial"/>
                <a:ea typeface="Arial"/>
                <a:cs typeface="Arial"/>
                <a:sym typeface="Arial"/>
              </a:endParaRPr>
            </a:p>
          </p:txBody>
        </p:sp>
        <p:sp>
          <p:nvSpPr>
            <p:cNvPr id="491" name="Google Shape;491;p11"/>
            <p:cNvSpPr/>
            <p:nvPr/>
          </p:nvSpPr>
          <p:spPr>
            <a:xfrm>
              <a:off x="1785885" y="1658130"/>
              <a:ext cx="171360" cy="273240"/>
            </a:xfrm>
            <a:custGeom>
              <a:rect b="b" l="l" r="r" t="t"/>
              <a:pathLst>
                <a:path extrusionOk="0" h="759" w="476">
                  <a:moveTo>
                    <a:pt x="463" y="8"/>
                  </a:moveTo>
                  <a:cubicBezTo>
                    <a:pt x="463" y="8"/>
                    <a:pt x="533" y="647"/>
                    <a:pt x="346" y="739"/>
                  </a:cubicBezTo>
                  <a:cubicBezTo>
                    <a:pt x="226" y="798"/>
                    <a:pt x="33" y="734"/>
                    <a:pt x="4" y="450"/>
                  </a:cubicBezTo>
                  <a:cubicBezTo>
                    <a:pt x="-26" y="166"/>
                    <a:pt x="102" y="27"/>
                    <a:pt x="252" y="8"/>
                  </a:cubicBezTo>
                  <a:cubicBezTo>
                    <a:pt x="383" y="-8"/>
                    <a:pt x="463" y="8"/>
                    <a:pt x="463" y="8"/>
                  </a:cubicBezTo>
                  <a:close/>
                </a:path>
              </a:pathLst>
            </a:custGeom>
            <a:solidFill>
              <a:srgbClr val="DFAB9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492" name="Google Shape;492;p11"/>
            <p:cNvSpPr/>
            <p:nvPr/>
          </p:nvSpPr>
          <p:spPr>
            <a:xfrm>
              <a:off x="1750605" y="1767930"/>
              <a:ext cx="37800" cy="61920"/>
            </a:xfrm>
            <a:custGeom>
              <a:rect b="b" l="l" r="r" t="t"/>
              <a:pathLst>
                <a:path extrusionOk="0" h="172" w="105">
                  <a:moveTo>
                    <a:pt x="97" y="21"/>
                  </a:moveTo>
                  <a:cubicBezTo>
                    <a:pt x="97" y="21"/>
                    <a:pt x="53" y="-26"/>
                    <a:pt x="12" y="21"/>
                  </a:cubicBezTo>
                  <a:cubicBezTo>
                    <a:pt x="-30" y="68"/>
                    <a:pt x="47" y="168"/>
                    <a:pt x="105" y="172"/>
                  </a:cubicBezTo>
                  <a:lnTo>
                    <a:pt x="97" y="21"/>
                  </a:lnTo>
                  <a:close/>
                </a:path>
              </a:pathLst>
            </a:custGeom>
            <a:solidFill>
              <a:srgbClr val="DFAB91"/>
            </a:solidFill>
            <a:ln>
              <a:noFill/>
            </a:ln>
          </p:spPr>
          <p:txBody>
            <a:bodyPr anchorCtr="1" anchor="ctr" bIns="22525" lIns="120000" spcFirstLastPara="1" rIns="120000" wrap="square" tIns="22525">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493" name="Google Shape;493;p11"/>
            <p:cNvSpPr/>
            <p:nvPr/>
          </p:nvSpPr>
          <p:spPr>
            <a:xfrm>
              <a:off x="1765725" y="1588290"/>
              <a:ext cx="266760" cy="131040"/>
            </a:xfrm>
            <a:custGeom>
              <a:rect b="b" l="l" r="r" t="t"/>
              <a:pathLst>
                <a:path extrusionOk="0" h="364" w="741">
                  <a:moveTo>
                    <a:pt x="153" y="294"/>
                  </a:moveTo>
                  <a:cubicBezTo>
                    <a:pt x="188" y="298"/>
                    <a:pt x="223" y="294"/>
                    <a:pt x="257" y="299"/>
                  </a:cubicBezTo>
                  <a:cubicBezTo>
                    <a:pt x="298" y="304"/>
                    <a:pt x="336" y="321"/>
                    <a:pt x="374" y="335"/>
                  </a:cubicBezTo>
                  <a:cubicBezTo>
                    <a:pt x="431" y="356"/>
                    <a:pt x="492" y="369"/>
                    <a:pt x="553" y="363"/>
                  </a:cubicBezTo>
                  <a:cubicBezTo>
                    <a:pt x="613" y="357"/>
                    <a:pt x="673" y="328"/>
                    <a:pt x="708" y="279"/>
                  </a:cubicBezTo>
                  <a:cubicBezTo>
                    <a:pt x="745" y="229"/>
                    <a:pt x="750" y="159"/>
                    <a:pt x="725" y="103"/>
                  </a:cubicBezTo>
                  <a:cubicBezTo>
                    <a:pt x="699" y="47"/>
                    <a:pt x="642" y="6"/>
                    <a:pt x="580" y="1"/>
                  </a:cubicBezTo>
                  <a:cubicBezTo>
                    <a:pt x="511" y="-4"/>
                    <a:pt x="447" y="30"/>
                    <a:pt x="382" y="54"/>
                  </a:cubicBezTo>
                  <a:cubicBezTo>
                    <a:pt x="312" y="79"/>
                    <a:pt x="239" y="93"/>
                    <a:pt x="165" y="94"/>
                  </a:cubicBezTo>
                  <a:cubicBezTo>
                    <a:pt x="134" y="95"/>
                    <a:pt x="103" y="93"/>
                    <a:pt x="74" y="101"/>
                  </a:cubicBezTo>
                  <a:cubicBezTo>
                    <a:pt x="44" y="108"/>
                    <a:pt x="16" y="126"/>
                    <a:pt x="4" y="154"/>
                  </a:cubicBezTo>
                  <a:cubicBezTo>
                    <a:pt x="-10" y="191"/>
                    <a:pt x="14" y="219"/>
                    <a:pt x="40" y="239"/>
                  </a:cubicBezTo>
                  <a:cubicBezTo>
                    <a:pt x="75" y="266"/>
                    <a:pt x="109" y="287"/>
                    <a:pt x="153" y="294"/>
                  </a:cubicBezTo>
                  <a:close/>
                </a:path>
              </a:pathLst>
            </a:custGeom>
            <a:solidFill>
              <a:schemeClr val="dk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FFFFFF"/>
                </a:solidFill>
                <a:latin typeface="Arial"/>
                <a:ea typeface="Arial"/>
                <a:cs typeface="Arial"/>
                <a:sym typeface="Arial"/>
              </a:endParaRPr>
            </a:p>
          </p:txBody>
        </p:sp>
        <p:sp>
          <p:nvSpPr>
            <p:cNvPr id="494" name="Google Shape;494;p11"/>
            <p:cNvSpPr/>
            <p:nvPr/>
          </p:nvSpPr>
          <p:spPr>
            <a:xfrm>
              <a:off x="1752045" y="1959090"/>
              <a:ext cx="91800" cy="118440"/>
            </a:xfrm>
            <a:custGeom>
              <a:rect b="b" l="l" r="r" t="t"/>
              <a:pathLst>
                <a:path extrusionOk="0" h="329" w="255">
                  <a:moveTo>
                    <a:pt x="44" y="0"/>
                  </a:moveTo>
                  <a:cubicBezTo>
                    <a:pt x="44" y="0"/>
                    <a:pt x="84" y="139"/>
                    <a:pt x="255" y="250"/>
                  </a:cubicBezTo>
                  <a:cubicBezTo>
                    <a:pt x="249" y="302"/>
                    <a:pt x="103" y="408"/>
                    <a:pt x="41" y="233"/>
                  </a:cubicBezTo>
                  <a:cubicBezTo>
                    <a:pt x="10" y="147"/>
                    <a:pt x="0" y="47"/>
                    <a:pt x="0" y="47"/>
                  </a:cubicBezTo>
                  <a:lnTo>
                    <a:pt x="44" y="0"/>
                  </a:lnTo>
                  <a:close/>
                </a:path>
              </a:pathLst>
            </a:custGeom>
            <a:solidFill>
              <a:schemeClr val="dk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495" name="Google Shape;495;p11"/>
            <p:cNvSpPr/>
            <p:nvPr/>
          </p:nvSpPr>
          <p:spPr>
            <a:xfrm>
              <a:off x="1843845" y="1960890"/>
              <a:ext cx="64440" cy="113400"/>
            </a:xfrm>
            <a:custGeom>
              <a:rect b="b" l="l" r="r" t="t"/>
              <a:pathLst>
                <a:path extrusionOk="0" h="315" w="179">
                  <a:moveTo>
                    <a:pt x="0" y="245"/>
                  </a:moveTo>
                  <a:cubicBezTo>
                    <a:pt x="129" y="156"/>
                    <a:pt x="132" y="0"/>
                    <a:pt x="132" y="0"/>
                  </a:cubicBezTo>
                  <a:lnTo>
                    <a:pt x="172" y="41"/>
                  </a:lnTo>
                  <a:cubicBezTo>
                    <a:pt x="172" y="41"/>
                    <a:pt x="201" y="215"/>
                    <a:pt x="139" y="295"/>
                  </a:cubicBezTo>
                  <a:cubicBezTo>
                    <a:pt x="97" y="350"/>
                    <a:pt x="6" y="278"/>
                    <a:pt x="0" y="245"/>
                  </a:cubicBezTo>
                  <a:close/>
                </a:path>
              </a:pathLst>
            </a:custGeom>
            <a:solidFill>
              <a:schemeClr val="dk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496" name="Google Shape;496;p11"/>
            <p:cNvSpPr/>
            <p:nvPr/>
          </p:nvSpPr>
          <p:spPr>
            <a:xfrm>
              <a:off x="1576005" y="2778810"/>
              <a:ext cx="154440" cy="203760"/>
            </a:xfrm>
            <a:custGeom>
              <a:rect b="b" l="l" r="r" t="t"/>
              <a:pathLst>
                <a:path extrusionOk="0" h="566" w="429">
                  <a:moveTo>
                    <a:pt x="163" y="0"/>
                  </a:moveTo>
                  <a:cubicBezTo>
                    <a:pt x="163" y="0"/>
                    <a:pt x="284" y="184"/>
                    <a:pt x="336" y="226"/>
                  </a:cubicBezTo>
                  <a:cubicBezTo>
                    <a:pt x="389" y="268"/>
                    <a:pt x="429" y="356"/>
                    <a:pt x="429" y="356"/>
                  </a:cubicBezTo>
                  <a:lnTo>
                    <a:pt x="275" y="566"/>
                  </a:lnTo>
                  <a:cubicBezTo>
                    <a:pt x="275" y="566"/>
                    <a:pt x="182" y="535"/>
                    <a:pt x="153" y="424"/>
                  </a:cubicBezTo>
                  <a:cubicBezTo>
                    <a:pt x="124" y="314"/>
                    <a:pt x="96" y="302"/>
                    <a:pt x="48" y="195"/>
                  </a:cubicBezTo>
                  <a:cubicBezTo>
                    <a:pt x="0" y="89"/>
                    <a:pt x="0" y="88"/>
                    <a:pt x="0" y="88"/>
                  </a:cubicBezTo>
                  <a:lnTo>
                    <a:pt x="163" y="0"/>
                  </a:lnTo>
                  <a:close/>
                </a:path>
              </a:pathLst>
            </a:custGeom>
            <a:solidFill>
              <a:srgbClr val="DFAB9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497" name="Google Shape;497;p11"/>
            <p:cNvSpPr/>
            <p:nvPr/>
          </p:nvSpPr>
          <p:spPr>
            <a:xfrm>
              <a:off x="1419045" y="2026770"/>
              <a:ext cx="250920" cy="853920"/>
            </a:xfrm>
            <a:custGeom>
              <a:rect b="b" l="l" r="r" t="t"/>
              <a:pathLst>
                <a:path extrusionOk="0" h="2372" w="697">
                  <a:moveTo>
                    <a:pt x="478" y="0"/>
                  </a:moveTo>
                  <a:cubicBezTo>
                    <a:pt x="478" y="0"/>
                    <a:pt x="299" y="11"/>
                    <a:pt x="216" y="337"/>
                  </a:cubicBezTo>
                  <a:cubicBezTo>
                    <a:pt x="132" y="662"/>
                    <a:pt x="28" y="1199"/>
                    <a:pt x="0" y="1427"/>
                  </a:cubicBezTo>
                  <a:cubicBezTo>
                    <a:pt x="-11" y="1524"/>
                    <a:pt x="503" y="2372"/>
                    <a:pt x="503" y="2372"/>
                  </a:cubicBezTo>
                  <a:cubicBezTo>
                    <a:pt x="503" y="2372"/>
                    <a:pt x="606" y="2279"/>
                    <a:pt x="697" y="2202"/>
                  </a:cubicBezTo>
                  <a:cubicBezTo>
                    <a:pt x="697" y="2202"/>
                    <a:pt x="412" y="1607"/>
                    <a:pt x="412" y="1390"/>
                  </a:cubicBezTo>
                  <a:cubicBezTo>
                    <a:pt x="412" y="1390"/>
                    <a:pt x="667" y="681"/>
                    <a:pt x="676" y="466"/>
                  </a:cubicBezTo>
                  <a:cubicBezTo>
                    <a:pt x="684" y="250"/>
                    <a:pt x="685" y="23"/>
                    <a:pt x="478" y="0"/>
                  </a:cubicBezTo>
                  <a:close/>
                </a:path>
              </a:pathLst>
            </a:custGeom>
            <a:solidFill>
              <a:schemeClr val="dk2"/>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498" name="Google Shape;498;p11"/>
            <p:cNvSpPr/>
            <p:nvPr/>
          </p:nvSpPr>
          <p:spPr>
            <a:xfrm>
              <a:off x="1999005" y="2072490"/>
              <a:ext cx="469800" cy="550080"/>
            </a:xfrm>
            <a:custGeom>
              <a:rect b="b" l="l" r="r" t="t"/>
              <a:pathLst>
                <a:path extrusionOk="0" h="1528" w="1305">
                  <a:moveTo>
                    <a:pt x="295" y="6"/>
                  </a:moveTo>
                  <a:cubicBezTo>
                    <a:pt x="362" y="16"/>
                    <a:pt x="565" y="469"/>
                    <a:pt x="695" y="703"/>
                  </a:cubicBezTo>
                  <a:cubicBezTo>
                    <a:pt x="825" y="937"/>
                    <a:pt x="825" y="937"/>
                    <a:pt x="825" y="937"/>
                  </a:cubicBezTo>
                  <a:lnTo>
                    <a:pt x="1138" y="135"/>
                  </a:lnTo>
                  <a:cubicBezTo>
                    <a:pt x="1138" y="135"/>
                    <a:pt x="1243" y="118"/>
                    <a:pt x="1305" y="210"/>
                  </a:cubicBezTo>
                  <a:cubicBezTo>
                    <a:pt x="1305" y="210"/>
                    <a:pt x="1138" y="1292"/>
                    <a:pt x="1096" y="1413"/>
                  </a:cubicBezTo>
                  <a:cubicBezTo>
                    <a:pt x="1054" y="1535"/>
                    <a:pt x="925" y="1622"/>
                    <a:pt x="695" y="1334"/>
                  </a:cubicBezTo>
                  <a:cubicBezTo>
                    <a:pt x="465" y="1046"/>
                    <a:pt x="68" y="485"/>
                    <a:pt x="34" y="423"/>
                  </a:cubicBezTo>
                  <a:cubicBezTo>
                    <a:pt x="1" y="360"/>
                    <a:pt x="-91" y="-53"/>
                    <a:pt x="295" y="6"/>
                  </a:cubicBezTo>
                  <a:close/>
                </a:path>
              </a:pathLst>
            </a:custGeom>
            <a:solidFill>
              <a:schemeClr val="dk2"/>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499" name="Google Shape;499;p11"/>
            <p:cNvSpPr/>
            <p:nvPr/>
          </p:nvSpPr>
          <p:spPr>
            <a:xfrm>
              <a:off x="2002245" y="4503210"/>
              <a:ext cx="314640" cy="100800"/>
            </a:xfrm>
            <a:custGeom>
              <a:rect b="b" l="l" r="r" t="t"/>
              <a:pathLst>
                <a:path extrusionOk="0" h="280" w="874">
                  <a:moveTo>
                    <a:pt x="51" y="0"/>
                  </a:moveTo>
                  <a:lnTo>
                    <a:pt x="318" y="0"/>
                  </a:lnTo>
                  <a:cubicBezTo>
                    <a:pt x="318" y="0"/>
                    <a:pt x="347" y="1"/>
                    <a:pt x="435" y="92"/>
                  </a:cubicBezTo>
                  <a:cubicBezTo>
                    <a:pt x="523" y="184"/>
                    <a:pt x="778" y="96"/>
                    <a:pt x="874" y="280"/>
                  </a:cubicBezTo>
                  <a:lnTo>
                    <a:pt x="30" y="280"/>
                  </a:lnTo>
                  <a:cubicBezTo>
                    <a:pt x="30" y="280"/>
                    <a:pt x="-50" y="133"/>
                    <a:pt x="51" y="0"/>
                  </a:cubicBezTo>
                  <a:close/>
                </a:path>
              </a:pathLst>
            </a:custGeom>
            <a:solidFill>
              <a:schemeClr val="dk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FFFFFF"/>
                </a:solidFill>
                <a:latin typeface="Arial"/>
                <a:ea typeface="Arial"/>
                <a:cs typeface="Arial"/>
                <a:sym typeface="Arial"/>
              </a:endParaRPr>
            </a:p>
          </p:txBody>
        </p:sp>
        <p:sp>
          <p:nvSpPr>
            <p:cNvPr id="500" name="Google Shape;500;p11"/>
            <p:cNvSpPr/>
            <p:nvPr/>
          </p:nvSpPr>
          <p:spPr>
            <a:xfrm>
              <a:off x="1435245" y="4483770"/>
              <a:ext cx="153360" cy="120240"/>
            </a:xfrm>
            <a:custGeom>
              <a:rect b="b" l="l" r="r" t="t"/>
              <a:pathLst>
                <a:path extrusionOk="0" h="334" w="426">
                  <a:moveTo>
                    <a:pt x="8" y="334"/>
                  </a:moveTo>
                  <a:cubicBezTo>
                    <a:pt x="-24" y="226"/>
                    <a:pt x="51" y="148"/>
                    <a:pt x="75" y="54"/>
                  </a:cubicBezTo>
                  <a:cubicBezTo>
                    <a:pt x="89" y="-5"/>
                    <a:pt x="383" y="-41"/>
                    <a:pt x="412" y="87"/>
                  </a:cubicBezTo>
                  <a:cubicBezTo>
                    <a:pt x="440" y="210"/>
                    <a:pt x="417" y="334"/>
                    <a:pt x="417" y="334"/>
                  </a:cubicBezTo>
                  <a:lnTo>
                    <a:pt x="8" y="334"/>
                  </a:lnTo>
                  <a:close/>
                </a:path>
              </a:pathLst>
            </a:custGeom>
            <a:solidFill>
              <a:schemeClr val="dk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FFFFFF"/>
                </a:solidFill>
                <a:latin typeface="Arial"/>
                <a:ea typeface="Arial"/>
                <a:cs typeface="Arial"/>
                <a:sym typeface="Arial"/>
              </a:endParaRPr>
            </a:p>
          </p:txBody>
        </p:sp>
        <p:sp>
          <p:nvSpPr>
            <p:cNvPr id="501" name="Google Shape;501;p11"/>
            <p:cNvSpPr/>
            <p:nvPr/>
          </p:nvSpPr>
          <p:spPr>
            <a:xfrm>
              <a:off x="1664205" y="2772330"/>
              <a:ext cx="433440" cy="31320"/>
            </a:xfrm>
            <a:custGeom>
              <a:rect b="b" l="l" r="r" t="t"/>
              <a:pathLst>
                <a:path extrusionOk="0" h="87" w="1204">
                  <a:moveTo>
                    <a:pt x="0" y="0"/>
                  </a:moveTo>
                  <a:lnTo>
                    <a:pt x="1204" y="0"/>
                  </a:lnTo>
                  <a:lnTo>
                    <a:pt x="1204" y="87"/>
                  </a:lnTo>
                  <a:lnTo>
                    <a:pt x="0" y="87"/>
                  </a:lnTo>
                  <a:lnTo>
                    <a:pt x="0" y="0"/>
                  </a:lnTo>
                  <a:close/>
                </a:path>
              </a:pathLst>
            </a:custGeom>
            <a:solidFill>
              <a:schemeClr val="dk1"/>
            </a:solidFill>
            <a:ln>
              <a:noFill/>
            </a:ln>
          </p:spPr>
          <p:txBody>
            <a:bodyPr anchorCtr="1" anchor="ctr" bIns="0" lIns="120000" spcFirstLastPara="1" rIns="120000" wrap="square" tIns="0">
              <a:noAutofit/>
            </a:bodyPr>
            <a:lstStyle/>
            <a:p>
              <a:pPr indent="0" lvl="0" marL="0" marR="0" rtl="0" algn="l">
                <a:spcBef>
                  <a:spcPts val="0"/>
                </a:spcBef>
                <a:spcAft>
                  <a:spcPts val="0"/>
                </a:spcAft>
                <a:buNone/>
              </a:pPr>
              <a:r>
                <a:t/>
              </a:r>
              <a:endParaRPr sz="2400">
                <a:solidFill>
                  <a:srgbClr val="FFFFFF"/>
                </a:solidFill>
                <a:latin typeface="Arial"/>
                <a:ea typeface="Arial"/>
                <a:cs typeface="Arial"/>
                <a:sym typeface="Arial"/>
              </a:endParaRPr>
            </a:p>
          </p:txBody>
        </p:sp>
        <p:sp>
          <p:nvSpPr>
            <p:cNvPr id="502" name="Google Shape;502;p11"/>
            <p:cNvSpPr/>
            <p:nvPr/>
          </p:nvSpPr>
          <p:spPr>
            <a:xfrm>
              <a:off x="2106285" y="2196690"/>
              <a:ext cx="40320" cy="220320"/>
            </a:xfrm>
            <a:custGeom>
              <a:rect b="b" l="l" r="r" t="t"/>
              <a:pathLst>
                <a:path extrusionOk="0" h="612" w="112">
                  <a:moveTo>
                    <a:pt x="0" y="458"/>
                  </a:moveTo>
                  <a:lnTo>
                    <a:pt x="5" y="0"/>
                  </a:lnTo>
                  <a:lnTo>
                    <a:pt x="112" y="612"/>
                  </a:lnTo>
                  <a:lnTo>
                    <a:pt x="0" y="458"/>
                  </a:lnTo>
                  <a:close/>
                </a:path>
              </a:pathLst>
            </a:custGeom>
            <a:solidFill>
              <a:srgbClr val="243B50">
                <a:alpha val="40000"/>
              </a:srgbClr>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503" name="Google Shape;503;p11"/>
            <p:cNvSpPr/>
            <p:nvPr/>
          </p:nvSpPr>
          <p:spPr>
            <a:xfrm>
              <a:off x="1624965" y="2251770"/>
              <a:ext cx="27720" cy="199800"/>
            </a:xfrm>
            <a:custGeom>
              <a:rect b="b" l="l" r="r" t="t"/>
              <a:pathLst>
                <a:path extrusionOk="0" h="555" w="77">
                  <a:moveTo>
                    <a:pt x="0" y="284"/>
                  </a:moveTo>
                  <a:lnTo>
                    <a:pt x="77" y="0"/>
                  </a:lnTo>
                  <a:lnTo>
                    <a:pt x="49" y="555"/>
                  </a:lnTo>
                  <a:cubicBezTo>
                    <a:pt x="49" y="555"/>
                    <a:pt x="1" y="313"/>
                    <a:pt x="0" y="284"/>
                  </a:cubicBezTo>
                  <a:close/>
                </a:path>
              </a:pathLst>
            </a:custGeom>
            <a:solidFill>
              <a:srgbClr val="243B50">
                <a:alpha val="40000"/>
              </a:srgbClr>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grpSp>
        <p:nvGrpSpPr>
          <p:cNvPr id="504" name="Google Shape;504;p11"/>
          <p:cNvGrpSpPr/>
          <p:nvPr/>
        </p:nvGrpSpPr>
        <p:grpSpPr>
          <a:xfrm rot="-5400000">
            <a:off x="7980974" y="3984612"/>
            <a:ext cx="2431857" cy="1307433"/>
            <a:chOff x="6112352" y="2855648"/>
            <a:chExt cx="2150564" cy="1156201"/>
          </a:xfrm>
        </p:grpSpPr>
        <p:sp>
          <p:nvSpPr>
            <p:cNvPr id="505" name="Google Shape;505;p11"/>
            <p:cNvSpPr/>
            <p:nvPr/>
          </p:nvSpPr>
          <p:spPr>
            <a:xfrm>
              <a:off x="6112352" y="3836658"/>
              <a:ext cx="2150564" cy="175191"/>
            </a:xfrm>
            <a:custGeom>
              <a:rect b="b" l="l" r="r" t="t"/>
              <a:pathLst>
                <a:path extrusionOk="0" h="602" w="7390">
                  <a:moveTo>
                    <a:pt x="7390" y="0"/>
                  </a:moveTo>
                  <a:lnTo>
                    <a:pt x="7390" y="602"/>
                  </a:lnTo>
                  <a:lnTo>
                    <a:pt x="0" y="602"/>
                  </a:lnTo>
                  <a:lnTo>
                    <a:pt x="0" y="0"/>
                  </a:lnTo>
                  <a:lnTo>
                    <a:pt x="7390" y="0"/>
                  </a:lnTo>
                  <a:close/>
                </a:path>
              </a:pathLst>
            </a:custGeom>
            <a:solidFill>
              <a:schemeClr val="lt2"/>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506" name="Google Shape;506;p11"/>
            <p:cNvSpPr/>
            <p:nvPr/>
          </p:nvSpPr>
          <p:spPr>
            <a:xfrm>
              <a:off x="6112352" y="3836658"/>
              <a:ext cx="1083430" cy="175191"/>
            </a:xfrm>
            <a:custGeom>
              <a:rect b="b" l="l" r="r" t="t"/>
              <a:pathLst>
                <a:path extrusionOk="0" h="602" w="3723">
                  <a:moveTo>
                    <a:pt x="3723" y="0"/>
                  </a:moveTo>
                  <a:lnTo>
                    <a:pt x="3723" y="602"/>
                  </a:lnTo>
                  <a:lnTo>
                    <a:pt x="0" y="602"/>
                  </a:lnTo>
                  <a:lnTo>
                    <a:pt x="0" y="0"/>
                  </a:lnTo>
                  <a:lnTo>
                    <a:pt x="3723" y="0"/>
                  </a:lnTo>
                  <a:close/>
                </a:path>
              </a:pathLst>
            </a:custGeom>
            <a:solidFill>
              <a:schemeClr val="accent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507" name="Google Shape;507;p11"/>
            <p:cNvSpPr/>
            <p:nvPr/>
          </p:nvSpPr>
          <p:spPr>
            <a:xfrm>
              <a:off x="6112352" y="3093989"/>
              <a:ext cx="2150564" cy="175191"/>
            </a:xfrm>
            <a:custGeom>
              <a:rect b="b" l="l" r="r" t="t"/>
              <a:pathLst>
                <a:path extrusionOk="0" h="602" w="7390">
                  <a:moveTo>
                    <a:pt x="7390" y="0"/>
                  </a:moveTo>
                  <a:lnTo>
                    <a:pt x="7390" y="602"/>
                  </a:lnTo>
                  <a:lnTo>
                    <a:pt x="0" y="602"/>
                  </a:lnTo>
                  <a:lnTo>
                    <a:pt x="0" y="0"/>
                  </a:lnTo>
                  <a:lnTo>
                    <a:pt x="7390" y="0"/>
                  </a:lnTo>
                  <a:close/>
                </a:path>
              </a:pathLst>
            </a:custGeom>
            <a:solidFill>
              <a:schemeClr val="lt2"/>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508" name="Google Shape;508;p11"/>
            <p:cNvSpPr/>
            <p:nvPr/>
          </p:nvSpPr>
          <p:spPr>
            <a:xfrm>
              <a:off x="6112352" y="3093989"/>
              <a:ext cx="1863046" cy="175191"/>
            </a:xfrm>
            <a:custGeom>
              <a:rect b="b" l="l" r="r" t="t"/>
              <a:pathLst>
                <a:path extrusionOk="0" h="602" w="6402">
                  <a:moveTo>
                    <a:pt x="6402" y="0"/>
                  </a:moveTo>
                  <a:lnTo>
                    <a:pt x="6402" y="602"/>
                  </a:lnTo>
                  <a:lnTo>
                    <a:pt x="0" y="602"/>
                  </a:lnTo>
                  <a:lnTo>
                    <a:pt x="0" y="0"/>
                  </a:lnTo>
                  <a:lnTo>
                    <a:pt x="6402" y="0"/>
                  </a:lnTo>
                  <a:close/>
                </a:path>
              </a:pathLst>
            </a:custGeom>
            <a:solidFill>
              <a:srgbClr val="3A3A3A"/>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509" name="Google Shape;509;p11"/>
            <p:cNvSpPr/>
            <p:nvPr/>
          </p:nvSpPr>
          <p:spPr>
            <a:xfrm>
              <a:off x="6112352" y="2855648"/>
              <a:ext cx="2150564" cy="175191"/>
            </a:xfrm>
            <a:custGeom>
              <a:rect b="b" l="l" r="r" t="t"/>
              <a:pathLst>
                <a:path extrusionOk="0" h="602" w="7390">
                  <a:moveTo>
                    <a:pt x="7390" y="0"/>
                  </a:moveTo>
                  <a:lnTo>
                    <a:pt x="7390" y="602"/>
                  </a:lnTo>
                  <a:lnTo>
                    <a:pt x="0" y="602"/>
                  </a:lnTo>
                  <a:lnTo>
                    <a:pt x="0" y="0"/>
                  </a:lnTo>
                  <a:lnTo>
                    <a:pt x="7390" y="0"/>
                  </a:lnTo>
                  <a:close/>
                </a:path>
              </a:pathLst>
            </a:custGeom>
            <a:solidFill>
              <a:schemeClr val="lt2"/>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510" name="Google Shape;510;p11"/>
            <p:cNvSpPr/>
            <p:nvPr/>
          </p:nvSpPr>
          <p:spPr>
            <a:xfrm>
              <a:off x="6112352" y="2855648"/>
              <a:ext cx="750806" cy="175191"/>
            </a:xfrm>
            <a:custGeom>
              <a:rect b="b" l="l" r="r" t="t"/>
              <a:pathLst>
                <a:path extrusionOk="0" h="602" w="2580">
                  <a:moveTo>
                    <a:pt x="2580" y="0"/>
                  </a:moveTo>
                  <a:lnTo>
                    <a:pt x="2580" y="602"/>
                  </a:lnTo>
                  <a:lnTo>
                    <a:pt x="0" y="602"/>
                  </a:lnTo>
                  <a:lnTo>
                    <a:pt x="0" y="0"/>
                  </a:lnTo>
                  <a:lnTo>
                    <a:pt x="2580" y="0"/>
                  </a:lnTo>
                  <a:close/>
                </a:path>
              </a:pathLst>
            </a:custGeom>
            <a:solidFill>
              <a:schemeClr val="accent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511" name="Google Shape;511;p11"/>
            <p:cNvSpPr/>
            <p:nvPr/>
          </p:nvSpPr>
          <p:spPr>
            <a:xfrm>
              <a:off x="6112352" y="3587840"/>
              <a:ext cx="2150564" cy="175191"/>
            </a:xfrm>
            <a:custGeom>
              <a:rect b="b" l="l" r="r" t="t"/>
              <a:pathLst>
                <a:path extrusionOk="0" h="602" w="7390">
                  <a:moveTo>
                    <a:pt x="7390" y="0"/>
                  </a:moveTo>
                  <a:lnTo>
                    <a:pt x="7390" y="602"/>
                  </a:lnTo>
                  <a:lnTo>
                    <a:pt x="0" y="602"/>
                  </a:lnTo>
                  <a:lnTo>
                    <a:pt x="0" y="0"/>
                  </a:lnTo>
                  <a:lnTo>
                    <a:pt x="7390" y="0"/>
                  </a:lnTo>
                  <a:close/>
                </a:path>
              </a:pathLst>
            </a:custGeom>
            <a:solidFill>
              <a:schemeClr val="lt2"/>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512" name="Google Shape;512;p11"/>
            <p:cNvSpPr/>
            <p:nvPr/>
          </p:nvSpPr>
          <p:spPr>
            <a:xfrm>
              <a:off x="6112352" y="3587840"/>
              <a:ext cx="1702991" cy="175191"/>
            </a:xfrm>
            <a:custGeom>
              <a:rect b="b" l="l" r="r" t="t"/>
              <a:pathLst>
                <a:path extrusionOk="0" h="602" w="5852">
                  <a:moveTo>
                    <a:pt x="5852" y="0"/>
                  </a:moveTo>
                  <a:lnTo>
                    <a:pt x="5852" y="602"/>
                  </a:lnTo>
                  <a:lnTo>
                    <a:pt x="0" y="602"/>
                  </a:lnTo>
                  <a:lnTo>
                    <a:pt x="0" y="0"/>
                  </a:lnTo>
                  <a:lnTo>
                    <a:pt x="5852" y="0"/>
                  </a:lnTo>
                  <a:close/>
                </a:path>
              </a:pathLst>
            </a:custGeom>
            <a:solidFill>
              <a:schemeClr val="accent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513" name="Google Shape;513;p11"/>
            <p:cNvSpPr/>
            <p:nvPr/>
          </p:nvSpPr>
          <p:spPr>
            <a:xfrm>
              <a:off x="6112352" y="3335531"/>
              <a:ext cx="2150564" cy="175191"/>
            </a:xfrm>
            <a:custGeom>
              <a:rect b="b" l="l" r="r" t="t"/>
              <a:pathLst>
                <a:path extrusionOk="0" h="602" w="7390">
                  <a:moveTo>
                    <a:pt x="7390" y="0"/>
                  </a:moveTo>
                  <a:lnTo>
                    <a:pt x="7390" y="602"/>
                  </a:lnTo>
                  <a:lnTo>
                    <a:pt x="0" y="602"/>
                  </a:lnTo>
                  <a:lnTo>
                    <a:pt x="0" y="0"/>
                  </a:lnTo>
                  <a:lnTo>
                    <a:pt x="7390" y="0"/>
                  </a:lnTo>
                  <a:close/>
                </a:path>
              </a:pathLst>
            </a:custGeom>
            <a:solidFill>
              <a:schemeClr val="lt2"/>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514" name="Google Shape;514;p11"/>
            <p:cNvSpPr/>
            <p:nvPr/>
          </p:nvSpPr>
          <p:spPr>
            <a:xfrm>
              <a:off x="6112352" y="3335531"/>
              <a:ext cx="1423912" cy="175191"/>
            </a:xfrm>
            <a:custGeom>
              <a:rect b="b" l="l" r="r" t="t"/>
              <a:pathLst>
                <a:path extrusionOk="0" h="602" w="4893">
                  <a:moveTo>
                    <a:pt x="4893" y="0"/>
                  </a:moveTo>
                  <a:lnTo>
                    <a:pt x="4893" y="602"/>
                  </a:lnTo>
                  <a:lnTo>
                    <a:pt x="0" y="602"/>
                  </a:lnTo>
                  <a:lnTo>
                    <a:pt x="0" y="0"/>
                  </a:lnTo>
                  <a:lnTo>
                    <a:pt x="4893" y="0"/>
                  </a:lnTo>
                  <a:close/>
                </a:path>
              </a:pathLst>
            </a:custGeom>
            <a:solidFill>
              <a:schemeClr val="accent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grpSp>
        <p:nvGrpSpPr>
          <p:cNvPr id="515" name="Google Shape;515;p11"/>
          <p:cNvGrpSpPr/>
          <p:nvPr/>
        </p:nvGrpSpPr>
        <p:grpSpPr>
          <a:xfrm>
            <a:off x="3802686" y="4872843"/>
            <a:ext cx="4233772" cy="980965"/>
            <a:chOff x="2572470" y="3329840"/>
            <a:chExt cx="3058200" cy="708585"/>
          </a:xfrm>
        </p:grpSpPr>
        <p:sp>
          <p:nvSpPr>
            <p:cNvPr id="516" name="Google Shape;516;p11"/>
            <p:cNvSpPr/>
            <p:nvPr/>
          </p:nvSpPr>
          <p:spPr>
            <a:xfrm>
              <a:off x="2572470" y="3329840"/>
              <a:ext cx="708480" cy="708480"/>
            </a:xfrm>
            <a:custGeom>
              <a:rect b="b" l="l" r="r" t="t"/>
              <a:pathLst>
                <a:path extrusionOk="0" h="1968" w="1968">
                  <a:moveTo>
                    <a:pt x="985" y="1968"/>
                  </a:moveTo>
                  <a:lnTo>
                    <a:pt x="985" y="1913"/>
                  </a:lnTo>
                  <a:cubicBezTo>
                    <a:pt x="1055" y="1913"/>
                    <a:pt x="1124" y="1905"/>
                    <a:pt x="1192" y="1890"/>
                  </a:cubicBezTo>
                  <a:lnTo>
                    <a:pt x="1204" y="1943"/>
                  </a:lnTo>
                  <a:cubicBezTo>
                    <a:pt x="1132" y="1959"/>
                    <a:pt x="1059" y="1968"/>
                    <a:pt x="985" y="1968"/>
                  </a:cubicBezTo>
                  <a:moveTo>
                    <a:pt x="766" y="1943"/>
                  </a:moveTo>
                  <a:cubicBezTo>
                    <a:pt x="694" y="1927"/>
                    <a:pt x="624" y="1903"/>
                    <a:pt x="558" y="1871"/>
                  </a:cubicBezTo>
                  <a:lnTo>
                    <a:pt x="581" y="1822"/>
                  </a:lnTo>
                  <a:cubicBezTo>
                    <a:pt x="644" y="1852"/>
                    <a:pt x="710" y="1875"/>
                    <a:pt x="778" y="1890"/>
                  </a:cubicBezTo>
                  <a:lnTo>
                    <a:pt x="766" y="1943"/>
                  </a:lnTo>
                  <a:moveTo>
                    <a:pt x="1412" y="1870"/>
                  </a:moveTo>
                  <a:lnTo>
                    <a:pt x="1388" y="1821"/>
                  </a:lnTo>
                  <a:cubicBezTo>
                    <a:pt x="1451" y="1791"/>
                    <a:pt x="1510" y="1754"/>
                    <a:pt x="1564" y="1710"/>
                  </a:cubicBezTo>
                  <a:lnTo>
                    <a:pt x="1598" y="1753"/>
                  </a:lnTo>
                  <a:cubicBezTo>
                    <a:pt x="1541" y="1799"/>
                    <a:pt x="1478" y="1838"/>
                    <a:pt x="1412" y="1870"/>
                  </a:cubicBezTo>
                  <a:moveTo>
                    <a:pt x="371" y="1753"/>
                  </a:moveTo>
                  <a:cubicBezTo>
                    <a:pt x="314" y="1708"/>
                    <a:pt x="261" y="1655"/>
                    <a:pt x="215" y="1598"/>
                  </a:cubicBezTo>
                  <a:lnTo>
                    <a:pt x="258" y="1564"/>
                  </a:lnTo>
                  <a:cubicBezTo>
                    <a:pt x="301" y="1618"/>
                    <a:pt x="351" y="1668"/>
                    <a:pt x="405" y="1711"/>
                  </a:cubicBezTo>
                  <a:lnTo>
                    <a:pt x="371" y="1753"/>
                  </a:lnTo>
                  <a:moveTo>
                    <a:pt x="1754" y="1597"/>
                  </a:moveTo>
                  <a:lnTo>
                    <a:pt x="1711" y="1563"/>
                  </a:lnTo>
                  <a:cubicBezTo>
                    <a:pt x="1755" y="1509"/>
                    <a:pt x="1792" y="1449"/>
                    <a:pt x="1822" y="1387"/>
                  </a:cubicBezTo>
                  <a:lnTo>
                    <a:pt x="1871" y="1410"/>
                  </a:lnTo>
                  <a:cubicBezTo>
                    <a:pt x="1839" y="1477"/>
                    <a:pt x="1800" y="1539"/>
                    <a:pt x="1754" y="1597"/>
                  </a:cubicBezTo>
                  <a:moveTo>
                    <a:pt x="98" y="1411"/>
                  </a:moveTo>
                  <a:cubicBezTo>
                    <a:pt x="66" y="1345"/>
                    <a:pt x="41" y="1275"/>
                    <a:pt x="25" y="1204"/>
                  </a:cubicBezTo>
                  <a:lnTo>
                    <a:pt x="78" y="1191"/>
                  </a:lnTo>
                  <a:cubicBezTo>
                    <a:pt x="93" y="1259"/>
                    <a:pt x="116" y="1325"/>
                    <a:pt x="147" y="1388"/>
                  </a:cubicBezTo>
                  <a:lnTo>
                    <a:pt x="98" y="1411"/>
                  </a:lnTo>
                  <a:moveTo>
                    <a:pt x="1944" y="1202"/>
                  </a:moveTo>
                  <a:lnTo>
                    <a:pt x="1891" y="1190"/>
                  </a:lnTo>
                  <a:cubicBezTo>
                    <a:pt x="1906" y="1123"/>
                    <a:pt x="1914" y="1053"/>
                    <a:pt x="1914" y="983"/>
                  </a:cubicBezTo>
                  <a:lnTo>
                    <a:pt x="1914" y="981"/>
                  </a:lnTo>
                  <a:lnTo>
                    <a:pt x="1968" y="981"/>
                  </a:lnTo>
                  <a:lnTo>
                    <a:pt x="1968" y="983"/>
                  </a:lnTo>
                  <a:cubicBezTo>
                    <a:pt x="1968" y="1057"/>
                    <a:pt x="1960" y="1131"/>
                    <a:pt x="1944" y="1202"/>
                  </a:cubicBezTo>
                  <a:moveTo>
                    <a:pt x="54" y="985"/>
                  </a:moveTo>
                  <a:lnTo>
                    <a:pt x="0" y="985"/>
                  </a:lnTo>
                  <a:lnTo>
                    <a:pt x="0" y="984"/>
                  </a:lnTo>
                  <a:cubicBezTo>
                    <a:pt x="0" y="910"/>
                    <a:pt x="8" y="837"/>
                    <a:pt x="24" y="766"/>
                  </a:cubicBezTo>
                  <a:lnTo>
                    <a:pt x="77" y="778"/>
                  </a:lnTo>
                  <a:cubicBezTo>
                    <a:pt x="62" y="845"/>
                    <a:pt x="54" y="914"/>
                    <a:pt x="54" y="984"/>
                  </a:cubicBezTo>
                  <a:lnTo>
                    <a:pt x="54" y="985"/>
                  </a:lnTo>
                  <a:moveTo>
                    <a:pt x="1891" y="775"/>
                  </a:moveTo>
                  <a:cubicBezTo>
                    <a:pt x="1875" y="707"/>
                    <a:pt x="1852" y="641"/>
                    <a:pt x="1821" y="578"/>
                  </a:cubicBezTo>
                  <a:lnTo>
                    <a:pt x="1870" y="555"/>
                  </a:lnTo>
                  <a:cubicBezTo>
                    <a:pt x="1902" y="621"/>
                    <a:pt x="1927" y="691"/>
                    <a:pt x="1943" y="762"/>
                  </a:cubicBezTo>
                  <a:lnTo>
                    <a:pt x="1891" y="775"/>
                  </a:lnTo>
                  <a:moveTo>
                    <a:pt x="146" y="581"/>
                  </a:moveTo>
                  <a:lnTo>
                    <a:pt x="97" y="558"/>
                  </a:lnTo>
                  <a:cubicBezTo>
                    <a:pt x="129" y="491"/>
                    <a:pt x="168" y="429"/>
                    <a:pt x="214" y="371"/>
                  </a:cubicBezTo>
                  <a:lnTo>
                    <a:pt x="256" y="405"/>
                  </a:lnTo>
                  <a:cubicBezTo>
                    <a:pt x="213" y="459"/>
                    <a:pt x="176" y="519"/>
                    <a:pt x="146" y="581"/>
                  </a:cubicBezTo>
                  <a:moveTo>
                    <a:pt x="1710" y="402"/>
                  </a:moveTo>
                  <a:cubicBezTo>
                    <a:pt x="1667" y="348"/>
                    <a:pt x="1617" y="299"/>
                    <a:pt x="1563" y="256"/>
                  </a:cubicBezTo>
                  <a:lnTo>
                    <a:pt x="1596" y="214"/>
                  </a:lnTo>
                  <a:cubicBezTo>
                    <a:pt x="1654" y="260"/>
                    <a:pt x="1707" y="311"/>
                    <a:pt x="1752" y="368"/>
                  </a:cubicBezTo>
                  <a:lnTo>
                    <a:pt x="1710" y="402"/>
                  </a:lnTo>
                  <a:moveTo>
                    <a:pt x="403" y="258"/>
                  </a:moveTo>
                  <a:lnTo>
                    <a:pt x="370" y="216"/>
                  </a:lnTo>
                  <a:cubicBezTo>
                    <a:pt x="427" y="170"/>
                    <a:pt x="490" y="130"/>
                    <a:pt x="556" y="98"/>
                  </a:cubicBezTo>
                  <a:lnTo>
                    <a:pt x="579" y="147"/>
                  </a:lnTo>
                  <a:cubicBezTo>
                    <a:pt x="517" y="177"/>
                    <a:pt x="458" y="215"/>
                    <a:pt x="403" y="258"/>
                  </a:cubicBezTo>
                  <a:moveTo>
                    <a:pt x="1386" y="146"/>
                  </a:moveTo>
                  <a:cubicBezTo>
                    <a:pt x="1324" y="116"/>
                    <a:pt x="1257" y="93"/>
                    <a:pt x="1190" y="77"/>
                  </a:cubicBezTo>
                  <a:lnTo>
                    <a:pt x="1202" y="24"/>
                  </a:lnTo>
                  <a:cubicBezTo>
                    <a:pt x="1273" y="41"/>
                    <a:pt x="1343" y="65"/>
                    <a:pt x="1410" y="97"/>
                  </a:cubicBezTo>
                  <a:lnTo>
                    <a:pt x="1386" y="146"/>
                  </a:lnTo>
                  <a:moveTo>
                    <a:pt x="776" y="78"/>
                  </a:moveTo>
                  <a:lnTo>
                    <a:pt x="764" y="25"/>
                  </a:lnTo>
                  <a:cubicBezTo>
                    <a:pt x="835" y="9"/>
                    <a:pt x="909" y="0"/>
                    <a:pt x="983" y="0"/>
                  </a:cubicBezTo>
                  <a:lnTo>
                    <a:pt x="983" y="55"/>
                  </a:lnTo>
                  <a:cubicBezTo>
                    <a:pt x="913" y="55"/>
                    <a:pt x="843" y="63"/>
                    <a:pt x="776" y="78"/>
                  </a:cubicBezTo>
                  <a:close/>
                </a:path>
              </a:pathLst>
            </a:custGeom>
            <a:solidFill>
              <a:schemeClr val="accent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517" name="Google Shape;517;p11"/>
            <p:cNvSpPr/>
            <p:nvPr/>
          </p:nvSpPr>
          <p:spPr>
            <a:xfrm>
              <a:off x="3731670" y="3329840"/>
              <a:ext cx="708480" cy="708480"/>
            </a:xfrm>
            <a:custGeom>
              <a:rect b="b" l="l" r="r" t="t"/>
              <a:pathLst>
                <a:path extrusionOk="0" h="1968" w="1968">
                  <a:moveTo>
                    <a:pt x="985" y="1968"/>
                  </a:moveTo>
                  <a:lnTo>
                    <a:pt x="985" y="1913"/>
                  </a:lnTo>
                  <a:cubicBezTo>
                    <a:pt x="1055" y="1913"/>
                    <a:pt x="1124" y="1905"/>
                    <a:pt x="1192" y="1890"/>
                  </a:cubicBezTo>
                  <a:lnTo>
                    <a:pt x="1204" y="1943"/>
                  </a:lnTo>
                  <a:cubicBezTo>
                    <a:pt x="1132" y="1959"/>
                    <a:pt x="1059" y="1968"/>
                    <a:pt x="985" y="1968"/>
                  </a:cubicBezTo>
                  <a:moveTo>
                    <a:pt x="766" y="1943"/>
                  </a:moveTo>
                  <a:cubicBezTo>
                    <a:pt x="694" y="1927"/>
                    <a:pt x="624" y="1903"/>
                    <a:pt x="558" y="1871"/>
                  </a:cubicBezTo>
                  <a:lnTo>
                    <a:pt x="581" y="1822"/>
                  </a:lnTo>
                  <a:cubicBezTo>
                    <a:pt x="644" y="1852"/>
                    <a:pt x="710" y="1875"/>
                    <a:pt x="778" y="1890"/>
                  </a:cubicBezTo>
                  <a:lnTo>
                    <a:pt x="766" y="1943"/>
                  </a:lnTo>
                  <a:moveTo>
                    <a:pt x="1412" y="1870"/>
                  </a:moveTo>
                  <a:lnTo>
                    <a:pt x="1388" y="1821"/>
                  </a:lnTo>
                  <a:cubicBezTo>
                    <a:pt x="1450" y="1791"/>
                    <a:pt x="1510" y="1754"/>
                    <a:pt x="1564" y="1710"/>
                  </a:cubicBezTo>
                  <a:lnTo>
                    <a:pt x="1598" y="1753"/>
                  </a:lnTo>
                  <a:cubicBezTo>
                    <a:pt x="1540" y="1799"/>
                    <a:pt x="1478" y="1838"/>
                    <a:pt x="1412" y="1870"/>
                  </a:cubicBezTo>
                  <a:moveTo>
                    <a:pt x="371" y="1753"/>
                  </a:moveTo>
                  <a:cubicBezTo>
                    <a:pt x="314" y="1708"/>
                    <a:pt x="261" y="1655"/>
                    <a:pt x="215" y="1598"/>
                  </a:cubicBezTo>
                  <a:lnTo>
                    <a:pt x="258" y="1564"/>
                  </a:lnTo>
                  <a:cubicBezTo>
                    <a:pt x="301" y="1618"/>
                    <a:pt x="351" y="1668"/>
                    <a:pt x="405" y="1711"/>
                  </a:cubicBezTo>
                  <a:lnTo>
                    <a:pt x="371" y="1753"/>
                  </a:lnTo>
                  <a:moveTo>
                    <a:pt x="1754" y="1597"/>
                  </a:moveTo>
                  <a:lnTo>
                    <a:pt x="1711" y="1563"/>
                  </a:lnTo>
                  <a:cubicBezTo>
                    <a:pt x="1755" y="1509"/>
                    <a:pt x="1792" y="1449"/>
                    <a:pt x="1822" y="1387"/>
                  </a:cubicBezTo>
                  <a:lnTo>
                    <a:pt x="1871" y="1410"/>
                  </a:lnTo>
                  <a:cubicBezTo>
                    <a:pt x="1839" y="1477"/>
                    <a:pt x="1800" y="1539"/>
                    <a:pt x="1754" y="1597"/>
                  </a:cubicBezTo>
                  <a:moveTo>
                    <a:pt x="98" y="1411"/>
                  </a:moveTo>
                  <a:cubicBezTo>
                    <a:pt x="66" y="1345"/>
                    <a:pt x="41" y="1275"/>
                    <a:pt x="25" y="1204"/>
                  </a:cubicBezTo>
                  <a:lnTo>
                    <a:pt x="78" y="1191"/>
                  </a:lnTo>
                  <a:cubicBezTo>
                    <a:pt x="93" y="1259"/>
                    <a:pt x="116" y="1325"/>
                    <a:pt x="147" y="1388"/>
                  </a:cubicBezTo>
                  <a:lnTo>
                    <a:pt x="98" y="1411"/>
                  </a:lnTo>
                  <a:moveTo>
                    <a:pt x="1944" y="1202"/>
                  </a:moveTo>
                  <a:lnTo>
                    <a:pt x="1891" y="1190"/>
                  </a:lnTo>
                  <a:cubicBezTo>
                    <a:pt x="1906" y="1123"/>
                    <a:pt x="1914" y="1053"/>
                    <a:pt x="1914" y="984"/>
                  </a:cubicBezTo>
                  <a:lnTo>
                    <a:pt x="1914" y="981"/>
                  </a:lnTo>
                  <a:lnTo>
                    <a:pt x="1968" y="981"/>
                  </a:lnTo>
                  <a:lnTo>
                    <a:pt x="1968" y="983"/>
                  </a:lnTo>
                  <a:cubicBezTo>
                    <a:pt x="1968" y="1057"/>
                    <a:pt x="1960" y="1131"/>
                    <a:pt x="1944" y="1202"/>
                  </a:cubicBezTo>
                  <a:moveTo>
                    <a:pt x="54" y="985"/>
                  </a:moveTo>
                  <a:lnTo>
                    <a:pt x="0" y="985"/>
                  </a:lnTo>
                  <a:lnTo>
                    <a:pt x="0" y="984"/>
                  </a:lnTo>
                  <a:cubicBezTo>
                    <a:pt x="0" y="910"/>
                    <a:pt x="8" y="837"/>
                    <a:pt x="24" y="766"/>
                  </a:cubicBezTo>
                  <a:lnTo>
                    <a:pt x="77" y="778"/>
                  </a:lnTo>
                  <a:cubicBezTo>
                    <a:pt x="62" y="845"/>
                    <a:pt x="54" y="914"/>
                    <a:pt x="54" y="984"/>
                  </a:cubicBezTo>
                  <a:lnTo>
                    <a:pt x="54" y="985"/>
                  </a:lnTo>
                  <a:moveTo>
                    <a:pt x="1890" y="775"/>
                  </a:moveTo>
                  <a:cubicBezTo>
                    <a:pt x="1875" y="707"/>
                    <a:pt x="1852" y="641"/>
                    <a:pt x="1821" y="578"/>
                  </a:cubicBezTo>
                  <a:lnTo>
                    <a:pt x="1870" y="555"/>
                  </a:lnTo>
                  <a:cubicBezTo>
                    <a:pt x="1902" y="621"/>
                    <a:pt x="1927" y="691"/>
                    <a:pt x="1943" y="762"/>
                  </a:cubicBezTo>
                  <a:lnTo>
                    <a:pt x="1890" y="775"/>
                  </a:lnTo>
                  <a:moveTo>
                    <a:pt x="146" y="581"/>
                  </a:moveTo>
                  <a:lnTo>
                    <a:pt x="97" y="558"/>
                  </a:lnTo>
                  <a:cubicBezTo>
                    <a:pt x="129" y="491"/>
                    <a:pt x="168" y="429"/>
                    <a:pt x="214" y="371"/>
                  </a:cubicBezTo>
                  <a:lnTo>
                    <a:pt x="256" y="405"/>
                  </a:lnTo>
                  <a:cubicBezTo>
                    <a:pt x="213" y="459"/>
                    <a:pt x="176" y="519"/>
                    <a:pt x="146" y="581"/>
                  </a:cubicBezTo>
                  <a:moveTo>
                    <a:pt x="1710" y="402"/>
                  </a:moveTo>
                  <a:cubicBezTo>
                    <a:pt x="1667" y="348"/>
                    <a:pt x="1617" y="299"/>
                    <a:pt x="1563" y="256"/>
                  </a:cubicBezTo>
                  <a:lnTo>
                    <a:pt x="1596" y="214"/>
                  </a:lnTo>
                  <a:cubicBezTo>
                    <a:pt x="1654" y="260"/>
                    <a:pt x="1706" y="311"/>
                    <a:pt x="1752" y="368"/>
                  </a:cubicBezTo>
                  <a:lnTo>
                    <a:pt x="1710" y="402"/>
                  </a:lnTo>
                  <a:moveTo>
                    <a:pt x="403" y="258"/>
                  </a:moveTo>
                  <a:lnTo>
                    <a:pt x="369" y="216"/>
                  </a:lnTo>
                  <a:cubicBezTo>
                    <a:pt x="427" y="170"/>
                    <a:pt x="490" y="130"/>
                    <a:pt x="556" y="98"/>
                  </a:cubicBezTo>
                  <a:lnTo>
                    <a:pt x="579" y="147"/>
                  </a:lnTo>
                  <a:cubicBezTo>
                    <a:pt x="517" y="177"/>
                    <a:pt x="458" y="215"/>
                    <a:pt x="403" y="258"/>
                  </a:cubicBezTo>
                  <a:moveTo>
                    <a:pt x="1386" y="146"/>
                  </a:moveTo>
                  <a:cubicBezTo>
                    <a:pt x="1324" y="116"/>
                    <a:pt x="1257" y="93"/>
                    <a:pt x="1189" y="77"/>
                  </a:cubicBezTo>
                  <a:lnTo>
                    <a:pt x="1201" y="24"/>
                  </a:lnTo>
                  <a:cubicBezTo>
                    <a:pt x="1273" y="41"/>
                    <a:pt x="1343" y="65"/>
                    <a:pt x="1410" y="97"/>
                  </a:cubicBezTo>
                  <a:lnTo>
                    <a:pt x="1386" y="146"/>
                  </a:lnTo>
                  <a:moveTo>
                    <a:pt x="776" y="78"/>
                  </a:moveTo>
                  <a:lnTo>
                    <a:pt x="764" y="25"/>
                  </a:lnTo>
                  <a:cubicBezTo>
                    <a:pt x="835" y="9"/>
                    <a:pt x="909" y="0"/>
                    <a:pt x="983" y="0"/>
                  </a:cubicBezTo>
                  <a:lnTo>
                    <a:pt x="983" y="55"/>
                  </a:lnTo>
                  <a:cubicBezTo>
                    <a:pt x="913" y="55"/>
                    <a:pt x="843" y="63"/>
                    <a:pt x="776" y="78"/>
                  </a:cubicBezTo>
                  <a:close/>
                </a:path>
              </a:pathLst>
            </a:custGeom>
            <a:solidFill>
              <a:schemeClr val="accent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518" name="Google Shape;518;p11"/>
            <p:cNvSpPr/>
            <p:nvPr/>
          </p:nvSpPr>
          <p:spPr>
            <a:xfrm>
              <a:off x="3369870" y="3707840"/>
              <a:ext cx="301680" cy="96840"/>
            </a:xfrm>
            <a:custGeom>
              <a:rect b="b" l="l" r="r" t="t"/>
              <a:pathLst>
                <a:path extrusionOk="0" h="269" w="838">
                  <a:moveTo>
                    <a:pt x="422" y="269"/>
                  </a:moveTo>
                  <a:lnTo>
                    <a:pt x="422" y="159"/>
                  </a:lnTo>
                  <a:lnTo>
                    <a:pt x="0" y="159"/>
                  </a:lnTo>
                  <a:lnTo>
                    <a:pt x="0" y="0"/>
                  </a:lnTo>
                  <a:lnTo>
                    <a:pt x="838" y="0"/>
                  </a:lnTo>
                  <a:lnTo>
                    <a:pt x="422" y="269"/>
                  </a:lnTo>
                  <a:close/>
                </a:path>
              </a:pathLst>
            </a:custGeom>
            <a:solidFill>
              <a:schemeClr val="accent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519" name="Google Shape;519;p11"/>
            <p:cNvSpPr/>
            <p:nvPr/>
          </p:nvSpPr>
          <p:spPr>
            <a:xfrm>
              <a:off x="3364110" y="3563120"/>
              <a:ext cx="301320" cy="96840"/>
            </a:xfrm>
            <a:custGeom>
              <a:rect b="b" l="l" r="r" t="t"/>
              <a:pathLst>
                <a:path extrusionOk="0" h="269" w="837">
                  <a:moveTo>
                    <a:pt x="415" y="0"/>
                  </a:moveTo>
                  <a:lnTo>
                    <a:pt x="415" y="110"/>
                  </a:lnTo>
                  <a:lnTo>
                    <a:pt x="837" y="110"/>
                  </a:lnTo>
                  <a:lnTo>
                    <a:pt x="837" y="269"/>
                  </a:lnTo>
                  <a:lnTo>
                    <a:pt x="0" y="269"/>
                  </a:lnTo>
                  <a:lnTo>
                    <a:pt x="415" y="0"/>
                  </a:lnTo>
                  <a:close/>
                </a:path>
              </a:pathLst>
            </a:custGeom>
            <a:solidFill>
              <a:srgbClr val="82CAEB"/>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520" name="Google Shape;520;p11"/>
            <p:cNvSpPr/>
            <p:nvPr/>
          </p:nvSpPr>
          <p:spPr>
            <a:xfrm>
              <a:off x="4516830" y="3707840"/>
              <a:ext cx="301320" cy="96840"/>
            </a:xfrm>
            <a:custGeom>
              <a:rect b="b" l="l" r="r" t="t"/>
              <a:pathLst>
                <a:path extrusionOk="0" h="269" w="837">
                  <a:moveTo>
                    <a:pt x="422" y="269"/>
                  </a:moveTo>
                  <a:lnTo>
                    <a:pt x="422" y="159"/>
                  </a:lnTo>
                  <a:lnTo>
                    <a:pt x="0" y="159"/>
                  </a:lnTo>
                  <a:lnTo>
                    <a:pt x="0" y="0"/>
                  </a:lnTo>
                  <a:lnTo>
                    <a:pt x="837" y="0"/>
                  </a:lnTo>
                  <a:lnTo>
                    <a:pt x="422" y="269"/>
                  </a:lnTo>
                  <a:close/>
                </a:path>
              </a:pathLst>
            </a:custGeom>
            <a:solidFill>
              <a:schemeClr val="accent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521" name="Google Shape;521;p11"/>
            <p:cNvSpPr/>
            <p:nvPr/>
          </p:nvSpPr>
          <p:spPr>
            <a:xfrm>
              <a:off x="4510710" y="3563120"/>
              <a:ext cx="301320" cy="96840"/>
            </a:xfrm>
            <a:custGeom>
              <a:rect b="b" l="l" r="r" t="t"/>
              <a:pathLst>
                <a:path extrusionOk="0" h="269" w="837">
                  <a:moveTo>
                    <a:pt x="415" y="0"/>
                  </a:moveTo>
                  <a:lnTo>
                    <a:pt x="415" y="110"/>
                  </a:lnTo>
                  <a:lnTo>
                    <a:pt x="837" y="110"/>
                  </a:lnTo>
                  <a:lnTo>
                    <a:pt x="837" y="269"/>
                  </a:lnTo>
                  <a:lnTo>
                    <a:pt x="0" y="269"/>
                  </a:lnTo>
                  <a:lnTo>
                    <a:pt x="415" y="0"/>
                  </a:lnTo>
                  <a:close/>
                </a:path>
              </a:pathLst>
            </a:custGeom>
            <a:solidFill>
              <a:srgbClr val="A3C5ED"/>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522" name="Google Shape;522;p11"/>
            <p:cNvSpPr/>
            <p:nvPr/>
          </p:nvSpPr>
          <p:spPr>
            <a:xfrm>
              <a:off x="4921830" y="3329840"/>
              <a:ext cx="708840" cy="708480"/>
            </a:xfrm>
            <a:custGeom>
              <a:rect b="b" l="l" r="r" t="t"/>
              <a:pathLst>
                <a:path extrusionOk="0" h="1968" w="1969">
                  <a:moveTo>
                    <a:pt x="985" y="1968"/>
                  </a:moveTo>
                  <a:lnTo>
                    <a:pt x="985" y="1913"/>
                  </a:lnTo>
                  <a:cubicBezTo>
                    <a:pt x="1055" y="1913"/>
                    <a:pt x="1125" y="1905"/>
                    <a:pt x="1192" y="1890"/>
                  </a:cubicBezTo>
                  <a:lnTo>
                    <a:pt x="1204" y="1943"/>
                  </a:lnTo>
                  <a:cubicBezTo>
                    <a:pt x="1133" y="1959"/>
                    <a:pt x="1059" y="1968"/>
                    <a:pt x="985" y="1968"/>
                  </a:cubicBezTo>
                  <a:moveTo>
                    <a:pt x="766" y="1943"/>
                  </a:moveTo>
                  <a:cubicBezTo>
                    <a:pt x="694" y="1927"/>
                    <a:pt x="624" y="1903"/>
                    <a:pt x="558" y="1871"/>
                  </a:cubicBezTo>
                  <a:lnTo>
                    <a:pt x="582" y="1822"/>
                  </a:lnTo>
                  <a:cubicBezTo>
                    <a:pt x="644" y="1852"/>
                    <a:pt x="710" y="1875"/>
                    <a:pt x="778" y="1890"/>
                  </a:cubicBezTo>
                  <a:lnTo>
                    <a:pt x="766" y="1943"/>
                  </a:lnTo>
                  <a:moveTo>
                    <a:pt x="1412" y="1870"/>
                  </a:moveTo>
                  <a:lnTo>
                    <a:pt x="1388" y="1821"/>
                  </a:lnTo>
                  <a:cubicBezTo>
                    <a:pt x="1451" y="1791"/>
                    <a:pt x="1510" y="1754"/>
                    <a:pt x="1565" y="1710"/>
                  </a:cubicBezTo>
                  <a:lnTo>
                    <a:pt x="1598" y="1753"/>
                  </a:lnTo>
                  <a:cubicBezTo>
                    <a:pt x="1541" y="1799"/>
                    <a:pt x="1478" y="1838"/>
                    <a:pt x="1412" y="1870"/>
                  </a:cubicBezTo>
                  <a:moveTo>
                    <a:pt x="372" y="1753"/>
                  </a:moveTo>
                  <a:cubicBezTo>
                    <a:pt x="314" y="1708"/>
                    <a:pt x="262" y="1655"/>
                    <a:pt x="216" y="1598"/>
                  </a:cubicBezTo>
                  <a:lnTo>
                    <a:pt x="258" y="1564"/>
                  </a:lnTo>
                  <a:cubicBezTo>
                    <a:pt x="301" y="1618"/>
                    <a:pt x="351" y="1668"/>
                    <a:pt x="405" y="1711"/>
                  </a:cubicBezTo>
                  <a:lnTo>
                    <a:pt x="372" y="1753"/>
                  </a:lnTo>
                  <a:moveTo>
                    <a:pt x="1754" y="1597"/>
                  </a:moveTo>
                  <a:lnTo>
                    <a:pt x="1712" y="1563"/>
                  </a:lnTo>
                  <a:cubicBezTo>
                    <a:pt x="1755" y="1509"/>
                    <a:pt x="1792" y="1449"/>
                    <a:pt x="1823" y="1387"/>
                  </a:cubicBezTo>
                  <a:lnTo>
                    <a:pt x="1872" y="1410"/>
                  </a:lnTo>
                  <a:cubicBezTo>
                    <a:pt x="1840" y="1477"/>
                    <a:pt x="1800" y="1539"/>
                    <a:pt x="1754" y="1597"/>
                  </a:cubicBezTo>
                  <a:moveTo>
                    <a:pt x="98" y="1411"/>
                  </a:moveTo>
                  <a:cubicBezTo>
                    <a:pt x="66" y="1345"/>
                    <a:pt x="42" y="1275"/>
                    <a:pt x="25" y="1204"/>
                  </a:cubicBezTo>
                  <a:lnTo>
                    <a:pt x="78" y="1191"/>
                  </a:lnTo>
                  <a:cubicBezTo>
                    <a:pt x="94" y="1259"/>
                    <a:pt x="117" y="1325"/>
                    <a:pt x="147" y="1388"/>
                  </a:cubicBezTo>
                  <a:lnTo>
                    <a:pt x="98" y="1411"/>
                  </a:lnTo>
                  <a:moveTo>
                    <a:pt x="1944" y="1202"/>
                  </a:moveTo>
                  <a:lnTo>
                    <a:pt x="1891" y="1190"/>
                  </a:lnTo>
                  <a:cubicBezTo>
                    <a:pt x="1907" y="1123"/>
                    <a:pt x="1914" y="1053"/>
                    <a:pt x="1914" y="983"/>
                  </a:cubicBezTo>
                  <a:lnTo>
                    <a:pt x="1914" y="981"/>
                  </a:lnTo>
                  <a:lnTo>
                    <a:pt x="1969" y="981"/>
                  </a:lnTo>
                  <a:lnTo>
                    <a:pt x="1969" y="983"/>
                  </a:lnTo>
                  <a:cubicBezTo>
                    <a:pt x="1969" y="1057"/>
                    <a:pt x="1961" y="1131"/>
                    <a:pt x="1944" y="1202"/>
                  </a:cubicBezTo>
                  <a:moveTo>
                    <a:pt x="55" y="985"/>
                  </a:moveTo>
                  <a:lnTo>
                    <a:pt x="0" y="985"/>
                  </a:lnTo>
                  <a:lnTo>
                    <a:pt x="0" y="984"/>
                  </a:lnTo>
                  <a:cubicBezTo>
                    <a:pt x="0" y="910"/>
                    <a:pt x="9" y="837"/>
                    <a:pt x="25" y="766"/>
                  </a:cubicBezTo>
                  <a:lnTo>
                    <a:pt x="78" y="778"/>
                  </a:lnTo>
                  <a:cubicBezTo>
                    <a:pt x="62" y="845"/>
                    <a:pt x="55" y="914"/>
                    <a:pt x="55" y="984"/>
                  </a:cubicBezTo>
                  <a:lnTo>
                    <a:pt x="55" y="985"/>
                  </a:lnTo>
                  <a:moveTo>
                    <a:pt x="1891" y="775"/>
                  </a:moveTo>
                  <a:cubicBezTo>
                    <a:pt x="1875" y="707"/>
                    <a:pt x="1852" y="641"/>
                    <a:pt x="1822" y="578"/>
                  </a:cubicBezTo>
                  <a:lnTo>
                    <a:pt x="1871" y="555"/>
                  </a:lnTo>
                  <a:cubicBezTo>
                    <a:pt x="1903" y="621"/>
                    <a:pt x="1927" y="691"/>
                    <a:pt x="1944" y="762"/>
                  </a:cubicBezTo>
                  <a:lnTo>
                    <a:pt x="1891" y="775"/>
                  </a:lnTo>
                  <a:moveTo>
                    <a:pt x="146" y="581"/>
                  </a:moveTo>
                  <a:lnTo>
                    <a:pt x="97" y="558"/>
                  </a:lnTo>
                  <a:cubicBezTo>
                    <a:pt x="129" y="491"/>
                    <a:pt x="168" y="429"/>
                    <a:pt x="214" y="371"/>
                  </a:cubicBezTo>
                  <a:lnTo>
                    <a:pt x="257" y="405"/>
                  </a:lnTo>
                  <a:cubicBezTo>
                    <a:pt x="213" y="459"/>
                    <a:pt x="176" y="519"/>
                    <a:pt x="146" y="581"/>
                  </a:cubicBezTo>
                  <a:moveTo>
                    <a:pt x="1711" y="402"/>
                  </a:moveTo>
                  <a:cubicBezTo>
                    <a:pt x="1667" y="348"/>
                    <a:pt x="1617" y="299"/>
                    <a:pt x="1563" y="256"/>
                  </a:cubicBezTo>
                  <a:lnTo>
                    <a:pt x="1597" y="214"/>
                  </a:lnTo>
                  <a:cubicBezTo>
                    <a:pt x="1654" y="260"/>
                    <a:pt x="1707" y="311"/>
                    <a:pt x="1753" y="368"/>
                  </a:cubicBezTo>
                  <a:lnTo>
                    <a:pt x="1711" y="402"/>
                  </a:lnTo>
                  <a:moveTo>
                    <a:pt x="404" y="258"/>
                  </a:moveTo>
                  <a:lnTo>
                    <a:pt x="370" y="216"/>
                  </a:lnTo>
                  <a:cubicBezTo>
                    <a:pt x="427" y="170"/>
                    <a:pt x="490" y="130"/>
                    <a:pt x="556" y="98"/>
                  </a:cubicBezTo>
                  <a:lnTo>
                    <a:pt x="580" y="147"/>
                  </a:lnTo>
                  <a:cubicBezTo>
                    <a:pt x="517" y="177"/>
                    <a:pt x="458" y="215"/>
                    <a:pt x="404" y="258"/>
                  </a:cubicBezTo>
                  <a:moveTo>
                    <a:pt x="1387" y="146"/>
                  </a:moveTo>
                  <a:cubicBezTo>
                    <a:pt x="1324" y="116"/>
                    <a:pt x="1258" y="93"/>
                    <a:pt x="1190" y="77"/>
                  </a:cubicBezTo>
                  <a:lnTo>
                    <a:pt x="1202" y="24"/>
                  </a:lnTo>
                  <a:cubicBezTo>
                    <a:pt x="1274" y="41"/>
                    <a:pt x="1344" y="65"/>
                    <a:pt x="1410" y="97"/>
                  </a:cubicBezTo>
                  <a:lnTo>
                    <a:pt x="1387" y="146"/>
                  </a:lnTo>
                  <a:moveTo>
                    <a:pt x="776" y="78"/>
                  </a:moveTo>
                  <a:lnTo>
                    <a:pt x="764" y="25"/>
                  </a:lnTo>
                  <a:cubicBezTo>
                    <a:pt x="835" y="9"/>
                    <a:pt x="909" y="0"/>
                    <a:pt x="983" y="0"/>
                  </a:cubicBezTo>
                  <a:lnTo>
                    <a:pt x="983" y="55"/>
                  </a:lnTo>
                  <a:cubicBezTo>
                    <a:pt x="913" y="55"/>
                    <a:pt x="844" y="63"/>
                    <a:pt x="776" y="78"/>
                  </a:cubicBezTo>
                  <a:close/>
                </a:path>
              </a:pathLst>
            </a:custGeom>
            <a:solidFill>
              <a:schemeClr val="accent1"/>
            </a:solidFill>
            <a:ln>
              <a:noFill/>
            </a:ln>
          </p:spPr>
          <p:txBody>
            <a:bodyPr anchorCtr="1" anchor="ctr" bIns="60000" lIns="120000" spcFirstLastPara="1" rIns="120000" wrap="square" tIns="600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sp>
          <p:nvSpPr>
            <p:cNvPr id="523" name="Google Shape;523;p11"/>
            <p:cNvSpPr txBox="1"/>
            <p:nvPr/>
          </p:nvSpPr>
          <p:spPr>
            <a:xfrm>
              <a:off x="2784175" y="3335525"/>
              <a:ext cx="271500" cy="70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4000">
                  <a:solidFill>
                    <a:srgbClr val="4D90D8"/>
                  </a:solidFill>
                  <a:latin typeface="Be Vietnam Pro SemiBold"/>
                  <a:ea typeface="Be Vietnam Pro SemiBold"/>
                  <a:cs typeface="Be Vietnam Pro SemiBold"/>
                  <a:sym typeface="Be Vietnam Pro SemiBold"/>
                </a:rPr>
                <a:t>$</a:t>
              </a:r>
              <a:endParaRPr sz="4000">
                <a:solidFill>
                  <a:srgbClr val="4D90D8"/>
                </a:solidFill>
                <a:latin typeface="Be Vietnam Pro SemiBold"/>
                <a:ea typeface="Be Vietnam Pro SemiBold"/>
                <a:cs typeface="Be Vietnam Pro SemiBold"/>
                <a:sym typeface="Be Vietnam Pro SemiBold"/>
              </a:endParaRPr>
            </a:p>
          </p:txBody>
        </p:sp>
        <p:sp>
          <p:nvSpPr>
            <p:cNvPr id="524" name="Google Shape;524;p11"/>
            <p:cNvSpPr txBox="1"/>
            <p:nvPr/>
          </p:nvSpPr>
          <p:spPr>
            <a:xfrm>
              <a:off x="3938863" y="3335525"/>
              <a:ext cx="271500" cy="70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4000">
                  <a:solidFill>
                    <a:srgbClr val="3A3A3A"/>
                  </a:solidFill>
                  <a:latin typeface="Be Vietnam Pro"/>
                  <a:ea typeface="Be Vietnam Pro"/>
                  <a:cs typeface="Be Vietnam Pro"/>
                  <a:sym typeface="Be Vietnam Pro"/>
                </a:rPr>
                <a:t>€</a:t>
              </a:r>
              <a:endParaRPr b="1" sz="4000">
                <a:solidFill>
                  <a:srgbClr val="3A3A3A"/>
                </a:solidFill>
                <a:latin typeface="Be Vietnam Pro"/>
                <a:ea typeface="Be Vietnam Pro"/>
                <a:cs typeface="Be Vietnam Pro"/>
                <a:sym typeface="Be Vietnam Pro"/>
              </a:endParaRPr>
            </a:p>
          </p:txBody>
        </p:sp>
        <p:sp>
          <p:nvSpPr>
            <p:cNvPr id="525" name="Google Shape;525;p11"/>
            <p:cNvSpPr txBox="1"/>
            <p:nvPr/>
          </p:nvSpPr>
          <p:spPr>
            <a:xfrm>
              <a:off x="5140500" y="3335525"/>
              <a:ext cx="271500" cy="70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4000">
                  <a:solidFill>
                    <a:srgbClr val="171717"/>
                  </a:solidFill>
                  <a:latin typeface="Be Vietnam Pro"/>
                  <a:ea typeface="Be Vietnam Pro"/>
                  <a:cs typeface="Be Vietnam Pro"/>
                  <a:sym typeface="Be Vietnam Pro"/>
                </a:rPr>
                <a:t>£</a:t>
              </a:r>
              <a:endParaRPr b="1" sz="4000">
                <a:solidFill>
                  <a:srgbClr val="171717"/>
                </a:solidFill>
                <a:latin typeface="Be Vietnam Pro"/>
                <a:ea typeface="Be Vietnam Pro"/>
                <a:cs typeface="Be Vietnam Pro"/>
                <a:sym typeface="Be Vietnam Pro"/>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2026-08-18T15:05:23Z</dcterms:created>
  <dc:creator>Walnut Exporter</dc:creator>
</cp:coreProperties>
</file>